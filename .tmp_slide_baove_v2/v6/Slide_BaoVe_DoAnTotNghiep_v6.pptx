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dia/image2.tif" ContentType="image/tif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6" r:id="rId2"/>
  </p:sldMasterIdLst>
  <p:notesMasterIdLst>
    <p:notesMasterId r:id="rId29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6522"/>
    <a:srgbClr val="223771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8DF4EB-B3B4-44C1-A62D-5E61A14D892B}" v="27" dt="2025-03-12T07:26:23.505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678" autoAdjust="0"/>
  </p:normalViewPr>
  <p:slideViewPr>
    <p:cSldViewPr snapToGrid="0">
      <p:cViewPr varScale="1">
        <p:scale>
          <a:sx n="100" d="100"/>
          <a:sy n="100" d="100"/>
        </p:scale>
        <p:origin x="954" y="90"/>
      </p:cViewPr>
      <p:guideLst>
        <p:guide orient="horz" pos="2160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Relationship Id="rId34" Type="http://schemas.microsoft.com/office/2016/11/relationships/changesInfo" Target="changesInfos/changesInfo1.xml"/><Relationship Id="rId3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guyenna9904@gmail.com" userId="55ededb00bfa6f4a" providerId="LiveId" clId="{0FB6993C-DB48-495E-90C2-52FE2C1E856E}"/>
    <pc:docChg chg="undo custSel addSld delSld modSld sldOrd modMainMaster">
      <pc:chgData name="nguyenna9904@gmail.com" userId="55ededb00bfa6f4a" providerId="LiveId" clId="{0FB6993C-DB48-495E-90C2-52FE2C1E856E}" dt="2025-03-12T07:23:32.136" v="2147" actId="1076"/>
      <pc:docMkLst>
        <pc:docMk/>
      </pc:docMkLst>
      <pc:sldChg chg="modTransition">
        <pc:chgData name="nguyenna9904@gmail.com" userId="55ededb00bfa6f4a" providerId="LiveId" clId="{0FB6993C-DB48-495E-90C2-52FE2C1E856E}" dt="2025-03-11T14:54:54.689" v="1756"/>
        <pc:sldMkLst>
          <pc:docMk/>
          <pc:sldMk cId="0" sldId="256"/>
        </pc:sldMkLst>
      </pc:sldChg>
      <pc:sldChg chg="modTransition modAnim">
        <pc:chgData name="nguyenna9904@gmail.com" userId="55ededb00bfa6f4a" providerId="LiveId" clId="{0FB6993C-DB48-495E-90C2-52FE2C1E856E}" dt="2025-03-11T14:58:11.582" v="1794"/>
        <pc:sldMkLst>
          <pc:docMk/>
          <pc:sldMk cId="0" sldId="258"/>
        </pc:sldMkLst>
      </pc:sldChg>
      <pc:sldChg chg="modSp mod modTransition modAnim">
        <pc:chgData name="nguyenna9904@gmail.com" userId="55ededb00bfa6f4a" providerId="LiveId" clId="{0FB6993C-DB48-495E-90C2-52FE2C1E856E}" dt="2025-03-11T14:58:53.585" v="1798" actId="1076"/>
        <pc:sldMkLst>
          <pc:docMk/>
          <pc:sldMk cId="0" sldId="259"/>
        </pc:sldMkLst>
        <pc:spChg chg="mod">
          <ac:chgData name="nguyenna9904@gmail.com" userId="55ededb00bfa6f4a" providerId="LiveId" clId="{0FB6993C-DB48-495E-90C2-52FE2C1E856E}" dt="2025-03-11T14:58:53.585" v="1798" actId="1076"/>
          <ac:spMkLst>
            <pc:docMk/>
            <pc:sldMk cId="0" sldId="259"/>
            <ac:spMk id="3" creationId="{9B0BAEAB-83B3-6D30-B9C7-D6DFBDCA2D15}"/>
          </ac:spMkLst>
        </pc:spChg>
        <pc:picChg chg="mod">
          <ac:chgData name="nguyenna9904@gmail.com" userId="55ededb00bfa6f4a" providerId="LiveId" clId="{0FB6993C-DB48-495E-90C2-52FE2C1E856E}" dt="2025-03-11T14:55:50.146" v="1764" actId="1076"/>
          <ac:picMkLst>
            <pc:docMk/>
            <pc:sldMk cId="0" sldId="259"/>
            <ac:picMk id="1026" creationId="{EA3CA43E-0D0E-B0EA-B4E1-D0F29EB8F603}"/>
          </ac:picMkLst>
        </pc:picChg>
      </pc:sldChg>
      <pc:sldChg chg="modTransition modAnim">
        <pc:chgData name="nguyenna9904@gmail.com" userId="55ededb00bfa6f4a" providerId="LiveId" clId="{0FB6993C-DB48-495E-90C2-52FE2C1E856E}" dt="2025-03-11T15:39:01.520" v="2052"/>
        <pc:sldMkLst>
          <pc:docMk/>
          <pc:sldMk cId="0" sldId="269"/>
        </pc:sldMkLst>
      </pc:sldChg>
      <pc:sldChg chg="addSp delSp modSp mod modTransition modAnim modNotesTx">
        <pc:chgData name="nguyenna9904@gmail.com" userId="55ededb00bfa6f4a" providerId="LiveId" clId="{0FB6993C-DB48-495E-90C2-52FE2C1E856E}" dt="2025-03-12T07:23:32.136" v="2147" actId="1076"/>
        <pc:sldMkLst>
          <pc:docMk/>
          <pc:sldMk cId="2641632028" sldId="271"/>
        </pc:sldMkLst>
        <pc:spChg chg="add mod">
          <ac:chgData name="nguyenna9904@gmail.com" userId="55ededb00bfa6f4a" providerId="LiveId" clId="{0FB6993C-DB48-495E-90C2-52FE2C1E856E}" dt="2025-03-12T06:28:42.801" v="2116" actId="14100"/>
          <ac:spMkLst>
            <pc:docMk/>
            <pc:sldMk cId="2641632028" sldId="271"/>
            <ac:spMk id="4" creationId="{2A104BAA-4F47-63C7-2C94-54436FC39E93}"/>
          </ac:spMkLst>
        </pc:spChg>
        <pc:spChg chg="mod">
          <ac:chgData name="nguyenna9904@gmail.com" userId="55ededb00bfa6f4a" providerId="LiveId" clId="{0FB6993C-DB48-495E-90C2-52FE2C1E856E}" dt="2025-03-12T06:26:53.504" v="2057" actId="1076"/>
          <ac:spMkLst>
            <pc:docMk/>
            <pc:sldMk cId="2641632028" sldId="271"/>
            <ac:spMk id="8" creationId="{CBAAF602-443F-8644-EC32-E41C6702B04C}"/>
          </ac:spMkLst>
        </pc:spChg>
        <pc:picChg chg="mod">
          <ac:chgData name="nguyenna9904@gmail.com" userId="55ededb00bfa6f4a" providerId="LiveId" clId="{0FB6993C-DB48-495E-90C2-52FE2C1E856E}" dt="2025-03-12T06:26:51.115" v="2056" actId="1076"/>
          <ac:picMkLst>
            <pc:docMk/>
            <pc:sldMk cId="2641632028" sldId="271"/>
            <ac:picMk id="6" creationId="{59AE2929-5108-C92D-B19C-E637B847A59C}"/>
          </ac:picMkLst>
        </pc:picChg>
        <pc:picChg chg="add mod">
          <ac:chgData name="nguyenna9904@gmail.com" userId="55ededb00bfa6f4a" providerId="LiveId" clId="{0FB6993C-DB48-495E-90C2-52FE2C1E856E}" dt="2025-03-12T07:23:32.136" v="2147" actId="1076"/>
          <ac:picMkLst>
            <pc:docMk/>
            <pc:sldMk cId="2641632028" sldId="271"/>
            <ac:picMk id="7" creationId="{64E8FCEB-C86D-7CFC-BAF0-F91BC05976F7}"/>
          </ac:picMkLst>
        </pc:picChg>
        <pc:picChg chg="del">
          <ac:chgData name="nguyenna9904@gmail.com" userId="55ededb00bfa6f4a" providerId="LiveId" clId="{0FB6993C-DB48-495E-90C2-52FE2C1E856E}" dt="2025-03-12T07:22:23.997" v="2138" actId="478"/>
          <ac:picMkLst>
            <pc:docMk/>
            <pc:sldMk cId="2641632028" sldId="271"/>
            <ac:picMk id="11" creationId="{A2729535-7625-6397-E725-86356B3C06DD}"/>
          </ac:picMkLst>
        </pc:picChg>
      </pc:sldChg>
      <pc:sldChg chg="modSp mod modTransition modAnim modNotesTx">
        <pc:chgData name="nguyenna9904@gmail.com" userId="55ededb00bfa6f4a" providerId="LiveId" clId="{0FB6993C-DB48-495E-90C2-52FE2C1E856E}" dt="2025-03-12T07:18:34.712" v="2137" actId="20577"/>
        <pc:sldMkLst>
          <pc:docMk/>
          <pc:sldMk cId="1001882556" sldId="297"/>
        </pc:sldMkLst>
        <pc:spChg chg="mod">
          <ac:chgData name="nguyenna9904@gmail.com" userId="55ededb00bfa6f4a" providerId="LiveId" clId="{0FB6993C-DB48-495E-90C2-52FE2C1E856E}" dt="2025-03-11T14:55:38.045" v="1759" actId="1076"/>
          <ac:spMkLst>
            <pc:docMk/>
            <pc:sldMk cId="1001882556" sldId="297"/>
            <ac:spMk id="2" creationId="{55965F6F-E4BF-75C5-5D3B-E71CFFCAEA28}"/>
          </ac:spMkLst>
        </pc:spChg>
        <pc:spChg chg="mod">
          <ac:chgData name="nguyenna9904@gmail.com" userId="55ededb00bfa6f4a" providerId="LiveId" clId="{0FB6993C-DB48-495E-90C2-52FE2C1E856E}" dt="2025-03-11T14:55:41.615" v="1761" actId="1076"/>
          <ac:spMkLst>
            <pc:docMk/>
            <pc:sldMk cId="1001882556" sldId="297"/>
            <ac:spMk id="3" creationId="{C323FDB3-5B66-2576-C25D-54A703CBC1A8}"/>
          </ac:spMkLst>
        </pc:spChg>
        <pc:picChg chg="mod">
          <ac:chgData name="nguyenna9904@gmail.com" userId="55ededb00bfa6f4a" providerId="LiveId" clId="{0FB6993C-DB48-495E-90C2-52FE2C1E856E}" dt="2025-03-11T14:55:43.025" v="1762" actId="1076"/>
          <ac:picMkLst>
            <pc:docMk/>
            <pc:sldMk cId="1001882556" sldId="297"/>
            <ac:picMk id="7" creationId="{9D4F794B-1C23-D5F3-3A5B-3F8E2EDB064B}"/>
          </ac:picMkLst>
        </pc:picChg>
      </pc:sldChg>
      <pc:sldChg chg="modTransition modAnim modNotesTx">
        <pc:chgData name="nguyenna9904@gmail.com" userId="55ededb00bfa6f4a" providerId="LiveId" clId="{0FB6993C-DB48-495E-90C2-52FE2C1E856E}" dt="2025-03-11T15:01:32.241" v="1815"/>
        <pc:sldMkLst>
          <pc:docMk/>
          <pc:sldMk cId="3938792755" sldId="310"/>
        </pc:sldMkLst>
      </pc:sldChg>
      <pc:sldChg chg="modTransition modAnim">
        <pc:chgData name="nguyenna9904@gmail.com" userId="55ededb00bfa6f4a" providerId="LiveId" clId="{0FB6993C-DB48-495E-90C2-52FE2C1E856E}" dt="2025-03-11T15:07:04.264" v="1839"/>
        <pc:sldMkLst>
          <pc:docMk/>
          <pc:sldMk cId="2837300402" sldId="311"/>
        </pc:sldMkLst>
      </pc:sldChg>
      <pc:sldChg chg="modSp mod modTransition modAnim modNotesTx">
        <pc:chgData name="nguyenna9904@gmail.com" userId="55ededb00bfa6f4a" providerId="LiveId" clId="{0FB6993C-DB48-495E-90C2-52FE2C1E856E}" dt="2025-03-11T15:07:48.324" v="1850"/>
        <pc:sldMkLst>
          <pc:docMk/>
          <pc:sldMk cId="2377179040" sldId="312"/>
        </pc:sldMkLst>
        <pc:spChg chg="mod">
          <ac:chgData name="nguyenna9904@gmail.com" userId="55ededb00bfa6f4a" providerId="LiveId" clId="{0FB6993C-DB48-495E-90C2-52FE2C1E856E}" dt="2025-03-11T15:07:41.695" v="1848" actId="14100"/>
          <ac:spMkLst>
            <pc:docMk/>
            <pc:sldMk cId="2377179040" sldId="312"/>
            <ac:spMk id="10" creationId="{4FB83A19-959B-4666-550E-625167BFC99B}"/>
          </ac:spMkLst>
        </pc:spChg>
      </pc:sldChg>
      <pc:sldChg chg="modTransition modAnim modNotesTx">
        <pc:chgData name="nguyenna9904@gmail.com" userId="55ededb00bfa6f4a" providerId="LiveId" clId="{0FB6993C-DB48-495E-90C2-52FE2C1E856E}" dt="2025-03-11T15:09:45.962" v="1865"/>
        <pc:sldMkLst>
          <pc:docMk/>
          <pc:sldMk cId="2584004327" sldId="313"/>
        </pc:sldMkLst>
      </pc:sldChg>
      <pc:sldChg chg="modTransition modAnim modNotesTx">
        <pc:chgData name="nguyenna9904@gmail.com" userId="55ededb00bfa6f4a" providerId="LiveId" clId="{0FB6993C-DB48-495E-90C2-52FE2C1E856E}" dt="2025-03-11T15:11:42.968" v="1878"/>
        <pc:sldMkLst>
          <pc:docMk/>
          <pc:sldMk cId="4040797481" sldId="314"/>
        </pc:sldMkLst>
      </pc:sldChg>
      <pc:sldChg chg="modTransition modAnim modNotesTx">
        <pc:chgData name="nguyenna9904@gmail.com" userId="55ededb00bfa6f4a" providerId="LiveId" clId="{0FB6993C-DB48-495E-90C2-52FE2C1E856E}" dt="2025-03-11T15:12:25.203" v="1889"/>
        <pc:sldMkLst>
          <pc:docMk/>
          <pc:sldMk cId="492508818" sldId="315"/>
        </pc:sldMkLst>
      </pc:sldChg>
      <pc:sldChg chg="addSp delSp modSp mod modTransition modAnim modNotesTx">
        <pc:chgData name="nguyenna9904@gmail.com" userId="55ededb00bfa6f4a" providerId="LiveId" clId="{0FB6993C-DB48-495E-90C2-52FE2C1E856E}" dt="2025-03-11T15:14:36.049" v="1897"/>
        <pc:sldMkLst>
          <pc:docMk/>
          <pc:sldMk cId="3190494558" sldId="316"/>
        </pc:sldMkLst>
        <pc:spChg chg="add mod">
          <ac:chgData name="nguyenna9904@gmail.com" userId="55ededb00bfa6f4a" providerId="LiveId" clId="{0FB6993C-DB48-495E-90C2-52FE2C1E856E}" dt="2025-03-11T13:38:59.242" v="629" actId="2710"/>
          <ac:spMkLst>
            <pc:docMk/>
            <pc:sldMk cId="3190494558" sldId="316"/>
            <ac:spMk id="3" creationId="{134060F9-4E51-9400-7FB5-2142B0F9CC6E}"/>
          </ac:spMkLst>
        </pc:spChg>
        <pc:spChg chg="add del mod">
          <ac:chgData name="nguyenna9904@gmail.com" userId="55ededb00bfa6f4a" providerId="LiveId" clId="{0FB6993C-DB48-495E-90C2-52FE2C1E856E}" dt="2025-03-11T13:39:01.834" v="630" actId="2710"/>
          <ac:spMkLst>
            <pc:docMk/>
            <pc:sldMk cId="3190494558" sldId="316"/>
            <ac:spMk id="4" creationId="{F20D2D89-56F2-D257-067E-1259A4571CA7}"/>
          </ac:spMkLst>
        </pc:spChg>
        <pc:spChg chg="add">
          <ac:chgData name="nguyenna9904@gmail.com" userId="55ededb00bfa6f4a" providerId="LiveId" clId="{0FB6993C-DB48-495E-90C2-52FE2C1E856E}" dt="2025-03-11T14:07:37.333" v="1308"/>
          <ac:spMkLst>
            <pc:docMk/>
            <pc:sldMk cId="3190494558" sldId="316"/>
            <ac:spMk id="13" creationId="{555E047E-F85D-0041-A027-67F1EA268618}"/>
          </ac:spMkLst>
        </pc:spChg>
        <pc:picChg chg="add del mod">
          <ac:chgData name="nguyenna9904@gmail.com" userId="55ededb00bfa6f4a" providerId="LiveId" clId="{0FB6993C-DB48-495E-90C2-52FE2C1E856E}" dt="2025-03-11T13:24:10.513" v="101" actId="478"/>
          <ac:picMkLst>
            <pc:docMk/>
            <pc:sldMk cId="3190494558" sldId="316"/>
            <ac:picMk id="6" creationId="{C6FCEED4-BE6B-D281-A37B-5B2797BB36A6}"/>
          </ac:picMkLst>
        </pc:picChg>
        <pc:picChg chg="add del mod">
          <ac:chgData name="nguyenna9904@gmail.com" userId="55ededb00bfa6f4a" providerId="LiveId" clId="{0FB6993C-DB48-495E-90C2-52FE2C1E856E}" dt="2025-03-11T13:25:01.859" v="109" actId="478"/>
          <ac:picMkLst>
            <pc:docMk/>
            <pc:sldMk cId="3190494558" sldId="316"/>
            <ac:picMk id="8" creationId="{CC288CD4-D978-178B-C940-0A322758A0B3}"/>
          </ac:picMkLst>
        </pc:picChg>
        <pc:picChg chg="add mod">
          <ac:chgData name="nguyenna9904@gmail.com" userId="55ededb00bfa6f4a" providerId="LiveId" clId="{0FB6993C-DB48-495E-90C2-52FE2C1E856E}" dt="2025-03-11T13:27:48.793" v="135" actId="14100"/>
          <ac:picMkLst>
            <pc:docMk/>
            <pc:sldMk cId="3190494558" sldId="316"/>
            <ac:picMk id="10" creationId="{58B1C2C4-20FE-E9C1-5422-B077F42F1E9D}"/>
          </ac:picMkLst>
        </pc:picChg>
        <pc:picChg chg="add del mod">
          <ac:chgData name="nguyenna9904@gmail.com" userId="55ededb00bfa6f4a" providerId="LiveId" clId="{0FB6993C-DB48-495E-90C2-52FE2C1E856E}" dt="2025-03-11T13:27:34.335" v="125" actId="478"/>
          <ac:picMkLst>
            <pc:docMk/>
            <pc:sldMk cId="3190494558" sldId="316"/>
            <ac:picMk id="12" creationId="{0870D46D-9A89-695E-B166-A3F8AC21BFBE}"/>
          </ac:picMkLst>
        </pc:picChg>
      </pc:sldChg>
      <pc:sldChg chg="modSp mod modTransition modAnim">
        <pc:chgData name="nguyenna9904@gmail.com" userId="55ededb00bfa6f4a" providerId="LiveId" clId="{0FB6993C-DB48-495E-90C2-52FE2C1E856E}" dt="2025-03-11T15:41:29.132" v="2054"/>
        <pc:sldMkLst>
          <pc:docMk/>
          <pc:sldMk cId="2948622477" sldId="317"/>
        </pc:sldMkLst>
        <pc:spChg chg="mod">
          <ac:chgData name="nguyenna9904@gmail.com" userId="55ededb00bfa6f4a" providerId="LiveId" clId="{0FB6993C-DB48-495E-90C2-52FE2C1E856E}" dt="2025-03-11T13:12:31.754" v="0" actId="20577"/>
          <ac:spMkLst>
            <pc:docMk/>
            <pc:sldMk cId="2948622477" sldId="317"/>
            <ac:spMk id="209" creationId="{8CCBB988-FE59-49AB-42E5-2643007CC5B1}"/>
          </ac:spMkLst>
        </pc:spChg>
      </pc:sldChg>
      <pc:sldChg chg="modSp mod modTransition modAnim">
        <pc:chgData name="nguyenna9904@gmail.com" userId="55ededb00bfa6f4a" providerId="LiveId" clId="{0FB6993C-DB48-495E-90C2-52FE2C1E856E}" dt="2025-03-11T15:32:30.374" v="1991"/>
        <pc:sldMkLst>
          <pc:docMk/>
          <pc:sldMk cId="1802737026" sldId="318"/>
        </pc:sldMkLst>
        <pc:spChg chg="mod">
          <ac:chgData name="nguyenna9904@gmail.com" userId="55ededb00bfa6f4a" providerId="LiveId" clId="{0FB6993C-DB48-495E-90C2-52FE2C1E856E}" dt="2025-03-11T13:12:35.438" v="1" actId="20577"/>
          <ac:spMkLst>
            <pc:docMk/>
            <pc:sldMk cId="1802737026" sldId="318"/>
            <ac:spMk id="209" creationId="{09338ADB-BE63-32FC-480D-E26D11772AA4}"/>
          </ac:spMkLst>
        </pc:spChg>
      </pc:sldChg>
      <pc:sldChg chg="modSp mod modTransition modAnim">
        <pc:chgData name="nguyenna9904@gmail.com" userId="55ededb00bfa6f4a" providerId="LiveId" clId="{0FB6993C-DB48-495E-90C2-52FE2C1E856E}" dt="2025-03-11T15:32:52.261" v="1996"/>
        <pc:sldMkLst>
          <pc:docMk/>
          <pc:sldMk cId="262654736" sldId="319"/>
        </pc:sldMkLst>
        <pc:spChg chg="mod">
          <ac:chgData name="nguyenna9904@gmail.com" userId="55ededb00bfa6f4a" providerId="LiveId" clId="{0FB6993C-DB48-495E-90C2-52FE2C1E856E}" dt="2025-03-11T13:12:38.972" v="2" actId="20577"/>
          <ac:spMkLst>
            <pc:docMk/>
            <pc:sldMk cId="262654736" sldId="319"/>
            <ac:spMk id="209" creationId="{E05CC5E3-B7C4-10B4-5F3B-E670FC691A23}"/>
          </ac:spMkLst>
        </pc:spChg>
      </pc:sldChg>
      <pc:sldChg chg="modSp mod modTransition modAnim">
        <pc:chgData name="nguyenna9904@gmail.com" userId="55ededb00bfa6f4a" providerId="LiveId" clId="{0FB6993C-DB48-495E-90C2-52FE2C1E856E}" dt="2025-03-11T15:33:25.214" v="2004"/>
        <pc:sldMkLst>
          <pc:docMk/>
          <pc:sldMk cId="1251707536" sldId="320"/>
        </pc:sldMkLst>
        <pc:spChg chg="mod">
          <ac:chgData name="nguyenna9904@gmail.com" userId="55ededb00bfa6f4a" providerId="LiveId" clId="{0FB6993C-DB48-495E-90C2-52FE2C1E856E}" dt="2025-03-11T13:12:41.698" v="3" actId="20577"/>
          <ac:spMkLst>
            <pc:docMk/>
            <pc:sldMk cId="1251707536" sldId="320"/>
            <ac:spMk id="209" creationId="{089EDBAD-75A1-A265-65EA-7C4082F12375}"/>
          </ac:spMkLst>
        </pc:spChg>
      </pc:sldChg>
      <pc:sldChg chg="modSp mod modTransition modAnim">
        <pc:chgData name="nguyenna9904@gmail.com" userId="55ededb00bfa6f4a" providerId="LiveId" clId="{0FB6993C-DB48-495E-90C2-52FE2C1E856E}" dt="2025-03-11T15:33:50.530" v="2007"/>
        <pc:sldMkLst>
          <pc:docMk/>
          <pc:sldMk cId="2462543188" sldId="321"/>
        </pc:sldMkLst>
        <pc:spChg chg="mod">
          <ac:chgData name="nguyenna9904@gmail.com" userId="55ededb00bfa6f4a" providerId="LiveId" clId="{0FB6993C-DB48-495E-90C2-52FE2C1E856E}" dt="2025-03-11T13:12:44.807" v="4" actId="20577"/>
          <ac:spMkLst>
            <pc:docMk/>
            <pc:sldMk cId="2462543188" sldId="321"/>
            <ac:spMk id="209" creationId="{7A7EAA5B-6DF5-6CC6-DE85-9ACB628D2554}"/>
          </ac:spMkLst>
        </pc:spChg>
      </pc:sldChg>
      <pc:sldChg chg="modSp mod modTransition modAnim">
        <pc:chgData name="nguyenna9904@gmail.com" userId="55ededb00bfa6f4a" providerId="LiveId" clId="{0FB6993C-DB48-495E-90C2-52FE2C1E856E}" dt="2025-03-11T15:34:05.391" v="2011"/>
        <pc:sldMkLst>
          <pc:docMk/>
          <pc:sldMk cId="3156380423" sldId="322"/>
        </pc:sldMkLst>
        <pc:spChg chg="mod">
          <ac:chgData name="nguyenna9904@gmail.com" userId="55ededb00bfa6f4a" providerId="LiveId" clId="{0FB6993C-DB48-495E-90C2-52FE2C1E856E}" dt="2025-03-11T13:12:48.377" v="5" actId="20577"/>
          <ac:spMkLst>
            <pc:docMk/>
            <pc:sldMk cId="3156380423" sldId="322"/>
            <ac:spMk id="209" creationId="{8F13E1F3-A737-EACA-427F-D71AC9631826}"/>
          </ac:spMkLst>
        </pc:spChg>
      </pc:sldChg>
      <pc:sldChg chg="modSp mod modTransition modAnim">
        <pc:chgData name="nguyenna9904@gmail.com" userId="55ededb00bfa6f4a" providerId="LiveId" clId="{0FB6993C-DB48-495E-90C2-52FE2C1E856E}" dt="2025-03-11T15:34:44.438" v="2020"/>
        <pc:sldMkLst>
          <pc:docMk/>
          <pc:sldMk cId="4169461128" sldId="323"/>
        </pc:sldMkLst>
        <pc:spChg chg="mod">
          <ac:chgData name="nguyenna9904@gmail.com" userId="55ededb00bfa6f4a" providerId="LiveId" clId="{0FB6993C-DB48-495E-90C2-52FE2C1E856E}" dt="2025-03-11T13:12:57.161" v="6" actId="20577"/>
          <ac:spMkLst>
            <pc:docMk/>
            <pc:sldMk cId="4169461128" sldId="323"/>
            <ac:spMk id="209" creationId="{1BD987FE-A426-6E3C-31BD-ECBA7F31ED0B}"/>
          </ac:spMkLst>
        </pc:spChg>
      </pc:sldChg>
      <pc:sldChg chg="modSp mod modTransition modAnim">
        <pc:chgData name="nguyenna9904@gmail.com" userId="55ededb00bfa6f4a" providerId="LiveId" clId="{0FB6993C-DB48-495E-90C2-52FE2C1E856E}" dt="2025-03-11T15:35:29.825" v="2026"/>
        <pc:sldMkLst>
          <pc:docMk/>
          <pc:sldMk cId="2839792385" sldId="324"/>
        </pc:sldMkLst>
        <pc:spChg chg="mod">
          <ac:chgData name="nguyenna9904@gmail.com" userId="55ededb00bfa6f4a" providerId="LiveId" clId="{0FB6993C-DB48-495E-90C2-52FE2C1E856E}" dt="2025-03-11T13:13:01.051" v="7" actId="20577"/>
          <ac:spMkLst>
            <pc:docMk/>
            <pc:sldMk cId="2839792385" sldId="324"/>
            <ac:spMk id="209" creationId="{B9510182-8604-DBF9-959A-BD2C58FCE6D7}"/>
          </ac:spMkLst>
        </pc:spChg>
      </pc:sldChg>
      <pc:sldChg chg="modSp mod modTransition modAnim">
        <pc:chgData name="nguyenna9904@gmail.com" userId="55ededb00bfa6f4a" providerId="LiveId" clId="{0FB6993C-DB48-495E-90C2-52FE2C1E856E}" dt="2025-03-11T15:35:50.968" v="2029"/>
        <pc:sldMkLst>
          <pc:docMk/>
          <pc:sldMk cId="681202302" sldId="325"/>
        </pc:sldMkLst>
        <pc:spChg chg="mod">
          <ac:chgData name="nguyenna9904@gmail.com" userId="55ededb00bfa6f4a" providerId="LiveId" clId="{0FB6993C-DB48-495E-90C2-52FE2C1E856E}" dt="2025-03-11T13:13:04.757" v="8" actId="20577"/>
          <ac:spMkLst>
            <pc:docMk/>
            <pc:sldMk cId="681202302" sldId="325"/>
            <ac:spMk id="209" creationId="{EA660EC3-2896-0B2D-7170-2A68BACF71ED}"/>
          </ac:spMkLst>
        </pc:spChg>
      </pc:sldChg>
      <pc:sldChg chg="modSp mod modTransition modAnim">
        <pc:chgData name="nguyenna9904@gmail.com" userId="55ededb00bfa6f4a" providerId="LiveId" clId="{0FB6993C-DB48-495E-90C2-52FE2C1E856E}" dt="2025-03-11T15:36:01.780" v="2032"/>
        <pc:sldMkLst>
          <pc:docMk/>
          <pc:sldMk cId="3118880236" sldId="326"/>
        </pc:sldMkLst>
        <pc:spChg chg="mod">
          <ac:chgData name="nguyenna9904@gmail.com" userId="55ededb00bfa6f4a" providerId="LiveId" clId="{0FB6993C-DB48-495E-90C2-52FE2C1E856E}" dt="2025-03-11T13:13:10.956" v="9" actId="20577"/>
          <ac:spMkLst>
            <pc:docMk/>
            <pc:sldMk cId="3118880236" sldId="326"/>
            <ac:spMk id="209" creationId="{6B0B1CBB-1F25-BFD4-D86B-B673B62C9E5F}"/>
          </ac:spMkLst>
        </pc:spChg>
      </pc:sldChg>
      <pc:sldChg chg="modSp mod modTransition modAnim">
        <pc:chgData name="nguyenna9904@gmail.com" userId="55ededb00bfa6f4a" providerId="LiveId" clId="{0FB6993C-DB48-495E-90C2-52FE2C1E856E}" dt="2025-03-11T15:37:05.097" v="2042"/>
        <pc:sldMkLst>
          <pc:docMk/>
          <pc:sldMk cId="2870817921" sldId="327"/>
        </pc:sldMkLst>
        <pc:spChg chg="mod">
          <ac:chgData name="nguyenna9904@gmail.com" userId="55ededb00bfa6f4a" providerId="LiveId" clId="{0FB6993C-DB48-495E-90C2-52FE2C1E856E}" dt="2025-03-11T13:13:16.926" v="10" actId="20577"/>
          <ac:spMkLst>
            <pc:docMk/>
            <pc:sldMk cId="2870817921" sldId="327"/>
            <ac:spMk id="209" creationId="{9A34E3E9-CB38-7352-2A1C-27726B14ED65}"/>
          </ac:spMkLst>
        </pc:spChg>
      </pc:sldChg>
      <pc:sldChg chg="modSp mod modTransition modAnim">
        <pc:chgData name="nguyenna9904@gmail.com" userId="55ededb00bfa6f4a" providerId="LiveId" clId="{0FB6993C-DB48-495E-90C2-52FE2C1E856E}" dt="2025-03-11T15:38:22.818" v="2045"/>
        <pc:sldMkLst>
          <pc:docMk/>
          <pc:sldMk cId="1615916471" sldId="328"/>
        </pc:sldMkLst>
        <pc:spChg chg="mod">
          <ac:chgData name="nguyenna9904@gmail.com" userId="55ededb00bfa6f4a" providerId="LiveId" clId="{0FB6993C-DB48-495E-90C2-52FE2C1E856E}" dt="2025-03-11T13:13:20.896" v="11" actId="20577"/>
          <ac:spMkLst>
            <pc:docMk/>
            <pc:sldMk cId="1615916471" sldId="328"/>
            <ac:spMk id="209" creationId="{E22D5734-51B1-B880-D3F1-0188C51CB343}"/>
          </ac:spMkLst>
        </pc:spChg>
      </pc:sldChg>
      <pc:sldChg chg="modSp mod modTransition modAnim">
        <pc:chgData name="nguyenna9904@gmail.com" userId="55ededb00bfa6f4a" providerId="LiveId" clId="{0FB6993C-DB48-495E-90C2-52FE2C1E856E}" dt="2025-03-11T15:38:33.678" v="2048"/>
        <pc:sldMkLst>
          <pc:docMk/>
          <pc:sldMk cId="778388680" sldId="329"/>
        </pc:sldMkLst>
        <pc:spChg chg="mod">
          <ac:chgData name="nguyenna9904@gmail.com" userId="55ededb00bfa6f4a" providerId="LiveId" clId="{0FB6993C-DB48-495E-90C2-52FE2C1E856E}" dt="2025-03-11T13:13:24.875" v="12" actId="20577"/>
          <ac:spMkLst>
            <pc:docMk/>
            <pc:sldMk cId="778388680" sldId="329"/>
            <ac:spMk id="209" creationId="{53A29621-7E70-4988-5E00-470DA2993BDD}"/>
          </ac:spMkLst>
        </pc:spChg>
      </pc:sldChg>
      <pc:sldChg chg="addSp delSp modSp add mod modTransition modAnim modNotesTx">
        <pc:chgData name="nguyenna9904@gmail.com" userId="55ededb00bfa6f4a" providerId="LiveId" clId="{0FB6993C-DB48-495E-90C2-52FE2C1E856E}" dt="2025-03-11T15:14:55.744" v="1903"/>
        <pc:sldMkLst>
          <pc:docMk/>
          <pc:sldMk cId="3810944637" sldId="330"/>
        </pc:sldMkLst>
        <pc:spChg chg="del">
          <ac:chgData name="nguyenna9904@gmail.com" userId="55ededb00bfa6f4a" providerId="LiveId" clId="{0FB6993C-DB48-495E-90C2-52FE2C1E856E}" dt="2025-03-11T13:28:42.850" v="142" actId="478"/>
          <ac:spMkLst>
            <pc:docMk/>
            <pc:sldMk cId="3810944637" sldId="330"/>
            <ac:spMk id="3" creationId="{38BD3BF1-B9B9-F883-8939-7DABEB73F406}"/>
          </ac:spMkLst>
        </pc:spChg>
        <pc:spChg chg="mod">
          <ac:chgData name="nguyenna9904@gmail.com" userId="55ededb00bfa6f4a" providerId="LiveId" clId="{0FB6993C-DB48-495E-90C2-52FE2C1E856E}" dt="2025-03-11T13:38:53.824" v="628" actId="2710"/>
          <ac:spMkLst>
            <pc:docMk/>
            <pc:sldMk cId="3810944637" sldId="330"/>
            <ac:spMk id="4" creationId="{55D8B07B-23E6-000F-45C5-2D8B57542B49}"/>
          </ac:spMkLst>
        </pc:spChg>
        <pc:picChg chg="add mod">
          <ac:chgData name="nguyenna9904@gmail.com" userId="55ededb00bfa6f4a" providerId="LiveId" clId="{0FB6993C-DB48-495E-90C2-52FE2C1E856E}" dt="2025-03-11T13:29:47.412" v="202" actId="1076"/>
          <ac:picMkLst>
            <pc:docMk/>
            <pc:sldMk cId="3810944637" sldId="330"/>
            <ac:picMk id="5" creationId="{393E96C6-EDD9-1FBD-484A-12993C98E8B8}"/>
          </ac:picMkLst>
        </pc:picChg>
      </pc:sldChg>
      <pc:sldChg chg="addSp delSp modSp add mod modTransition modAnim modNotesTx">
        <pc:chgData name="nguyenna9904@gmail.com" userId="55ededb00bfa6f4a" providerId="LiveId" clId="{0FB6993C-DB48-495E-90C2-52FE2C1E856E}" dt="2025-03-11T15:17:13.272" v="1913"/>
        <pc:sldMkLst>
          <pc:docMk/>
          <pc:sldMk cId="2972801682" sldId="331"/>
        </pc:sldMkLst>
        <pc:spChg chg="mod">
          <ac:chgData name="nguyenna9904@gmail.com" userId="55ededb00bfa6f4a" providerId="LiveId" clId="{0FB6993C-DB48-495E-90C2-52FE2C1E856E}" dt="2025-03-11T13:38:47.380" v="627" actId="2710"/>
          <ac:spMkLst>
            <pc:docMk/>
            <pc:sldMk cId="2972801682" sldId="331"/>
            <ac:spMk id="3" creationId="{0843C79C-B44A-5FBA-A3C3-F560EEC75B60}"/>
          </ac:spMkLst>
        </pc:spChg>
        <pc:spChg chg="del">
          <ac:chgData name="nguyenna9904@gmail.com" userId="55ededb00bfa6f4a" providerId="LiveId" clId="{0FB6993C-DB48-495E-90C2-52FE2C1E856E}" dt="2025-03-11T13:29:51.385" v="203" actId="478"/>
          <ac:spMkLst>
            <pc:docMk/>
            <pc:sldMk cId="2972801682" sldId="331"/>
            <ac:spMk id="4" creationId="{9CA6BCD8-5135-61D2-D041-CB674F08D1FB}"/>
          </ac:spMkLst>
        </pc:spChg>
        <pc:spChg chg="add mod">
          <ac:chgData name="nguyenna9904@gmail.com" userId="55ededb00bfa6f4a" providerId="LiveId" clId="{0FB6993C-DB48-495E-90C2-52FE2C1E856E}" dt="2025-03-11T13:38:42.344" v="626" actId="1076"/>
          <ac:spMkLst>
            <pc:docMk/>
            <pc:sldMk cId="2972801682" sldId="331"/>
            <ac:spMk id="11" creationId="{3FFE25E9-C7B5-49DD-EB7B-CE4C2E2F2ADE}"/>
          </ac:spMkLst>
        </pc:spChg>
        <pc:picChg chg="add del mod">
          <ac:chgData name="nguyenna9904@gmail.com" userId="55ededb00bfa6f4a" providerId="LiveId" clId="{0FB6993C-DB48-495E-90C2-52FE2C1E856E}" dt="2025-03-11T13:30:52.874" v="275" actId="478"/>
          <ac:picMkLst>
            <pc:docMk/>
            <pc:sldMk cId="2972801682" sldId="331"/>
            <ac:picMk id="6" creationId="{72CB7CF5-4068-E580-FDCF-1F285B0CEE28}"/>
          </ac:picMkLst>
        </pc:picChg>
        <pc:picChg chg="add mod">
          <ac:chgData name="nguyenna9904@gmail.com" userId="55ededb00bfa6f4a" providerId="LiveId" clId="{0FB6993C-DB48-495E-90C2-52FE2C1E856E}" dt="2025-03-11T13:32:13.896" v="359" actId="1076"/>
          <ac:picMkLst>
            <pc:docMk/>
            <pc:sldMk cId="2972801682" sldId="331"/>
            <ac:picMk id="8" creationId="{A6390E90-AF56-8619-8873-BF0F9157FFFE}"/>
          </ac:picMkLst>
        </pc:picChg>
        <pc:picChg chg="add mod">
          <ac:chgData name="nguyenna9904@gmail.com" userId="55ededb00bfa6f4a" providerId="LiveId" clId="{0FB6993C-DB48-495E-90C2-52FE2C1E856E}" dt="2025-03-11T13:31:33.167" v="290" actId="1076"/>
          <ac:picMkLst>
            <pc:docMk/>
            <pc:sldMk cId="2972801682" sldId="331"/>
            <ac:picMk id="10" creationId="{B3763BD7-C598-4205-D76C-BF3D4A40CE9E}"/>
          </ac:picMkLst>
        </pc:picChg>
      </pc:sldChg>
      <pc:sldChg chg="addSp delSp modSp add mod modTransition modAnim modNotesTx">
        <pc:chgData name="nguyenna9904@gmail.com" userId="55ededb00bfa6f4a" providerId="LiveId" clId="{0FB6993C-DB48-495E-90C2-52FE2C1E856E}" dt="2025-03-11T15:17:29.503" v="1917"/>
        <pc:sldMkLst>
          <pc:docMk/>
          <pc:sldMk cId="399106376" sldId="332"/>
        </pc:sldMkLst>
        <pc:spChg chg="mod">
          <ac:chgData name="nguyenna9904@gmail.com" userId="55ededb00bfa6f4a" providerId="LiveId" clId="{0FB6993C-DB48-495E-90C2-52FE2C1E856E}" dt="2025-03-11T13:39:24.406" v="631" actId="2710"/>
          <ac:spMkLst>
            <pc:docMk/>
            <pc:sldMk cId="399106376" sldId="332"/>
            <ac:spMk id="3" creationId="{5E606002-683F-15E9-4903-E9BB7A3A6964}"/>
          </ac:spMkLst>
        </pc:spChg>
        <pc:spChg chg="del mod">
          <ac:chgData name="nguyenna9904@gmail.com" userId="55ededb00bfa6f4a" providerId="LiveId" clId="{0FB6993C-DB48-495E-90C2-52FE2C1E856E}" dt="2025-03-11T13:33:20.829" v="410" actId="478"/>
          <ac:spMkLst>
            <pc:docMk/>
            <pc:sldMk cId="399106376" sldId="332"/>
            <ac:spMk id="4" creationId="{275FFDBF-4722-CBB3-7F67-69274569B8A2}"/>
          </ac:spMkLst>
        </pc:spChg>
        <pc:picChg chg="add mod">
          <ac:chgData name="nguyenna9904@gmail.com" userId="55ededb00bfa6f4a" providerId="LiveId" clId="{0FB6993C-DB48-495E-90C2-52FE2C1E856E}" dt="2025-03-11T13:35:11.090" v="533" actId="1076"/>
          <ac:picMkLst>
            <pc:docMk/>
            <pc:sldMk cId="399106376" sldId="332"/>
            <ac:picMk id="5" creationId="{04398E25-AB6D-E61C-5F6C-C1D7BA46113E}"/>
          </ac:picMkLst>
        </pc:picChg>
      </pc:sldChg>
      <pc:sldChg chg="addSp delSp modSp add mod modTransition modAnim modNotesTx">
        <pc:chgData name="nguyenna9904@gmail.com" userId="55ededb00bfa6f4a" providerId="LiveId" clId="{0FB6993C-DB48-495E-90C2-52FE2C1E856E}" dt="2025-03-11T15:17:46.912" v="1922"/>
        <pc:sldMkLst>
          <pc:docMk/>
          <pc:sldMk cId="972178534" sldId="333"/>
        </pc:sldMkLst>
        <pc:spChg chg="mod">
          <ac:chgData name="nguyenna9904@gmail.com" userId="55ededb00bfa6f4a" providerId="LiveId" clId="{0FB6993C-DB48-495E-90C2-52FE2C1E856E}" dt="2025-03-11T13:39:54.203" v="632" actId="2710"/>
          <ac:spMkLst>
            <pc:docMk/>
            <pc:sldMk cId="972178534" sldId="333"/>
            <ac:spMk id="3" creationId="{8CA760CF-6B79-8447-F8BA-E671AED93735}"/>
          </ac:spMkLst>
        </pc:spChg>
        <pc:picChg chg="add mod">
          <ac:chgData name="nguyenna9904@gmail.com" userId="55ededb00bfa6f4a" providerId="LiveId" clId="{0FB6993C-DB48-495E-90C2-52FE2C1E856E}" dt="2025-03-11T13:35:59.132" v="551" actId="14100"/>
          <ac:picMkLst>
            <pc:docMk/>
            <pc:sldMk cId="972178534" sldId="333"/>
            <ac:picMk id="4" creationId="{6D57A191-C438-C51F-25D6-5F2E01EB4E07}"/>
          </ac:picMkLst>
        </pc:picChg>
        <pc:picChg chg="del">
          <ac:chgData name="nguyenna9904@gmail.com" userId="55ededb00bfa6f4a" providerId="LiveId" clId="{0FB6993C-DB48-495E-90C2-52FE2C1E856E}" dt="2025-03-11T13:35:26.503" v="535" actId="478"/>
          <ac:picMkLst>
            <pc:docMk/>
            <pc:sldMk cId="972178534" sldId="333"/>
            <ac:picMk id="5" creationId="{6820E20C-DBC4-8AC8-0C75-228E6B610B4D}"/>
          </ac:picMkLst>
        </pc:picChg>
      </pc:sldChg>
      <pc:sldChg chg="add del">
        <pc:chgData name="nguyenna9904@gmail.com" userId="55ededb00bfa6f4a" providerId="LiveId" clId="{0FB6993C-DB48-495E-90C2-52FE2C1E856E}" dt="2025-03-11T13:36:15.967" v="553" actId="2890"/>
        <pc:sldMkLst>
          <pc:docMk/>
          <pc:sldMk cId="549132710" sldId="334"/>
        </pc:sldMkLst>
      </pc:sldChg>
      <pc:sldChg chg="addSp delSp modSp add mod modTransition delAnim modAnim modNotesTx">
        <pc:chgData name="nguyenna9904@gmail.com" userId="55ededb00bfa6f4a" providerId="LiveId" clId="{0FB6993C-DB48-495E-90C2-52FE2C1E856E}" dt="2025-03-12T06:31:55.095" v="2128" actId="1076"/>
        <pc:sldMkLst>
          <pc:docMk/>
          <pc:sldMk cId="3271122280" sldId="334"/>
        </pc:sldMkLst>
        <pc:spChg chg="mod">
          <ac:chgData name="nguyenna9904@gmail.com" userId="55ededb00bfa6f4a" providerId="LiveId" clId="{0FB6993C-DB48-495E-90C2-52FE2C1E856E}" dt="2025-03-11T13:40:05.467" v="633" actId="2710"/>
          <ac:spMkLst>
            <pc:docMk/>
            <pc:sldMk cId="3271122280" sldId="334"/>
            <ac:spMk id="3" creationId="{1B62ED67-28A0-82CC-4B0E-7DD3BC1BA1A2}"/>
          </ac:spMkLst>
        </pc:spChg>
        <pc:spChg chg="add mod">
          <ac:chgData name="nguyenna9904@gmail.com" userId="55ededb00bfa6f4a" providerId="LiveId" clId="{0FB6993C-DB48-495E-90C2-52FE2C1E856E}" dt="2025-03-12T06:31:55.095" v="2128" actId="1076"/>
          <ac:spMkLst>
            <pc:docMk/>
            <pc:sldMk cId="3271122280" sldId="334"/>
            <ac:spMk id="4" creationId="{E6504087-ACE0-49DC-E70D-B983B7FAFEA0}"/>
          </ac:spMkLst>
        </pc:spChg>
        <pc:spChg chg="add del mod">
          <ac:chgData name="nguyenna9904@gmail.com" userId="55ededb00bfa6f4a" providerId="LiveId" clId="{0FB6993C-DB48-495E-90C2-52FE2C1E856E}" dt="2025-03-12T06:30:31.620" v="2119" actId="478"/>
          <ac:spMkLst>
            <pc:docMk/>
            <pc:sldMk cId="3271122280" sldId="334"/>
            <ac:spMk id="15" creationId="{ADF670FA-DE00-9E84-82A0-C005ECCDA756}"/>
          </ac:spMkLst>
        </pc:spChg>
        <pc:spChg chg="add del mod">
          <ac:chgData name="nguyenna9904@gmail.com" userId="55ededb00bfa6f4a" providerId="LiveId" clId="{0FB6993C-DB48-495E-90C2-52FE2C1E856E}" dt="2025-03-11T13:48:29.205" v="765"/>
          <ac:spMkLst>
            <pc:docMk/>
            <pc:sldMk cId="3271122280" sldId="334"/>
            <ac:spMk id="16" creationId="{089A9CB2-FEDA-8539-9589-202158CB4684}"/>
          </ac:spMkLst>
        </pc:spChg>
        <pc:spChg chg="add">
          <ac:chgData name="nguyenna9904@gmail.com" userId="55ededb00bfa6f4a" providerId="LiveId" clId="{0FB6993C-DB48-495E-90C2-52FE2C1E856E}" dt="2025-03-11T13:48:24.509" v="763"/>
          <ac:spMkLst>
            <pc:docMk/>
            <pc:sldMk cId="3271122280" sldId="334"/>
            <ac:spMk id="17" creationId="{4C86024A-8AE7-A374-AE41-5EF37D5E55E3}"/>
          </ac:spMkLst>
        </pc:spChg>
        <pc:spChg chg="add mod">
          <ac:chgData name="nguyenna9904@gmail.com" userId="55ededb00bfa6f4a" providerId="LiveId" clId="{0FB6993C-DB48-495E-90C2-52FE2C1E856E}" dt="2025-03-11T13:53:34.797" v="840" actId="1076"/>
          <ac:spMkLst>
            <pc:docMk/>
            <pc:sldMk cId="3271122280" sldId="334"/>
            <ac:spMk id="18" creationId="{A7207C1F-6692-2C9D-EE76-9CCA7F790C9A}"/>
          </ac:spMkLst>
        </pc:spChg>
        <pc:spChg chg="add">
          <ac:chgData name="nguyenna9904@gmail.com" userId="55ededb00bfa6f4a" providerId="LiveId" clId="{0FB6993C-DB48-495E-90C2-52FE2C1E856E}" dt="2025-03-11T13:48:36.101" v="769"/>
          <ac:spMkLst>
            <pc:docMk/>
            <pc:sldMk cId="3271122280" sldId="334"/>
            <ac:spMk id="19" creationId="{5FDB3573-04CD-D9CE-FC6B-FE9932149332}"/>
          </ac:spMkLst>
        </pc:spChg>
        <pc:picChg chg="del">
          <ac:chgData name="nguyenna9904@gmail.com" userId="55ededb00bfa6f4a" providerId="LiveId" clId="{0FB6993C-DB48-495E-90C2-52FE2C1E856E}" dt="2025-03-11T13:36:27.153" v="555" actId="478"/>
          <ac:picMkLst>
            <pc:docMk/>
            <pc:sldMk cId="3271122280" sldId="334"/>
            <ac:picMk id="4" creationId="{3AB3925C-434D-EF0C-87A9-0B8BB08E9B8D}"/>
          </ac:picMkLst>
        </pc:picChg>
        <pc:picChg chg="add del mod">
          <ac:chgData name="nguyenna9904@gmail.com" userId="55ededb00bfa6f4a" providerId="LiveId" clId="{0FB6993C-DB48-495E-90C2-52FE2C1E856E}" dt="2025-03-11T13:38:00.657" v="618" actId="478"/>
          <ac:picMkLst>
            <pc:docMk/>
            <pc:sldMk cId="3271122280" sldId="334"/>
            <ac:picMk id="5" creationId="{5370F02E-2A93-EA00-DB54-6432BB5E74B7}"/>
          </ac:picMkLst>
        </pc:picChg>
        <pc:picChg chg="add mod">
          <ac:chgData name="nguyenna9904@gmail.com" userId="55ededb00bfa6f4a" providerId="LiveId" clId="{0FB6993C-DB48-495E-90C2-52FE2C1E856E}" dt="2025-03-11T13:38:16.517" v="622"/>
          <ac:picMkLst>
            <pc:docMk/>
            <pc:sldMk cId="3271122280" sldId="334"/>
            <ac:picMk id="6" creationId="{397C3FA6-0A99-FB82-9D22-C20B967A8CEE}"/>
          </ac:picMkLst>
        </pc:picChg>
        <pc:picChg chg="add del mod">
          <ac:chgData name="nguyenna9904@gmail.com" userId="55ededb00bfa6f4a" providerId="LiveId" clId="{0FB6993C-DB48-495E-90C2-52FE2C1E856E}" dt="2025-03-11T13:41:32.939" v="641" actId="478"/>
          <ac:picMkLst>
            <pc:docMk/>
            <pc:sldMk cId="3271122280" sldId="334"/>
            <ac:picMk id="8" creationId="{CE0DCC8A-70F6-C072-60E2-712E09448481}"/>
          </ac:picMkLst>
        </pc:picChg>
        <pc:picChg chg="add del mod">
          <ac:chgData name="nguyenna9904@gmail.com" userId="55ededb00bfa6f4a" providerId="LiveId" clId="{0FB6993C-DB48-495E-90C2-52FE2C1E856E}" dt="2025-03-11T13:41:33.574" v="642" actId="478"/>
          <ac:picMkLst>
            <pc:docMk/>
            <pc:sldMk cId="3271122280" sldId="334"/>
            <ac:picMk id="10" creationId="{9CC525FE-A657-3B22-AFB5-CD8608A21025}"/>
          </ac:picMkLst>
        </pc:picChg>
        <pc:picChg chg="add del mod">
          <ac:chgData name="nguyenna9904@gmail.com" userId="55ededb00bfa6f4a" providerId="LiveId" clId="{0FB6993C-DB48-495E-90C2-52FE2C1E856E}" dt="2025-03-11T13:50:44.474" v="820" actId="478"/>
          <ac:picMkLst>
            <pc:docMk/>
            <pc:sldMk cId="3271122280" sldId="334"/>
            <ac:picMk id="12" creationId="{052713B9-63E0-6EF5-3FB0-1B91C8EE50AB}"/>
          </ac:picMkLst>
        </pc:picChg>
        <pc:picChg chg="add del mod">
          <ac:chgData name="nguyenna9904@gmail.com" userId="55ededb00bfa6f4a" providerId="LiveId" clId="{0FB6993C-DB48-495E-90C2-52FE2C1E856E}" dt="2025-03-11T13:50:43.412" v="819" actId="478"/>
          <ac:picMkLst>
            <pc:docMk/>
            <pc:sldMk cId="3271122280" sldId="334"/>
            <ac:picMk id="14" creationId="{B46559E3-25F3-04B3-3330-CF6212FDA98B}"/>
          </ac:picMkLst>
        </pc:picChg>
        <pc:picChg chg="add mod">
          <ac:chgData name="nguyenna9904@gmail.com" userId="55ededb00bfa6f4a" providerId="LiveId" clId="{0FB6993C-DB48-495E-90C2-52FE2C1E856E}" dt="2025-03-11T15:19:04.213" v="1928" actId="1076"/>
          <ac:picMkLst>
            <pc:docMk/>
            <pc:sldMk cId="3271122280" sldId="334"/>
            <ac:picMk id="21" creationId="{F970FD9C-33CC-4B82-DED0-63F9B5C040E8}"/>
          </ac:picMkLst>
        </pc:picChg>
        <pc:picChg chg="add del">
          <ac:chgData name="nguyenna9904@gmail.com" userId="55ededb00bfa6f4a" providerId="LiveId" clId="{0FB6993C-DB48-495E-90C2-52FE2C1E856E}" dt="2025-03-11T13:53:27.664" v="837" actId="478"/>
          <ac:picMkLst>
            <pc:docMk/>
            <pc:sldMk cId="3271122280" sldId="334"/>
            <ac:picMk id="23" creationId="{D7EE2152-18DF-9C97-D687-CDB07CBB82DA}"/>
          </ac:picMkLst>
        </pc:picChg>
      </pc:sldChg>
      <pc:sldChg chg="addSp modSp add mod ord modTransition modAnim modNotesTx">
        <pc:chgData name="nguyenna9904@gmail.com" userId="55ededb00bfa6f4a" providerId="LiveId" clId="{0FB6993C-DB48-495E-90C2-52FE2C1E856E}" dt="2025-03-12T06:32:31.274" v="2131" actId="1076"/>
        <pc:sldMkLst>
          <pc:docMk/>
          <pc:sldMk cId="93589048" sldId="335"/>
        </pc:sldMkLst>
        <pc:spChg chg="mod">
          <ac:chgData name="nguyenna9904@gmail.com" userId="55ededb00bfa6f4a" providerId="LiveId" clId="{0FB6993C-DB48-495E-90C2-52FE2C1E856E}" dt="2025-03-11T14:00:25.928" v="1201" actId="1076"/>
          <ac:spMkLst>
            <pc:docMk/>
            <pc:sldMk cId="93589048" sldId="335"/>
            <ac:spMk id="3" creationId="{1BF81238-9C9F-BFD4-2889-728AC37369EE}"/>
          </ac:spMkLst>
        </pc:spChg>
        <pc:spChg chg="add mod">
          <ac:chgData name="nguyenna9904@gmail.com" userId="55ededb00bfa6f4a" providerId="LiveId" clId="{0FB6993C-DB48-495E-90C2-52FE2C1E856E}" dt="2025-03-11T14:00:32.228" v="1203" actId="2710"/>
          <ac:spMkLst>
            <pc:docMk/>
            <pc:sldMk cId="93589048" sldId="335"/>
            <ac:spMk id="4" creationId="{C9F79B8A-2FAD-9BA2-1D07-2BD9B210A62A}"/>
          </ac:spMkLst>
        </pc:spChg>
        <pc:picChg chg="mod">
          <ac:chgData name="nguyenna9904@gmail.com" userId="55ededb00bfa6f4a" providerId="LiveId" clId="{0FB6993C-DB48-495E-90C2-52FE2C1E856E}" dt="2025-03-11T13:59:24.780" v="1112" actId="1076"/>
          <ac:picMkLst>
            <pc:docMk/>
            <pc:sldMk cId="93589048" sldId="335"/>
            <ac:picMk id="8" creationId="{DD77BCE3-8AC6-EDEA-F8E4-78C93789158A}"/>
          </ac:picMkLst>
        </pc:picChg>
        <pc:picChg chg="mod">
          <ac:chgData name="nguyenna9904@gmail.com" userId="55ededb00bfa6f4a" providerId="LiveId" clId="{0FB6993C-DB48-495E-90C2-52FE2C1E856E}" dt="2025-03-12T06:32:31.274" v="2131" actId="1076"/>
          <ac:picMkLst>
            <pc:docMk/>
            <pc:sldMk cId="93589048" sldId="335"/>
            <ac:picMk id="10" creationId="{C4194759-F2AF-1BEB-1073-A881C24B6035}"/>
          </ac:picMkLst>
        </pc:picChg>
      </pc:sldChg>
      <pc:sldChg chg="addSp delSp modSp add mod modTransition modAnim modNotesTx">
        <pc:chgData name="nguyenna9904@gmail.com" userId="55ededb00bfa6f4a" providerId="LiveId" clId="{0FB6993C-DB48-495E-90C2-52FE2C1E856E}" dt="2025-03-11T15:30:46.723" v="1971"/>
        <pc:sldMkLst>
          <pc:docMk/>
          <pc:sldMk cId="3132760368" sldId="336"/>
        </pc:sldMkLst>
        <pc:spChg chg="mod">
          <ac:chgData name="nguyenna9904@gmail.com" userId="55ededb00bfa6f4a" providerId="LiveId" clId="{0FB6993C-DB48-495E-90C2-52FE2C1E856E}" dt="2025-03-11T14:22:50.118" v="1588" actId="1076"/>
          <ac:spMkLst>
            <pc:docMk/>
            <pc:sldMk cId="3132760368" sldId="336"/>
            <ac:spMk id="3" creationId="{B6BEFAF3-9518-DB31-2661-5B29ECBE6A3D}"/>
          </ac:spMkLst>
        </pc:spChg>
        <pc:spChg chg="add del mod">
          <ac:chgData name="nguyenna9904@gmail.com" userId="55ededb00bfa6f4a" providerId="LiveId" clId="{0FB6993C-DB48-495E-90C2-52FE2C1E856E}" dt="2025-03-11T13:42:30.741" v="655" actId="478"/>
          <ac:spMkLst>
            <pc:docMk/>
            <pc:sldMk cId="3132760368" sldId="336"/>
            <ac:spMk id="4" creationId="{75CC71D7-B127-9D33-DB14-1F9295E96BE2}"/>
          </ac:spMkLst>
        </pc:spChg>
        <pc:spChg chg="add del">
          <ac:chgData name="nguyenna9904@gmail.com" userId="55ededb00bfa6f4a" providerId="LiveId" clId="{0FB6993C-DB48-495E-90C2-52FE2C1E856E}" dt="2025-03-11T14:13:33.720" v="1411" actId="11529"/>
          <ac:spMkLst>
            <pc:docMk/>
            <pc:sldMk cId="3132760368" sldId="336"/>
            <ac:spMk id="6" creationId="{6C97FF7F-4EB1-C9AB-3BAD-49A6B9FC73DB}"/>
          </ac:spMkLst>
        </pc:spChg>
        <pc:spChg chg="add del mod">
          <ac:chgData name="nguyenna9904@gmail.com" userId="55ededb00bfa6f4a" providerId="LiveId" clId="{0FB6993C-DB48-495E-90C2-52FE2C1E856E}" dt="2025-03-11T14:18:29.642" v="1546" actId="478"/>
          <ac:spMkLst>
            <pc:docMk/>
            <pc:sldMk cId="3132760368" sldId="336"/>
            <ac:spMk id="7" creationId="{B0BD4407-398B-B80A-D4A1-A97A4E07EA9B}"/>
          </ac:spMkLst>
        </pc:spChg>
        <pc:spChg chg="add mod">
          <ac:chgData name="nguyenna9904@gmail.com" userId="55ededb00bfa6f4a" providerId="LiveId" clId="{0FB6993C-DB48-495E-90C2-52FE2C1E856E}" dt="2025-03-11T14:22:09.414" v="1581" actId="255"/>
          <ac:spMkLst>
            <pc:docMk/>
            <pc:sldMk cId="3132760368" sldId="336"/>
            <ac:spMk id="8" creationId="{F9579D4A-5EAA-E5A1-9E4D-864B85F2F778}"/>
          </ac:spMkLst>
        </pc:spChg>
        <pc:picChg chg="add del mod">
          <ac:chgData name="nguyenna9904@gmail.com" userId="55ededb00bfa6f4a" providerId="LiveId" clId="{0FB6993C-DB48-495E-90C2-52FE2C1E856E}" dt="2025-03-11T14:14:06.423" v="1482" actId="478"/>
          <ac:picMkLst>
            <pc:docMk/>
            <pc:sldMk cId="3132760368" sldId="336"/>
            <ac:picMk id="5" creationId="{05672B8C-3A84-1705-26F8-4C1A50BC207F}"/>
          </ac:picMkLst>
        </pc:picChg>
        <pc:picChg chg="add mod">
          <ac:chgData name="nguyenna9904@gmail.com" userId="55ededb00bfa6f4a" providerId="LiveId" clId="{0FB6993C-DB48-495E-90C2-52FE2C1E856E}" dt="2025-03-11T14:23:17.198" v="1593" actId="1076"/>
          <ac:picMkLst>
            <pc:docMk/>
            <pc:sldMk cId="3132760368" sldId="336"/>
            <ac:picMk id="10" creationId="{3C1063ED-0316-1D32-5EDD-44F154815F8C}"/>
          </ac:picMkLst>
        </pc:picChg>
        <pc:picChg chg="del">
          <ac:chgData name="nguyenna9904@gmail.com" userId="55ededb00bfa6f4a" providerId="LiveId" clId="{0FB6993C-DB48-495E-90C2-52FE2C1E856E}" dt="2025-03-11T13:42:14.393" v="650" actId="478"/>
          <ac:picMkLst>
            <pc:docMk/>
            <pc:sldMk cId="3132760368" sldId="336"/>
            <ac:picMk id="12" creationId="{028EB6E1-FF84-64A8-BA26-EBE08FDEC814}"/>
          </ac:picMkLst>
        </pc:picChg>
        <pc:picChg chg="add mod">
          <ac:chgData name="nguyenna9904@gmail.com" userId="55ededb00bfa6f4a" providerId="LiveId" clId="{0FB6993C-DB48-495E-90C2-52FE2C1E856E}" dt="2025-03-11T14:23:37.769" v="1598" actId="1076"/>
          <ac:picMkLst>
            <pc:docMk/>
            <pc:sldMk cId="3132760368" sldId="336"/>
            <ac:picMk id="13" creationId="{0C647956-A28B-49E5-176B-2AD098E0F02A}"/>
          </ac:picMkLst>
        </pc:picChg>
        <pc:picChg chg="del mod">
          <ac:chgData name="nguyenna9904@gmail.com" userId="55ededb00bfa6f4a" providerId="LiveId" clId="{0FB6993C-DB48-495E-90C2-52FE2C1E856E}" dt="2025-03-11T13:42:15.034" v="652" actId="478"/>
          <ac:picMkLst>
            <pc:docMk/>
            <pc:sldMk cId="3132760368" sldId="336"/>
            <ac:picMk id="14" creationId="{7616CE8E-6D32-1FDE-35F4-73E8DE276706}"/>
          </ac:picMkLst>
        </pc:picChg>
      </pc:sldChg>
      <pc:sldChg chg="addSp delSp modSp add mod modTransition modAnim modNotesTx">
        <pc:chgData name="nguyenna9904@gmail.com" userId="55ededb00bfa6f4a" providerId="LiveId" clId="{0FB6993C-DB48-495E-90C2-52FE2C1E856E}" dt="2025-03-11T15:20:42.469" v="1942"/>
        <pc:sldMkLst>
          <pc:docMk/>
          <pc:sldMk cId="1055314810" sldId="337"/>
        </pc:sldMkLst>
        <pc:spChg chg="del">
          <ac:chgData name="nguyenna9904@gmail.com" userId="55ededb00bfa6f4a" providerId="LiveId" clId="{0FB6993C-DB48-495E-90C2-52FE2C1E856E}" dt="2025-03-11T13:55:34.134" v="845" actId="478"/>
          <ac:spMkLst>
            <pc:docMk/>
            <pc:sldMk cId="1055314810" sldId="337"/>
            <ac:spMk id="3" creationId="{5895FBE6-D961-F7AA-6C66-323401EA268A}"/>
          </ac:spMkLst>
        </pc:spChg>
        <pc:spChg chg="add mod">
          <ac:chgData name="nguyenna9904@gmail.com" userId="55ededb00bfa6f4a" providerId="LiveId" clId="{0FB6993C-DB48-495E-90C2-52FE2C1E856E}" dt="2025-03-11T14:00:36.447" v="1204" actId="2710"/>
          <ac:spMkLst>
            <pc:docMk/>
            <pc:sldMk cId="1055314810" sldId="337"/>
            <ac:spMk id="4" creationId="{BB0647EC-B865-49EF-D068-2DC75CBA5398}"/>
          </ac:spMkLst>
        </pc:spChg>
        <pc:spChg chg="add mod">
          <ac:chgData name="nguyenna9904@gmail.com" userId="55ededb00bfa6f4a" providerId="LiveId" clId="{0FB6993C-DB48-495E-90C2-52FE2C1E856E}" dt="2025-03-11T14:00:39.515" v="1205" actId="2710"/>
          <ac:spMkLst>
            <pc:docMk/>
            <pc:sldMk cId="1055314810" sldId="337"/>
            <ac:spMk id="5" creationId="{4847A92B-E129-1717-C108-87383D230867}"/>
          </ac:spMkLst>
        </pc:spChg>
        <pc:spChg chg="mod">
          <ac:chgData name="nguyenna9904@gmail.com" userId="55ededb00bfa6f4a" providerId="LiveId" clId="{0FB6993C-DB48-495E-90C2-52FE2C1E856E}" dt="2025-03-11T14:00:41.485" v="1206" actId="2710"/>
          <ac:spMkLst>
            <pc:docMk/>
            <pc:sldMk cId="1055314810" sldId="337"/>
            <ac:spMk id="15" creationId="{CCD748A8-9953-436B-E42C-72B4A1AA2A4D}"/>
          </ac:spMkLst>
        </pc:spChg>
        <pc:spChg chg="del mod">
          <ac:chgData name="nguyenna9904@gmail.com" userId="55ededb00bfa6f4a" providerId="LiveId" clId="{0FB6993C-DB48-495E-90C2-52FE2C1E856E}" dt="2025-03-11T13:55:34.136" v="847"/>
          <ac:spMkLst>
            <pc:docMk/>
            <pc:sldMk cId="1055314810" sldId="337"/>
            <ac:spMk id="18" creationId="{5100636F-1795-B7AB-221B-5D05D167B302}"/>
          </ac:spMkLst>
        </pc:spChg>
        <pc:picChg chg="mod">
          <ac:chgData name="nguyenna9904@gmail.com" userId="55ededb00bfa6f4a" providerId="LiveId" clId="{0FB6993C-DB48-495E-90C2-52FE2C1E856E}" dt="2025-03-11T13:56:33.586" v="900" actId="1076"/>
          <ac:picMkLst>
            <pc:docMk/>
            <pc:sldMk cId="1055314810" sldId="337"/>
            <ac:picMk id="12" creationId="{5AFF2A22-F18A-D60C-BD11-CFEAE15138B9}"/>
          </ac:picMkLst>
        </pc:picChg>
        <pc:picChg chg="mod">
          <ac:chgData name="nguyenna9904@gmail.com" userId="55ededb00bfa6f4a" providerId="LiveId" clId="{0FB6993C-DB48-495E-90C2-52FE2C1E856E}" dt="2025-03-11T13:56:31.384" v="899" actId="1076"/>
          <ac:picMkLst>
            <pc:docMk/>
            <pc:sldMk cId="1055314810" sldId="337"/>
            <ac:picMk id="14" creationId="{9DE035AB-AB2D-0BA4-7BCF-B54F43E03D75}"/>
          </ac:picMkLst>
        </pc:picChg>
      </pc:sldChg>
      <pc:sldChg chg="addSp modSp add mod ord modTransition modAnim modNotesTx">
        <pc:chgData name="nguyenna9904@gmail.com" userId="55ededb00bfa6f4a" providerId="LiveId" clId="{0FB6993C-DB48-495E-90C2-52FE2C1E856E}" dt="2025-03-11T15:30:18.343" v="1961" actId="1076"/>
        <pc:sldMkLst>
          <pc:docMk/>
          <pc:sldMk cId="2323000752" sldId="338"/>
        </pc:sldMkLst>
        <pc:spChg chg="mod">
          <ac:chgData name="nguyenna9904@gmail.com" userId="55ededb00bfa6f4a" providerId="LiveId" clId="{0FB6993C-DB48-495E-90C2-52FE2C1E856E}" dt="2025-03-11T15:30:18.343" v="1961" actId="1076"/>
          <ac:spMkLst>
            <pc:docMk/>
            <pc:sldMk cId="2323000752" sldId="338"/>
            <ac:spMk id="7" creationId="{EE9ED782-DD7E-7F41-D772-A5857443BD38}"/>
          </ac:spMkLst>
        </pc:spChg>
        <pc:spChg chg="add mod">
          <ac:chgData name="nguyenna9904@gmail.com" userId="55ededb00bfa6f4a" providerId="LiveId" clId="{0FB6993C-DB48-495E-90C2-52FE2C1E856E}" dt="2025-03-11T14:17:51.901" v="1539" actId="1076"/>
          <ac:spMkLst>
            <pc:docMk/>
            <pc:sldMk cId="2323000752" sldId="338"/>
            <ac:spMk id="9" creationId="{14CAEE69-E5AB-8349-CF83-89A7BB49CD04}"/>
          </ac:spMkLst>
        </pc:spChg>
        <pc:picChg chg="add mod">
          <ac:chgData name="nguyenna9904@gmail.com" userId="55ededb00bfa6f4a" providerId="LiveId" clId="{0FB6993C-DB48-495E-90C2-52FE2C1E856E}" dt="2025-03-11T14:16:48.125" v="1518" actId="1076"/>
          <ac:picMkLst>
            <pc:docMk/>
            <pc:sldMk cId="2323000752" sldId="338"/>
            <ac:picMk id="5" creationId="{4BFF42DA-7D6F-2A89-171D-71CD882739BD}"/>
          </ac:picMkLst>
        </pc:picChg>
        <pc:picChg chg="add mod">
          <ac:chgData name="nguyenna9904@gmail.com" userId="55ededb00bfa6f4a" providerId="LiveId" clId="{0FB6993C-DB48-495E-90C2-52FE2C1E856E}" dt="2025-03-11T14:17:45.743" v="1537" actId="1076"/>
          <ac:picMkLst>
            <pc:docMk/>
            <pc:sldMk cId="2323000752" sldId="338"/>
            <ac:picMk id="8" creationId="{D333104A-5C67-0F4B-E074-29AF8C040614}"/>
          </ac:picMkLst>
        </pc:picChg>
      </pc:sldChg>
      <pc:sldChg chg="addSp modSp add mod modTransition modAnim modNotesTx">
        <pc:chgData name="nguyenna9904@gmail.com" userId="55ededb00bfa6f4a" providerId="LiveId" clId="{0FB6993C-DB48-495E-90C2-52FE2C1E856E}" dt="2025-03-11T15:31:15.126" v="1979"/>
        <pc:sldMkLst>
          <pc:docMk/>
          <pc:sldMk cId="4032169974" sldId="339"/>
        </pc:sldMkLst>
        <pc:spChg chg="mod">
          <ac:chgData name="nguyenna9904@gmail.com" userId="55ededb00bfa6f4a" providerId="LiveId" clId="{0FB6993C-DB48-495E-90C2-52FE2C1E856E}" dt="2025-03-11T14:22:24.307" v="1584" actId="14100"/>
          <ac:spMkLst>
            <pc:docMk/>
            <pc:sldMk cId="4032169974" sldId="339"/>
            <ac:spMk id="3" creationId="{0AD4429A-1F7A-3D20-E483-7F4BD81D23C9}"/>
          </ac:spMkLst>
        </pc:spChg>
        <pc:spChg chg="add mod">
          <ac:chgData name="nguyenna9904@gmail.com" userId="55ededb00bfa6f4a" providerId="LiveId" clId="{0FB6993C-DB48-495E-90C2-52FE2C1E856E}" dt="2025-03-11T14:22:34.955" v="1587" actId="1076"/>
          <ac:spMkLst>
            <pc:docMk/>
            <pc:sldMk cId="4032169974" sldId="339"/>
            <ac:spMk id="4" creationId="{C7FBF374-2D8E-0DE1-56A0-85F23C193CF5}"/>
          </ac:spMkLst>
        </pc:spChg>
        <pc:picChg chg="add mod">
          <ac:chgData name="nguyenna9904@gmail.com" userId="55ededb00bfa6f4a" providerId="LiveId" clId="{0FB6993C-DB48-495E-90C2-52FE2C1E856E}" dt="2025-03-11T14:23:53.967" v="1603" actId="1076"/>
          <ac:picMkLst>
            <pc:docMk/>
            <pc:sldMk cId="4032169974" sldId="339"/>
            <ac:picMk id="6" creationId="{E767750F-0721-9AF6-A4F3-1C98B86CA1BC}"/>
          </ac:picMkLst>
        </pc:picChg>
        <pc:picChg chg="add mod">
          <ac:chgData name="nguyenna9904@gmail.com" userId="55ededb00bfa6f4a" providerId="LiveId" clId="{0FB6993C-DB48-495E-90C2-52FE2C1E856E}" dt="2025-03-11T14:24:18.771" v="1609" actId="1076"/>
          <ac:picMkLst>
            <pc:docMk/>
            <pc:sldMk cId="4032169974" sldId="339"/>
            <ac:picMk id="8" creationId="{6DA88323-E26B-58B0-2EC2-DDE6BAE98F4F}"/>
          </ac:picMkLst>
        </pc:picChg>
      </pc:sldChg>
      <pc:sldChg chg="addSp delSp modSp add mod modTransition modAnim modNotesTx">
        <pc:chgData name="nguyenna9904@gmail.com" userId="55ededb00bfa6f4a" providerId="LiveId" clId="{0FB6993C-DB48-495E-90C2-52FE2C1E856E}" dt="2025-03-11T15:38:44.279" v="2050"/>
        <pc:sldMkLst>
          <pc:docMk/>
          <pc:sldMk cId="3499142569" sldId="340"/>
        </pc:sldMkLst>
        <pc:spChg chg="add del">
          <ac:chgData name="nguyenna9904@gmail.com" userId="55ededb00bfa6f4a" providerId="LiveId" clId="{0FB6993C-DB48-495E-90C2-52FE2C1E856E}" dt="2025-03-11T14:26:13.490" v="1618" actId="478"/>
          <ac:spMkLst>
            <pc:docMk/>
            <pc:sldMk cId="3499142569" sldId="340"/>
            <ac:spMk id="3" creationId="{8FD243E1-217C-41B1-A0EB-46F372748D08}"/>
          </ac:spMkLst>
        </pc:spChg>
        <pc:spChg chg="add del">
          <ac:chgData name="nguyenna9904@gmail.com" userId="55ededb00bfa6f4a" providerId="LiveId" clId="{0FB6993C-DB48-495E-90C2-52FE2C1E856E}" dt="2025-03-11T14:26:13.490" v="1618" actId="478"/>
          <ac:spMkLst>
            <pc:docMk/>
            <pc:sldMk cId="3499142569" sldId="340"/>
            <ac:spMk id="4" creationId="{706AF280-4D8C-6C88-E092-779C64537359}"/>
          </ac:spMkLst>
        </pc:spChg>
        <pc:spChg chg="add del">
          <ac:chgData name="nguyenna9904@gmail.com" userId="55ededb00bfa6f4a" providerId="LiveId" clId="{0FB6993C-DB48-495E-90C2-52FE2C1E856E}" dt="2025-03-11T14:26:13.490" v="1618" actId="478"/>
          <ac:spMkLst>
            <pc:docMk/>
            <pc:sldMk cId="3499142569" sldId="340"/>
            <ac:spMk id="5" creationId="{170A4BB8-4659-54D5-B5CE-129E6381A8B0}"/>
          </ac:spMkLst>
        </pc:spChg>
        <pc:spChg chg="add del mod">
          <ac:chgData name="nguyenna9904@gmail.com" userId="55ededb00bfa6f4a" providerId="LiveId" clId="{0FB6993C-DB48-495E-90C2-52FE2C1E856E}" dt="2025-03-11T14:26:13.490" v="1618" actId="478"/>
          <ac:spMkLst>
            <pc:docMk/>
            <pc:sldMk cId="3499142569" sldId="340"/>
            <ac:spMk id="5" creationId="{700026D7-08F9-2DE1-AD05-BE9B43A60478}"/>
          </ac:spMkLst>
        </pc:spChg>
        <pc:spChg chg="add mod">
          <ac:chgData name="nguyenna9904@gmail.com" userId="55ededb00bfa6f4a" providerId="LiveId" clId="{0FB6993C-DB48-495E-90C2-52FE2C1E856E}" dt="2025-03-11T14:51:39.693" v="1727" actId="1076"/>
          <ac:spMkLst>
            <pc:docMk/>
            <pc:sldMk cId="3499142569" sldId="340"/>
            <ac:spMk id="6" creationId="{8BB4729E-601A-89C2-F427-167FC36C3A64}"/>
          </ac:spMkLst>
        </pc:spChg>
        <pc:spChg chg="add">
          <ac:chgData name="nguyenna9904@gmail.com" userId="55ededb00bfa6f4a" providerId="LiveId" clId="{0FB6993C-DB48-495E-90C2-52FE2C1E856E}" dt="2025-03-11T14:49:00.274" v="1670"/>
          <ac:spMkLst>
            <pc:docMk/>
            <pc:sldMk cId="3499142569" sldId="340"/>
            <ac:spMk id="7" creationId="{A7D23A5A-C6D5-D2F6-88A5-ACDBC238F4FF}"/>
          </ac:spMkLst>
        </pc:spChg>
        <pc:spChg chg="add">
          <ac:chgData name="nguyenna9904@gmail.com" userId="55ededb00bfa6f4a" providerId="LiveId" clId="{0FB6993C-DB48-495E-90C2-52FE2C1E856E}" dt="2025-03-11T14:49:08.324" v="1673"/>
          <ac:spMkLst>
            <pc:docMk/>
            <pc:sldMk cId="3499142569" sldId="340"/>
            <ac:spMk id="8" creationId="{EB20EC9A-CF0F-8488-FE45-5CC95E0A2B1E}"/>
          </ac:spMkLst>
        </pc:spChg>
        <pc:spChg chg="add">
          <ac:chgData name="nguyenna9904@gmail.com" userId="55ededb00bfa6f4a" providerId="LiveId" clId="{0FB6993C-DB48-495E-90C2-52FE2C1E856E}" dt="2025-03-11T14:49:25.531" v="1678"/>
          <ac:spMkLst>
            <pc:docMk/>
            <pc:sldMk cId="3499142569" sldId="340"/>
            <ac:spMk id="9" creationId="{363381AF-6DF0-A241-AAB8-0EE1F3DD556A}"/>
          </ac:spMkLst>
        </pc:spChg>
        <pc:spChg chg="add del mod">
          <ac:chgData name="nguyenna9904@gmail.com" userId="55ededb00bfa6f4a" providerId="LiveId" clId="{0FB6993C-DB48-495E-90C2-52FE2C1E856E}" dt="2025-03-11T14:51:42.436" v="1729"/>
          <ac:spMkLst>
            <pc:docMk/>
            <pc:sldMk cId="3499142569" sldId="340"/>
            <ac:spMk id="10" creationId="{02BB9A93-876B-B305-C41D-AF3A447E682E}"/>
          </ac:spMkLst>
        </pc:spChg>
        <pc:spChg chg="add del">
          <ac:chgData name="nguyenna9904@gmail.com" userId="55ededb00bfa6f4a" providerId="LiveId" clId="{0FB6993C-DB48-495E-90C2-52FE2C1E856E}" dt="2025-03-11T14:26:13.490" v="1618" actId="478"/>
          <ac:spMkLst>
            <pc:docMk/>
            <pc:sldMk cId="3499142569" sldId="340"/>
            <ac:spMk id="15" creationId="{9A018A05-9CB1-C4A9-152A-B0A4E2C1A80A}"/>
          </ac:spMkLst>
        </pc:spChg>
        <pc:spChg chg="add del mod">
          <ac:chgData name="nguyenna9904@gmail.com" userId="55ededb00bfa6f4a" providerId="LiveId" clId="{0FB6993C-DB48-495E-90C2-52FE2C1E856E}" dt="2025-03-11T14:26:38.764" v="1667" actId="20577"/>
          <ac:spMkLst>
            <pc:docMk/>
            <pc:sldMk cId="3499142569" sldId="340"/>
            <ac:spMk id="209" creationId="{5DA5475E-67D4-A716-E8CF-7844C4A2AD12}"/>
          </ac:spMkLst>
        </pc:spChg>
        <pc:graphicFrameChg chg="add del mod modGraphic">
          <ac:chgData name="nguyenna9904@gmail.com" userId="55ededb00bfa6f4a" providerId="LiveId" clId="{0FB6993C-DB48-495E-90C2-52FE2C1E856E}" dt="2025-03-11T14:26:22.707" v="1620" actId="478"/>
          <ac:graphicFrameMkLst>
            <pc:docMk/>
            <pc:sldMk cId="3499142569" sldId="340"/>
            <ac:graphicFrameMk id="4" creationId="{852E97E9-989C-D245-D0C5-769C1800F04C}"/>
          </ac:graphicFrameMkLst>
        </pc:graphicFrameChg>
      </pc:sldChg>
      <pc:sldMasterChg chg="modTransition modSldLayout">
        <pc:chgData name="nguyenna9904@gmail.com" userId="55ededb00bfa6f4a" providerId="LiveId" clId="{0FB6993C-DB48-495E-90C2-52FE2C1E856E}" dt="2025-03-11T14:54:54.689" v="1756"/>
        <pc:sldMasterMkLst>
          <pc:docMk/>
          <pc:sldMasterMk cId="4143850075" sldId="2147483676"/>
        </pc:sldMasterMkLst>
        <pc:sldLayoutChg chg="modTransition">
          <pc:chgData name="nguyenna9904@gmail.com" userId="55ededb00bfa6f4a" providerId="LiveId" clId="{0FB6993C-DB48-495E-90C2-52FE2C1E856E}" dt="2025-03-11T14:54:54.689" v="1756"/>
          <pc:sldLayoutMkLst>
            <pc:docMk/>
            <pc:sldMasterMk cId="4143850075" sldId="2147483676"/>
            <pc:sldLayoutMk cId="3083858427" sldId="2147483677"/>
          </pc:sldLayoutMkLst>
        </pc:sldLayoutChg>
        <pc:sldLayoutChg chg="modTransition">
          <pc:chgData name="nguyenna9904@gmail.com" userId="55ededb00bfa6f4a" providerId="LiveId" clId="{0FB6993C-DB48-495E-90C2-52FE2C1E856E}" dt="2025-03-11T14:54:54.689" v="1756"/>
          <pc:sldLayoutMkLst>
            <pc:docMk/>
            <pc:sldMasterMk cId="4143850075" sldId="2147483676"/>
            <pc:sldLayoutMk cId="84115513" sldId="2147483679"/>
          </pc:sldLayoutMkLst>
        </pc:sldLayoutChg>
        <pc:sldLayoutChg chg="modTransition">
          <pc:chgData name="nguyenna9904@gmail.com" userId="55ededb00bfa6f4a" providerId="LiveId" clId="{0FB6993C-DB48-495E-90C2-52FE2C1E856E}" dt="2025-03-11T14:54:54.689" v="1756"/>
          <pc:sldLayoutMkLst>
            <pc:docMk/>
            <pc:sldMasterMk cId="4143850075" sldId="2147483676"/>
            <pc:sldLayoutMk cId="2477519661" sldId="2147483681"/>
          </pc:sldLayoutMkLst>
        </pc:sldLayoutChg>
        <pc:sldLayoutChg chg="modTransition">
          <pc:chgData name="nguyenna9904@gmail.com" userId="55ededb00bfa6f4a" providerId="LiveId" clId="{0FB6993C-DB48-495E-90C2-52FE2C1E856E}" dt="2025-03-11T14:54:54.689" v="1756"/>
          <pc:sldLayoutMkLst>
            <pc:docMk/>
            <pc:sldMasterMk cId="4143850075" sldId="2147483676"/>
            <pc:sldLayoutMk cId="2825897740" sldId="2147483682"/>
          </pc:sldLayoutMkLst>
        </pc:sldLayoutChg>
        <pc:sldLayoutChg chg="modTransition">
          <pc:chgData name="nguyenna9904@gmail.com" userId="55ededb00bfa6f4a" providerId="LiveId" clId="{0FB6993C-DB48-495E-90C2-52FE2C1E856E}" dt="2025-03-11T14:54:54.689" v="1756"/>
          <pc:sldLayoutMkLst>
            <pc:docMk/>
            <pc:sldMasterMk cId="4143850075" sldId="2147483676"/>
            <pc:sldLayoutMk cId="3050786339" sldId="2147483683"/>
          </pc:sldLayoutMkLst>
        </pc:sldLayoutChg>
        <pc:sldLayoutChg chg="modTransition">
          <pc:chgData name="nguyenna9904@gmail.com" userId="55ededb00bfa6f4a" providerId="LiveId" clId="{0FB6993C-DB48-495E-90C2-52FE2C1E856E}" dt="2025-03-11T14:54:54.689" v="1756"/>
          <pc:sldLayoutMkLst>
            <pc:docMk/>
            <pc:sldMasterMk cId="4143850075" sldId="2147483676"/>
            <pc:sldLayoutMk cId="3206522678" sldId="2147483684"/>
          </pc:sldLayoutMkLst>
        </pc:sldLayoutChg>
        <pc:sldLayoutChg chg="modTransition">
          <pc:chgData name="nguyenna9904@gmail.com" userId="55ededb00bfa6f4a" providerId="LiveId" clId="{0FB6993C-DB48-495E-90C2-52FE2C1E856E}" dt="2025-03-11T14:54:54.689" v="1756"/>
          <pc:sldLayoutMkLst>
            <pc:docMk/>
            <pc:sldMasterMk cId="4143850075" sldId="2147483676"/>
            <pc:sldLayoutMk cId="4148175432" sldId="2147483685"/>
          </pc:sldLayoutMkLst>
        </pc:sldLayoutChg>
        <pc:sldLayoutChg chg="modTransition">
          <pc:chgData name="nguyenna9904@gmail.com" userId="55ededb00bfa6f4a" providerId="LiveId" clId="{0FB6993C-DB48-495E-90C2-52FE2C1E856E}" dt="2025-03-11T14:54:54.689" v="1756"/>
          <pc:sldLayoutMkLst>
            <pc:docMk/>
            <pc:sldMasterMk cId="4143850075" sldId="2147483676"/>
            <pc:sldLayoutMk cId="3617659370" sldId="2147483686"/>
          </pc:sldLayoutMkLst>
        </pc:sldLayoutChg>
        <pc:sldLayoutChg chg="modTransition">
          <pc:chgData name="nguyenna9904@gmail.com" userId="55ededb00bfa6f4a" providerId="LiveId" clId="{0FB6993C-DB48-495E-90C2-52FE2C1E856E}" dt="2025-03-11T14:54:54.689" v="1756"/>
          <pc:sldLayoutMkLst>
            <pc:docMk/>
            <pc:sldMasterMk cId="4143850075" sldId="2147483676"/>
            <pc:sldLayoutMk cId="4241053391" sldId="2147483687"/>
          </pc:sldLayoutMkLst>
        </pc:sldLayoutChg>
        <pc:sldLayoutChg chg="modTransition">
          <pc:chgData name="nguyenna9904@gmail.com" userId="55ededb00bfa6f4a" providerId="LiveId" clId="{0FB6993C-DB48-495E-90C2-52FE2C1E856E}" dt="2025-03-11T14:54:54.689" v="1756"/>
          <pc:sldLayoutMkLst>
            <pc:docMk/>
            <pc:sldMasterMk cId="4143850075" sldId="2147483676"/>
            <pc:sldLayoutMk cId="2053104475" sldId="2147483688"/>
          </pc:sldLayoutMkLst>
        </pc:sldLayoutChg>
        <pc:sldLayoutChg chg="modTransition">
          <pc:chgData name="nguyenna9904@gmail.com" userId="55ededb00bfa6f4a" providerId="LiveId" clId="{0FB6993C-DB48-495E-90C2-52FE2C1E856E}" dt="2025-03-11T14:54:54.689" v="1756"/>
          <pc:sldLayoutMkLst>
            <pc:docMk/>
            <pc:sldMasterMk cId="4143850075" sldId="2147483676"/>
            <pc:sldLayoutMk cId="2271824434" sldId="2147483689"/>
          </pc:sldLayoutMkLst>
        </pc:sldLayoutChg>
        <pc:sldLayoutChg chg="modTransition">
          <pc:chgData name="nguyenna9904@gmail.com" userId="55ededb00bfa6f4a" providerId="LiveId" clId="{0FB6993C-DB48-495E-90C2-52FE2C1E856E}" dt="2025-03-11T14:54:54.689" v="1756"/>
          <pc:sldLayoutMkLst>
            <pc:docMk/>
            <pc:sldMasterMk cId="4143850075" sldId="2147483676"/>
            <pc:sldLayoutMk cId="1050696451" sldId="2147483693"/>
          </pc:sldLayoutMkLst>
        </pc:sldLayoutChg>
        <pc:sldLayoutChg chg="modTransition">
          <pc:chgData name="nguyenna9904@gmail.com" userId="55ededb00bfa6f4a" providerId="LiveId" clId="{0FB6993C-DB48-495E-90C2-52FE2C1E856E}" dt="2025-03-11T14:54:54.689" v="1756"/>
          <pc:sldLayoutMkLst>
            <pc:docMk/>
            <pc:sldMasterMk cId="4143850075" sldId="2147483676"/>
            <pc:sldLayoutMk cId="4182109562" sldId="2147483694"/>
          </pc:sldLayoutMkLst>
        </pc:sldLayoutChg>
        <pc:sldLayoutChg chg="modTransition">
          <pc:chgData name="nguyenna9904@gmail.com" userId="55ededb00bfa6f4a" providerId="LiveId" clId="{0FB6993C-DB48-495E-90C2-52FE2C1E856E}" dt="2025-03-11T14:54:54.689" v="1756"/>
          <pc:sldLayoutMkLst>
            <pc:docMk/>
            <pc:sldMasterMk cId="4143850075" sldId="2147483676"/>
            <pc:sldLayoutMk cId="3705890074" sldId="2147483695"/>
          </pc:sldLayoutMkLst>
        </pc:sldLayoutChg>
        <pc:sldLayoutChg chg="modTransition">
          <pc:chgData name="nguyenna9904@gmail.com" userId="55ededb00bfa6f4a" providerId="LiveId" clId="{0FB6993C-DB48-495E-90C2-52FE2C1E856E}" dt="2025-03-11T14:54:54.689" v="1756"/>
          <pc:sldLayoutMkLst>
            <pc:docMk/>
            <pc:sldMasterMk cId="4143850075" sldId="2147483676"/>
            <pc:sldLayoutMk cId="2097629210" sldId="2147483697"/>
          </pc:sldLayoutMkLst>
        </pc:sldLayoutChg>
        <pc:sldLayoutChg chg="modTransition">
          <pc:chgData name="nguyenna9904@gmail.com" userId="55ededb00bfa6f4a" providerId="LiveId" clId="{0FB6993C-DB48-495E-90C2-52FE2C1E856E}" dt="2025-03-11T14:54:54.689" v="1756"/>
          <pc:sldLayoutMkLst>
            <pc:docMk/>
            <pc:sldMasterMk cId="4143850075" sldId="2147483676"/>
            <pc:sldLayoutMk cId="3840074849" sldId="2147483698"/>
          </pc:sldLayoutMkLst>
        </pc:sldLayoutChg>
        <pc:sldLayoutChg chg="modTransition">
          <pc:chgData name="nguyenna9904@gmail.com" userId="55ededb00bfa6f4a" providerId="LiveId" clId="{0FB6993C-DB48-495E-90C2-52FE2C1E856E}" dt="2025-03-11T14:54:54.689" v="1756"/>
          <pc:sldLayoutMkLst>
            <pc:docMk/>
            <pc:sldMasterMk cId="4143850075" sldId="2147483676"/>
            <pc:sldLayoutMk cId="1553553249" sldId="2147483699"/>
          </pc:sldLayoutMkLst>
        </pc:sldLayoutChg>
        <pc:sldLayoutChg chg="modTransition">
          <pc:chgData name="nguyenna9904@gmail.com" userId="55ededb00bfa6f4a" providerId="LiveId" clId="{0FB6993C-DB48-495E-90C2-52FE2C1E856E}" dt="2025-03-11T14:54:54.689" v="1756"/>
          <pc:sldLayoutMkLst>
            <pc:docMk/>
            <pc:sldMasterMk cId="4143850075" sldId="2147483676"/>
            <pc:sldLayoutMk cId="500300795" sldId="2147483700"/>
          </pc:sldLayoutMkLst>
        </pc:sldLayoutChg>
        <pc:sldLayoutChg chg="modTransition">
          <pc:chgData name="nguyenna9904@gmail.com" userId="55ededb00bfa6f4a" providerId="LiveId" clId="{0FB6993C-DB48-495E-90C2-52FE2C1E856E}" dt="2025-03-11T14:54:54.689" v="1756"/>
          <pc:sldLayoutMkLst>
            <pc:docMk/>
            <pc:sldMasterMk cId="4143850075" sldId="2147483676"/>
            <pc:sldLayoutMk cId="364651759" sldId="2147483701"/>
          </pc:sldLayoutMkLst>
        </pc:sldLayoutChg>
        <pc:sldLayoutChg chg="modTransition">
          <pc:chgData name="nguyenna9904@gmail.com" userId="55ededb00bfa6f4a" providerId="LiveId" clId="{0FB6993C-DB48-495E-90C2-52FE2C1E856E}" dt="2025-03-11T14:54:54.689" v="1756"/>
          <pc:sldLayoutMkLst>
            <pc:docMk/>
            <pc:sldMasterMk cId="4143850075" sldId="2147483676"/>
            <pc:sldLayoutMk cId="1329458377" sldId="2147483702"/>
          </pc:sldLayoutMkLst>
        </pc:sldLayoutChg>
        <pc:sldLayoutChg chg="modTransition">
          <pc:chgData name="nguyenna9904@gmail.com" userId="55ededb00bfa6f4a" providerId="LiveId" clId="{0FB6993C-DB48-495E-90C2-52FE2C1E856E}" dt="2025-03-11T14:54:54.689" v="1756"/>
          <pc:sldLayoutMkLst>
            <pc:docMk/>
            <pc:sldMasterMk cId="4143850075" sldId="2147483676"/>
            <pc:sldLayoutMk cId="2835252342" sldId="2147483703"/>
          </pc:sldLayoutMkLst>
        </pc:sldLayoutChg>
        <pc:sldLayoutChg chg="modTransition">
          <pc:chgData name="nguyenna9904@gmail.com" userId="55ededb00bfa6f4a" providerId="LiveId" clId="{0FB6993C-DB48-495E-90C2-52FE2C1E856E}" dt="2025-03-11T14:54:54.689" v="1756"/>
          <pc:sldLayoutMkLst>
            <pc:docMk/>
            <pc:sldMasterMk cId="4143850075" sldId="2147483676"/>
            <pc:sldLayoutMk cId="3544654885" sldId="2147483704"/>
          </pc:sldLayoutMkLst>
        </pc:sldLayoutChg>
        <pc:sldLayoutChg chg="modTransition">
          <pc:chgData name="nguyenna9904@gmail.com" userId="55ededb00bfa6f4a" providerId="LiveId" clId="{0FB6993C-DB48-495E-90C2-52FE2C1E856E}" dt="2025-03-11T14:54:54.689" v="1756"/>
          <pc:sldLayoutMkLst>
            <pc:docMk/>
            <pc:sldMasterMk cId="4143850075" sldId="2147483676"/>
            <pc:sldLayoutMk cId="4058184718" sldId="2147483705"/>
          </pc:sldLayoutMkLst>
        </pc:sldLayoutChg>
        <pc:sldLayoutChg chg="modTransition">
          <pc:chgData name="nguyenna9904@gmail.com" userId="55ededb00bfa6f4a" providerId="LiveId" clId="{0FB6993C-DB48-495E-90C2-52FE2C1E856E}" dt="2025-03-11T14:54:54.689" v="1756"/>
          <pc:sldLayoutMkLst>
            <pc:docMk/>
            <pc:sldMasterMk cId="4143850075" sldId="2147483676"/>
            <pc:sldLayoutMk cId="3211703703" sldId="2147483706"/>
          </pc:sldLayoutMkLst>
        </pc:sldLayoutChg>
        <pc:sldLayoutChg chg="modTransition">
          <pc:chgData name="nguyenna9904@gmail.com" userId="55ededb00bfa6f4a" providerId="LiveId" clId="{0FB6993C-DB48-495E-90C2-52FE2C1E856E}" dt="2025-03-11T14:54:54.689" v="1756"/>
          <pc:sldLayoutMkLst>
            <pc:docMk/>
            <pc:sldMasterMk cId="4143850075" sldId="2147483676"/>
            <pc:sldLayoutMk cId="1822689675" sldId="2147483707"/>
          </pc:sldLayoutMkLst>
        </pc:sldLayoutChg>
        <pc:sldLayoutChg chg="modTransition">
          <pc:chgData name="nguyenna9904@gmail.com" userId="55ededb00bfa6f4a" providerId="LiveId" clId="{0FB6993C-DB48-495E-90C2-52FE2C1E856E}" dt="2025-03-11T14:54:54.689" v="1756"/>
          <pc:sldLayoutMkLst>
            <pc:docMk/>
            <pc:sldMasterMk cId="4143850075" sldId="2147483676"/>
            <pc:sldLayoutMk cId="2719444032" sldId="2147483710"/>
          </pc:sldLayoutMkLst>
        </pc:sldLayoutChg>
        <pc:sldLayoutChg chg="modTransition">
          <pc:chgData name="nguyenna9904@gmail.com" userId="55ededb00bfa6f4a" providerId="LiveId" clId="{0FB6993C-DB48-495E-90C2-52FE2C1E856E}" dt="2025-03-11T14:54:54.689" v="1756"/>
          <pc:sldLayoutMkLst>
            <pc:docMk/>
            <pc:sldMasterMk cId="4143850075" sldId="2147483676"/>
            <pc:sldLayoutMk cId="3257180963" sldId="2147483711"/>
          </pc:sldLayoutMkLst>
        </pc:sldLayoutChg>
        <pc:sldLayoutChg chg="modTransition">
          <pc:chgData name="nguyenna9904@gmail.com" userId="55ededb00bfa6f4a" providerId="LiveId" clId="{0FB6993C-DB48-495E-90C2-52FE2C1E856E}" dt="2025-03-11T14:54:54.689" v="1756"/>
          <pc:sldLayoutMkLst>
            <pc:docMk/>
            <pc:sldMasterMk cId="4143850075" sldId="2147483676"/>
            <pc:sldLayoutMk cId="1593932313" sldId="2147483712"/>
          </pc:sldLayoutMkLst>
        </pc:sldLayoutChg>
        <pc:sldLayoutChg chg="modTransition">
          <pc:chgData name="nguyenna9904@gmail.com" userId="55ededb00bfa6f4a" providerId="LiveId" clId="{0FB6993C-DB48-495E-90C2-52FE2C1E856E}" dt="2025-03-11T14:54:54.689" v="1756"/>
          <pc:sldLayoutMkLst>
            <pc:docMk/>
            <pc:sldMasterMk cId="4143850075" sldId="2147483676"/>
            <pc:sldLayoutMk cId="3932928344" sldId="2147483713"/>
          </pc:sldLayoutMkLst>
        </pc:sldLayoutChg>
        <pc:sldLayoutChg chg="modTransition">
          <pc:chgData name="nguyenna9904@gmail.com" userId="55ededb00bfa6f4a" providerId="LiveId" clId="{0FB6993C-DB48-495E-90C2-52FE2C1E856E}" dt="2025-03-11T14:54:54.689" v="1756"/>
          <pc:sldLayoutMkLst>
            <pc:docMk/>
            <pc:sldMasterMk cId="4143850075" sldId="2147483676"/>
            <pc:sldLayoutMk cId="3424078252" sldId="2147483714"/>
          </pc:sldLayoutMkLst>
        </pc:sldLayoutChg>
        <pc:sldLayoutChg chg="modTransition">
          <pc:chgData name="nguyenna9904@gmail.com" userId="55ededb00bfa6f4a" providerId="LiveId" clId="{0FB6993C-DB48-495E-90C2-52FE2C1E856E}" dt="2025-03-11T14:54:54.689" v="1756"/>
          <pc:sldLayoutMkLst>
            <pc:docMk/>
            <pc:sldMasterMk cId="4143850075" sldId="2147483676"/>
            <pc:sldLayoutMk cId="2458434982" sldId="2147483715"/>
          </pc:sldLayoutMkLst>
        </pc:sldLayoutChg>
        <pc:sldLayoutChg chg="modTransition">
          <pc:chgData name="nguyenna9904@gmail.com" userId="55ededb00bfa6f4a" providerId="LiveId" clId="{0FB6993C-DB48-495E-90C2-52FE2C1E856E}" dt="2025-03-11T14:54:54.689" v="1756"/>
          <pc:sldLayoutMkLst>
            <pc:docMk/>
            <pc:sldMasterMk cId="4143850075" sldId="2147483676"/>
            <pc:sldLayoutMk cId="1785703382" sldId="2147483716"/>
          </pc:sldLayoutMkLst>
        </pc:sldLayoutChg>
        <pc:sldLayoutChg chg="modTransition">
          <pc:chgData name="nguyenna9904@gmail.com" userId="55ededb00bfa6f4a" providerId="LiveId" clId="{0FB6993C-DB48-495E-90C2-52FE2C1E856E}" dt="2025-03-11T14:54:54.689" v="1756"/>
          <pc:sldLayoutMkLst>
            <pc:docMk/>
            <pc:sldMasterMk cId="4143850075" sldId="2147483676"/>
            <pc:sldLayoutMk cId="88351006" sldId="2147483717"/>
          </pc:sldLayoutMkLst>
        </pc:sldLayoutChg>
        <pc:sldLayoutChg chg="modTransition">
          <pc:chgData name="nguyenna9904@gmail.com" userId="55ededb00bfa6f4a" providerId="LiveId" clId="{0FB6993C-DB48-495E-90C2-52FE2C1E856E}" dt="2025-03-11T14:54:54.689" v="1756"/>
          <pc:sldLayoutMkLst>
            <pc:docMk/>
            <pc:sldMasterMk cId="4143850075" sldId="2147483676"/>
            <pc:sldLayoutMk cId="123295844" sldId="2147483718"/>
          </pc:sldLayoutMkLst>
        </pc:sldLayoutChg>
        <pc:sldLayoutChg chg="modTransition">
          <pc:chgData name="nguyenna9904@gmail.com" userId="55ededb00bfa6f4a" providerId="LiveId" clId="{0FB6993C-DB48-495E-90C2-52FE2C1E856E}" dt="2025-03-11T14:54:54.689" v="1756"/>
          <pc:sldLayoutMkLst>
            <pc:docMk/>
            <pc:sldMasterMk cId="4143850075" sldId="2147483676"/>
            <pc:sldLayoutMk cId="1117215601" sldId="2147483719"/>
          </pc:sldLayoutMkLst>
        </pc:sldLayoutChg>
        <pc:sldLayoutChg chg="modTransition">
          <pc:chgData name="nguyenna9904@gmail.com" userId="55ededb00bfa6f4a" providerId="LiveId" clId="{0FB6993C-DB48-495E-90C2-52FE2C1E856E}" dt="2025-03-11T14:54:54.689" v="1756"/>
          <pc:sldLayoutMkLst>
            <pc:docMk/>
            <pc:sldMasterMk cId="4143850075" sldId="2147483676"/>
            <pc:sldLayoutMk cId="1101578467" sldId="2147483720"/>
          </pc:sldLayoutMkLst>
        </pc:sldLayoutChg>
        <pc:sldLayoutChg chg="modTransition">
          <pc:chgData name="nguyenna9904@gmail.com" userId="55ededb00bfa6f4a" providerId="LiveId" clId="{0FB6993C-DB48-495E-90C2-52FE2C1E856E}" dt="2025-03-11T14:54:54.689" v="1756"/>
          <pc:sldLayoutMkLst>
            <pc:docMk/>
            <pc:sldMasterMk cId="4143850075" sldId="2147483676"/>
            <pc:sldLayoutMk cId="1537371063" sldId="2147483721"/>
          </pc:sldLayoutMkLst>
        </pc:sldLayoutChg>
        <pc:sldLayoutChg chg="modTransition">
          <pc:chgData name="nguyenna9904@gmail.com" userId="55ededb00bfa6f4a" providerId="LiveId" clId="{0FB6993C-DB48-495E-90C2-52FE2C1E856E}" dt="2025-03-11T14:54:54.689" v="1756"/>
          <pc:sldLayoutMkLst>
            <pc:docMk/>
            <pc:sldMasterMk cId="4143850075" sldId="2147483676"/>
            <pc:sldLayoutMk cId="3762712726" sldId="2147483722"/>
          </pc:sldLayoutMkLst>
        </pc:sldLayoutChg>
        <pc:sldLayoutChg chg="modTransition">
          <pc:chgData name="nguyenna9904@gmail.com" userId="55ededb00bfa6f4a" providerId="LiveId" clId="{0FB6993C-DB48-495E-90C2-52FE2C1E856E}" dt="2025-03-11T14:54:54.689" v="1756"/>
          <pc:sldLayoutMkLst>
            <pc:docMk/>
            <pc:sldMasterMk cId="4143850075" sldId="2147483676"/>
            <pc:sldLayoutMk cId="2305055754" sldId="2147483723"/>
          </pc:sldLayoutMkLst>
        </pc:sldLayoutChg>
        <pc:sldLayoutChg chg="modTransition">
          <pc:chgData name="nguyenna9904@gmail.com" userId="55ededb00bfa6f4a" providerId="LiveId" clId="{0FB6993C-DB48-495E-90C2-52FE2C1E856E}" dt="2025-03-11T14:54:54.689" v="1756"/>
          <pc:sldLayoutMkLst>
            <pc:docMk/>
            <pc:sldMasterMk cId="4143850075" sldId="2147483676"/>
            <pc:sldLayoutMk cId="2459083917" sldId="2147483724"/>
          </pc:sldLayoutMkLst>
        </pc:sldLayoutChg>
        <pc:sldLayoutChg chg="modTransition">
          <pc:chgData name="nguyenna9904@gmail.com" userId="55ededb00bfa6f4a" providerId="LiveId" clId="{0FB6993C-DB48-495E-90C2-52FE2C1E856E}" dt="2025-03-11T14:54:54.689" v="1756"/>
          <pc:sldLayoutMkLst>
            <pc:docMk/>
            <pc:sldMasterMk cId="4143850075" sldId="2147483676"/>
            <pc:sldLayoutMk cId="2115182427" sldId="2147483725"/>
          </pc:sldLayoutMkLst>
        </pc:sldLayoutChg>
        <pc:sldLayoutChg chg="modTransition">
          <pc:chgData name="nguyenna9904@gmail.com" userId="55ededb00bfa6f4a" providerId="LiveId" clId="{0FB6993C-DB48-495E-90C2-52FE2C1E856E}" dt="2025-03-11T14:54:54.689" v="1756"/>
          <pc:sldLayoutMkLst>
            <pc:docMk/>
            <pc:sldMasterMk cId="4143850075" sldId="2147483676"/>
            <pc:sldLayoutMk cId="2878389145" sldId="2147483726"/>
          </pc:sldLayoutMkLst>
        </pc:sldLayoutChg>
        <pc:sldLayoutChg chg="modTransition">
          <pc:chgData name="nguyenna9904@gmail.com" userId="55ededb00bfa6f4a" providerId="LiveId" clId="{0FB6993C-DB48-495E-90C2-52FE2C1E856E}" dt="2025-03-11T14:54:54.689" v="1756"/>
          <pc:sldLayoutMkLst>
            <pc:docMk/>
            <pc:sldMasterMk cId="4143850075" sldId="2147483676"/>
            <pc:sldLayoutMk cId="4042041355" sldId="2147483727"/>
          </pc:sldLayoutMkLst>
        </pc:sldLayoutChg>
        <pc:sldLayoutChg chg="modTransition">
          <pc:chgData name="nguyenna9904@gmail.com" userId="55ededb00bfa6f4a" providerId="LiveId" clId="{0FB6993C-DB48-495E-90C2-52FE2C1E856E}" dt="2025-03-11T14:54:54.689" v="1756"/>
          <pc:sldLayoutMkLst>
            <pc:docMk/>
            <pc:sldMasterMk cId="4143850075" sldId="2147483676"/>
            <pc:sldLayoutMk cId="3102232949" sldId="2147483728"/>
          </pc:sldLayoutMkLst>
        </pc:sldLayoutChg>
        <pc:sldLayoutChg chg="modTransition">
          <pc:chgData name="nguyenna9904@gmail.com" userId="55ededb00bfa6f4a" providerId="LiveId" clId="{0FB6993C-DB48-495E-90C2-52FE2C1E856E}" dt="2025-03-11T14:54:54.689" v="1756"/>
          <pc:sldLayoutMkLst>
            <pc:docMk/>
            <pc:sldMasterMk cId="4143850075" sldId="2147483676"/>
            <pc:sldLayoutMk cId="3507260769" sldId="2147483729"/>
          </pc:sldLayoutMkLst>
        </pc:sldLayoutChg>
      </pc:sldMasterChg>
      <pc:sldMasterChg chg="modTransition modSldLayout">
        <pc:chgData name="nguyenna9904@gmail.com" userId="55ededb00bfa6f4a" providerId="LiveId" clId="{0FB6993C-DB48-495E-90C2-52FE2C1E856E}" dt="2025-03-11T14:54:54.689" v="1756"/>
        <pc:sldMasterMkLst>
          <pc:docMk/>
          <pc:sldMasterMk cId="0" sldId="2147483730"/>
        </pc:sldMasterMkLst>
        <pc:sldLayoutChg chg="modTransition">
          <pc:chgData name="nguyenna9904@gmail.com" userId="55ededb00bfa6f4a" providerId="LiveId" clId="{0FB6993C-DB48-495E-90C2-52FE2C1E856E}" dt="2025-03-11T14:54:54.689" v="1756"/>
          <pc:sldLayoutMkLst>
            <pc:docMk/>
            <pc:sldMasterMk cId="0" sldId="2147483648"/>
            <pc:sldLayoutMk cId="0" sldId="2147483649"/>
          </pc:sldLayoutMkLst>
        </pc:sldLayoutChg>
        <pc:sldLayoutChg chg="modTransition">
          <pc:chgData name="nguyenna9904@gmail.com" userId="55ededb00bfa6f4a" providerId="LiveId" clId="{0FB6993C-DB48-495E-90C2-52FE2C1E856E}" dt="2025-03-11T14:54:54.689" v="1756"/>
          <pc:sldLayoutMkLst>
            <pc:docMk/>
            <pc:sldMasterMk cId="0" sldId="2147483648"/>
            <pc:sldLayoutMk cId="0" sldId="2147483650"/>
          </pc:sldLayoutMkLst>
        </pc:sldLayoutChg>
        <pc:sldLayoutChg chg="modTransition">
          <pc:chgData name="nguyenna9904@gmail.com" userId="55ededb00bfa6f4a" providerId="LiveId" clId="{0FB6993C-DB48-495E-90C2-52FE2C1E856E}" dt="2025-03-11T14:54:54.689" v="1756"/>
          <pc:sldLayoutMkLst>
            <pc:docMk/>
            <pc:sldMasterMk cId="0" sldId="2147483648"/>
            <pc:sldLayoutMk cId="0" sldId="2147483651"/>
          </pc:sldLayoutMkLst>
        </pc:sldLayoutChg>
        <pc:sldLayoutChg chg="modTransition">
          <pc:chgData name="nguyenna9904@gmail.com" userId="55ededb00bfa6f4a" providerId="LiveId" clId="{0FB6993C-DB48-495E-90C2-52FE2C1E856E}" dt="2025-03-11T14:54:54.689" v="1756"/>
          <pc:sldLayoutMkLst>
            <pc:docMk/>
            <pc:sldMasterMk cId="0" sldId="2147483648"/>
            <pc:sldLayoutMk cId="0" sldId="2147483652"/>
          </pc:sldLayoutMkLst>
        </pc:sldLayoutChg>
        <pc:sldLayoutChg chg="modTransition">
          <pc:chgData name="nguyenna9904@gmail.com" userId="55ededb00bfa6f4a" providerId="LiveId" clId="{0FB6993C-DB48-495E-90C2-52FE2C1E856E}" dt="2025-03-11T14:54:54.689" v="1756"/>
          <pc:sldLayoutMkLst>
            <pc:docMk/>
            <pc:sldMasterMk cId="0" sldId="2147483648"/>
            <pc:sldLayoutMk cId="0" sldId="2147483653"/>
          </pc:sldLayoutMkLst>
        </pc:sldLayoutChg>
        <pc:sldLayoutChg chg="modTransition">
          <pc:chgData name="nguyenna9904@gmail.com" userId="55ededb00bfa6f4a" providerId="LiveId" clId="{0FB6993C-DB48-495E-90C2-52FE2C1E856E}" dt="2025-03-11T14:54:54.689" v="1756"/>
          <pc:sldLayoutMkLst>
            <pc:docMk/>
            <pc:sldMasterMk cId="0" sldId="2147483648"/>
            <pc:sldLayoutMk cId="0" sldId="2147483654"/>
          </pc:sldLayoutMkLst>
        </pc:sldLayoutChg>
        <pc:sldLayoutChg chg="modTransition">
          <pc:chgData name="nguyenna9904@gmail.com" userId="55ededb00bfa6f4a" providerId="LiveId" clId="{0FB6993C-DB48-495E-90C2-52FE2C1E856E}" dt="2025-03-11T14:54:54.689" v="1756"/>
          <pc:sldLayoutMkLst>
            <pc:docMk/>
            <pc:sldMasterMk cId="0" sldId="2147483648"/>
            <pc:sldLayoutMk cId="0" sldId="2147483655"/>
          </pc:sldLayoutMkLst>
        </pc:sldLayoutChg>
        <pc:sldLayoutChg chg="modTransition">
          <pc:chgData name="nguyenna9904@gmail.com" userId="55ededb00bfa6f4a" providerId="LiveId" clId="{0FB6993C-DB48-495E-90C2-52FE2C1E856E}" dt="2025-03-11T14:54:54.689" v="1756"/>
          <pc:sldLayoutMkLst>
            <pc:docMk/>
            <pc:sldMasterMk cId="0" sldId="2147483648"/>
            <pc:sldLayoutMk cId="0" sldId="2147483656"/>
          </pc:sldLayoutMkLst>
        </pc:sldLayoutChg>
        <pc:sldLayoutChg chg="modTransition">
          <pc:chgData name="nguyenna9904@gmail.com" userId="55ededb00bfa6f4a" providerId="LiveId" clId="{0FB6993C-DB48-495E-90C2-52FE2C1E856E}" dt="2025-03-11T14:54:54.689" v="1756"/>
          <pc:sldLayoutMkLst>
            <pc:docMk/>
            <pc:sldMasterMk cId="0" sldId="2147483648"/>
            <pc:sldLayoutMk cId="0" sldId="2147483657"/>
          </pc:sldLayoutMkLst>
        </pc:sldLayoutChg>
        <pc:sldLayoutChg chg="modTransition">
          <pc:chgData name="nguyenna9904@gmail.com" userId="55ededb00bfa6f4a" providerId="LiveId" clId="{0FB6993C-DB48-495E-90C2-52FE2C1E856E}" dt="2025-03-11T14:54:54.689" v="1756"/>
          <pc:sldLayoutMkLst>
            <pc:docMk/>
            <pc:sldMasterMk cId="0" sldId="2147483648"/>
            <pc:sldLayoutMk cId="0" sldId="2147483658"/>
          </pc:sldLayoutMkLst>
        </pc:sldLayoutChg>
      </pc:sldMasterChg>
    </pc:docChg>
  </pc:docChgLst>
  <pc:docChgLst>
    <pc:chgData name="Van Huyen" userId="02756b3f156e38fc" providerId="LiveId" clId="{488DF4EB-B3B4-44C1-A62D-5E61A14D892B}"/>
    <pc:docChg chg="custSel addSld delSld modSld addMainMaster">
      <pc:chgData name="Van Huyen" userId="02756b3f156e38fc" providerId="LiveId" clId="{488DF4EB-B3B4-44C1-A62D-5E61A14D892B}" dt="2025-03-12T07:26:23.505" v="654" actId="20577"/>
      <pc:docMkLst>
        <pc:docMk/>
      </pc:docMkLst>
      <pc:sldChg chg="add del">
        <pc:chgData name="Van Huyen" userId="02756b3f156e38fc" providerId="LiveId" clId="{488DF4EB-B3B4-44C1-A62D-5E61A14D892B}" dt="2025-03-11T10:34:31.050" v="82"/>
        <pc:sldMkLst>
          <pc:docMk/>
          <pc:sldMk cId="2948622477" sldId="317"/>
        </pc:sldMkLst>
      </pc:sldChg>
      <pc:sldChg chg="add">
        <pc:chgData name="Van Huyen" userId="02756b3f156e38fc" providerId="LiveId" clId="{488DF4EB-B3B4-44C1-A62D-5E61A14D892B}" dt="2025-03-11T11:41:29.458" v="83"/>
        <pc:sldMkLst>
          <pc:docMk/>
          <pc:sldMk cId="1802737026" sldId="318"/>
        </pc:sldMkLst>
      </pc:sldChg>
      <pc:sldChg chg="modSp add del mod">
        <pc:chgData name="Van Huyen" userId="02756b3f156e38fc" providerId="LiveId" clId="{488DF4EB-B3B4-44C1-A62D-5E61A14D892B}" dt="2025-03-11T10:02:20.334" v="76" actId="47"/>
        <pc:sldMkLst>
          <pc:docMk/>
          <pc:sldMk cId="3929778528" sldId="318"/>
        </pc:sldMkLst>
        <pc:spChg chg="mod">
          <ac:chgData name="Van Huyen" userId="02756b3f156e38fc" providerId="LiveId" clId="{488DF4EB-B3B4-44C1-A62D-5E61A14D892B}" dt="2025-03-11T10:01:34.995" v="7"/>
          <ac:spMkLst>
            <pc:docMk/>
            <pc:sldMk cId="3929778528" sldId="318"/>
            <ac:spMk id="2" creationId="{9E785B7D-3DEC-331B-7405-8BDCCF7F9AB1}"/>
          </ac:spMkLst>
        </pc:spChg>
        <pc:spChg chg="mod">
          <ac:chgData name="Van Huyen" userId="02756b3f156e38fc" providerId="LiveId" clId="{488DF4EB-B3B4-44C1-A62D-5E61A14D892B}" dt="2025-03-11T10:01:34.995" v="6"/>
          <ac:spMkLst>
            <pc:docMk/>
            <pc:sldMk cId="3929778528" sldId="318"/>
            <ac:spMk id="3" creationId="{EAF23828-CFF5-50CB-DF4D-89D57695704B}"/>
          </ac:spMkLst>
        </pc:spChg>
        <pc:spChg chg="mod">
          <ac:chgData name="Van Huyen" userId="02756b3f156e38fc" providerId="LiveId" clId="{488DF4EB-B3B4-44C1-A62D-5E61A14D892B}" dt="2025-03-11T10:01:34.995" v="5"/>
          <ac:spMkLst>
            <pc:docMk/>
            <pc:sldMk cId="3929778528" sldId="318"/>
            <ac:spMk id="4" creationId="{344423B1-819B-437F-96A1-9236DEDFEBD7}"/>
          </ac:spMkLst>
        </pc:spChg>
      </pc:sldChg>
      <pc:sldChg chg="add">
        <pc:chgData name="Van Huyen" userId="02756b3f156e38fc" providerId="LiveId" clId="{488DF4EB-B3B4-44C1-A62D-5E61A14D892B}" dt="2025-03-11T11:54:27.698" v="84"/>
        <pc:sldMkLst>
          <pc:docMk/>
          <pc:sldMk cId="262654736" sldId="319"/>
        </pc:sldMkLst>
      </pc:sldChg>
      <pc:sldChg chg="modSp new del mod">
        <pc:chgData name="Van Huyen" userId="02756b3f156e38fc" providerId="LiveId" clId="{488DF4EB-B3B4-44C1-A62D-5E61A14D892B}" dt="2025-03-11T10:02:21.674" v="77" actId="47"/>
        <pc:sldMkLst>
          <pc:docMk/>
          <pc:sldMk cId="941168081" sldId="319"/>
        </pc:sldMkLst>
        <pc:spChg chg="mod">
          <ac:chgData name="Van Huyen" userId="02756b3f156e38fc" providerId="LiveId" clId="{488DF4EB-B3B4-44C1-A62D-5E61A14D892B}" dt="2025-03-11T10:01:35.183" v="18"/>
          <ac:spMkLst>
            <pc:docMk/>
            <pc:sldMk cId="941168081" sldId="319"/>
            <ac:spMk id="2" creationId="{0D899888-1F38-4F9B-A99A-5F23F7990BC8}"/>
          </ac:spMkLst>
        </pc:spChg>
        <pc:spChg chg="mod">
          <ac:chgData name="Van Huyen" userId="02756b3f156e38fc" providerId="LiveId" clId="{488DF4EB-B3B4-44C1-A62D-5E61A14D892B}" dt="2025-03-11T10:01:35.183" v="17"/>
          <ac:spMkLst>
            <pc:docMk/>
            <pc:sldMk cId="941168081" sldId="319"/>
            <ac:spMk id="3" creationId="{A0B79E1E-5E02-3459-5D8C-340DE48AA886}"/>
          </ac:spMkLst>
        </pc:spChg>
        <pc:spChg chg="mod">
          <ac:chgData name="Van Huyen" userId="02756b3f156e38fc" providerId="LiveId" clId="{488DF4EB-B3B4-44C1-A62D-5E61A14D892B}" dt="2025-03-11T10:01:35.183" v="20"/>
          <ac:spMkLst>
            <pc:docMk/>
            <pc:sldMk cId="941168081" sldId="319"/>
            <ac:spMk id="5" creationId="{6BFCEA8B-8021-281D-7CB5-1BDCD5C86DD8}"/>
          </ac:spMkLst>
        </pc:spChg>
        <pc:spChg chg="mod">
          <ac:chgData name="Van Huyen" userId="02756b3f156e38fc" providerId="LiveId" clId="{488DF4EB-B3B4-44C1-A62D-5E61A14D892B}" dt="2025-03-11T10:01:35.183" v="19"/>
          <ac:spMkLst>
            <pc:docMk/>
            <pc:sldMk cId="941168081" sldId="319"/>
            <ac:spMk id="6" creationId="{67220D1E-397E-9528-0B49-A098CD4EC539}"/>
          </ac:spMkLst>
        </pc:spChg>
        <pc:spChg chg="mod">
          <ac:chgData name="Van Huyen" userId="02756b3f156e38fc" providerId="LiveId" clId="{488DF4EB-B3B4-44C1-A62D-5E61A14D892B}" dt="2025-03-11T10:01:35.195" v="22"/>
          <ac:spMkLst>
            <pc:docMk/>
            <pc:sldMk cId="941168081" sldId="319"/>
            <ac:spMk id="7" creationId="{F1AD257D-9CC9-9C37-AF0D-F9801C4CF054}"/>
          </ac:spMkLst>
        </pc:spChg>
        <pc:spChg chg="mod">
          <ac:chgData name="Van Huyen" userId="02756b3f156e38fc" providerId="LiveId" clId="{488DF4EB-B3B4-44C1-A62D-5E61A14D892B}" dt="2025-03-11T10:01:35.183" v="21"/>
          <ac:spMkLst>
            <pc:docMk/>
            <pc:sldMk cId="941168081" sldId="319"/>
            <ac:spMk id="8" creationId="{EBD9DEAB-60E6-10B2-3ED2-DDDED41A54F3}"/>
          </ac:spMkLst>
        </pc:spChg>
        <pc:spChg chg="mod">
          <ac:chgData name="Van Huyen" userId="02756b3f156e38fc" providerId="LiveId" clId="{488DF4EB-B3B4-44C1-A62D-5E61A14D892B}" dt="2025-03-11T10:01:35.199" v="24"/>
          <ac:spMkLst>
            <pc:docMk/>
            <pc:sldMk cId="941168081" sldId="319"/>
            <ac:spMk id="9" creationId="{AD0B0601-969F-0125-4B67-A09D3EBF24F7}"/>
          </ac:spMkLst>
        </pc:spChg>
        <pc:spChg chg="mod">
          <ac:chgData name="Van Huyen" userId="02756b3f156e38fc" providerId="LiveId" clId="{488DF4EB-B3B4-44C1-A62D-5E61A14D892B}" dt="2025-03-11T10:01:35.196" v="23"/>
          <ac:spMkLst>
            <pc:docMk/>
            <pc:sldMk cId="941168081" sldId="319"/>
            <ac:spMk id="10" creationId="{480FC399-27DF-C1CD-7130-2F9D529A1C43}"/>
          </ac:spMkLst>
        </pc:spChg>
      </pc:sldChg>
      <pc:sldChg chg="addSp delSp modSp new del mod">
        <pc:chgData name="Van Huyen" userId="02756b3f156e38fc" providerId="LiveId" clId="{488DF4EB-B3B4-44C1-A62D-5E61A14D892B}" dt="2025-03-11T10:02:22.521" v="78" actId="47"/>
        <pc:sldMkLst>
          <pc:docMk/>
          <pc:sldMk cId="707609177" sldId="320"/>
        </pc:sldMkLst>
        <pc:spChg chg="mod">
          <ac:chgData name="Van Huyen" userId="02756b3f156e38fc" providerId="LiveId" clId="{488DF4EB-B3B4-44C1-A62D-5E61A14D892B}" dt="2025-03-11T10:01:35.212" v="31"/>
          <ac:spMkLst>
            <pc:docMk/>
            <pc:sldMk cId="707609177" sldId="320"/>
            <ac:spMk id="2" creationId="{E1602F01-AC86-67AA-9A59-05C118129319}"/>
          </ac:spMkLst>
        </pc:spChg>
        <pc:spChg chg="mod">
          <ac:chgData name="Van Huyen" userId="02756b3f156e38fc" providerId="LiveId" clId="{488DF4EB-B3B4-44C1-A62D-5E61A14D892B}" dt="2025-03-11T10:01:35.212" v="30"/>
          <ac:spMkLst>
            <pc:docMk/>
            <pc:sldMk cId="707609177" sldId="320"/>
            <ac:spMk id="3" creationId="{AE952920-4786-7BB1-6675-143211CED84E}"/>
          </ac:spMkLst>
        </pc:spChg>
        <pc:spChg chg="del">
          <ac:chgData name="Van Huyen" userId="02756b3f156e38fc" providerId="LiveId" clId="{488DF4EB-B3B4-44C1-A62D-5E61A14D892B}" dt="2025-03-11T10:01:38.298" v="73"/>
          <ac:spMkLst>
            <pc:docMk/>
            <pc:sldMk cId="707609177" sldId="320"/>
            <ac:spMk id="5" creationId="{08CB34DF-2C21-8D9F-3CD4-D712DCC6986E}"/>
          </ac:spMkLst>
        </pc:spChg>
        <pc:spChg chg="mod">
          <ac:chgData name="Van Huyen" userId="02756b3f156e38fc" providerId="LiveId" clId="{488DF4EB-B3B4-44C1-A62D-5E61A14D892B}" dt="2025-03-11T10:01:35.214" v="33"/>
          <ac:spMkLst>
            <pc:docMk/>
            <pc:sldMk cId="707609177" sldId="320"/>
            <ac:spMk id="6" creationId="{540EEE71-73AD-ACE3-A992-3B53D17F1326}"/>
          </ac:spMkLst>
        </pc:spChg>
        <pc:spChg chg="mod">
          <ac:chgData name="Van Huyen" userId="02756b3f156e38fc" providerId="LiveId" clId="{488DF4EB-B3B4-44C1-A62D-5E61A14D892B}" dt="2025-03-11T10:01:35.214" v="32"/>
          <ac:spMkLst>
            <pc:docMk/>
            <pc:sldMk cId="707609177" sldId="320"/>
            <ac:spMk id="7" creationId="{3F585A5F-4C43-AD56-A935-483FD3E5F9A5}"/>
          </ac:spMkLst>
        </pc:spChg>
        <pc:picChg chg="add mod">
          <ac:chgData name="Van Huyen" userId="02756b3f156e38fc" providerId="LiveId" clId="{488DF4EB-B3B4-44C1-A62D-5E61A14D892B}" dt="2025-03-11T10:01:38.298" v="73"/>
          <ac:picMkLst>
            <pc:docMk/>
            <pc:sldMk cId="707609177" sldId="320"/>
            <ac:picMk id="8" creationId="{1B3F5B5C-7B12-CF2A-9F0C-847E9207F5A4}"/>
          </ac:picMkLst>
        </pc:picChg>
      </pc:sldChg>
      <pc:sldChg chg="modSp add mod">
        <pc:chgData name="Van Huyen" userId="02756b3f156e38fc" providerId="LiveId" clId="{488DF4EB-B3B4-44C1-A62D-5E61A14D892B}" dt="2025-03-11T12:07:55.094" v="93" actId="1076"/>
        <pc:sldMkLst>
          <pc:docMk/>
          <pc:sldMk cId="1251707536" sldId="320"/>
        </pc:sldMkLst>
        <pc:spChg chg="mod">
          <ac:chgData name="Van Huyen" userId="02756b3f156e38fc" providerId="LiveId" clId="{488DF4EB-B3B4-44C1-A62D-5E61A14D892B}" dt="2025-03-11T12:07:55.094" v="93" actId="1076"/>
          <ac:spMkLst>
            <pc:docMk/>
            <pc:sldMk cId="1251707536" sldId="320"/>
            <ac:spMk id="6" creationId="{00583F2F-9D7C-6187-FC79-054833F26CB3}"/>
          </ac:spMkLst>
        </pc:spChg>
        <pc:spChg chg="mod">
          <ac:chgData name="Van Huyen" userId="02756b3f156e38fc" providerId="LiveId" clId="{488DF4EB-B3B4-44C1-A62D-5E61A14D892B}" dt="2025-03-11T12:07:46.621" v="90" actId="255"/>
          <ac:spMkLst>
            <pc:docMk/>
            <pc:sldMk cId="1251707536" sldId="320"/>
            <ac:spMk id="9" creationId="{7C4F7FEE-7B8E-672E-80FA-A97F788FF103}"/>
          </ac:spMkLst>
        </pc:spChg>
        <pc:spChg chg="mod">
          <ac:chgData name="Van Huyen" userId="02756b3f156e38fc" providerId="LiveId" clId="{488DF4EB-B3B4-44C1-A62D-5E61A14D892B}" dt="2025-03-11T12:07:30.959" v="86" actId="255"/>
          <ac:spMkLst>
            <pc:docMk/>
            <pc:sldMk cId="1251707536" sldId="320"/>
            <ac:spMk id="12" creationId="{CA97F351-FD76-46AB-9FE6-44D7303A2BC4}"/>
          </ac:spMkLst>
        </pc:spChg>
        <pc:spChg chg="mod">
          <ac:chgData name="Van Huyen" userId="02756b3f156e38fc" providerId="LiveId" clId="{488DF4EB-B3B4-44C1-A62D-5E61A14D892B}" dt="2025-03-11T12:07:42.671" v="89" actId="14100"/>
          <ac:spMkLst>
            <pc:docMk/>
            <pc:sldMk cId="1251707536" sldId="320"/>
            <ac:spMk id="13" creationId="{1938F9EF-7DD6-43DA-D703-2871D37DDCF3}"/>
          </ac:spMkLst>
        </pc:spChg>
      </pc:sldChg>
      <pc:sldChg chg="modSp add">
        <pc:chgData name="Van Huyen" userId="02756b3f156e38fc" providerId="LiveId" clId="{488DF4EB-B3B4-44C1-A62D-5E61A14D892B}" dt="2025-03-11T12:16:23.626" v="96" actId="1076"/>
        <pc:sldMkLst>
          <pc:docMk/>
          <pc:sldMk cId="2462543188" sldId="321"/>
        </pc:sldMkLst>
        <pc:picChg chg="mod">
          <ac:chgData name="Van Huyen" userId="02756b3f156e38fc" providerId="LiveId" clId="{488DF4EB-B3B4-44C1-A62D-5E61A14D892B}" dt="2025-03-11T12:16:23.626" v="96" actId="1076"/>
          <ac:picMkLst>
            <pc:docMk/>
            <pc:sldMk cId="2462543188" sldId="321"/>
            <ac:picMk id="1026" creationId="{02867DFE-920B-ADE8-5811-69CC24DD4754}"/>
          </ac:picMkLst>
        </pc:picChg>
      </pc:sldChg>
      <pc:sldChg chg="addSp delSp modSp new del mod">
        <pc:chgData name="Van Huyen" userId="02756b3f156e38fc" providerId="LiveId" clId="{488DF4EB-B3B4-44C1-A62D-5E61A14D892B}" dt="2025-03-11T10:02:23.141" v="79" actId="47"/>
        <pc:sldMkLst>
          <pc:docMk/>
          <pc:sldMk cId="3333128121" sldId="321"/>
        </pc:sldMkLst>
        <pc:spChg chg="mod">
          <ac:chgData name="Van Huyen" userId="02756b3f156e38fc" providerId="LiveId" clId="{488DF4EB-B3B4-44C1-A62D-5E61A14D892B}" dt="2025-03-11T10:01:35.242" v="43"/>
          <ac:spMkLst>
            <pc:docMk/>
            <pc:sldMk cId="3333128121" sldId="321"/>
            <ac:spMk id="2" creationId="{76589FC8-2128-4702-3279-858585F9F4AE}"/>
          </ac:spMkLst>
        </pc:spChg>
        <pc:spChg chg="mod">
          <ac:chgData name="Van Huyen" userId="02756b3f156e38fc" providerId="LiveId" clId="{488DF4EB-B3B4-44C1-A62D-5E61A14D892B}" dt="2025-03-11T10:01:35.242" v="42"/>
          <ac:spMkLst>
            <pc:docMk/>
            <pc:sldMk cId="3333128121" sldId="321"/>
            <ac:spMk id="3" creationId="{435135DC-9CF1-029C-A89F-4D8DF04CEAF2}"/>
          </ac:spMkLst>
        </pc:spChg>
        <pc:spChg chg="del">
          <ac:chgData name="Van Huyen" userId="02756b3f156e38fc" providerId="LiveId" clId="{488DF4EB-B3B4-44C1-A62D-5E61A14D892B}" dt="2025-03-11T10:01:38.668" v="74"/>
          <ac:spMkLst>
            <pc:docMk/>
            <pc:sldMk cId="3333128121" sldId="321"/>
            <ac:spMk id="5" creationId="{2E5AD2C2-5B08-EA52-9536-498CD3DAEE36}"/>
          </ac:spMkLst>
        </pc:spChg>
        <pc:spChg chg="mod">
          <ac:chgData name="Van Huyen" userId="02756b3f156e38fc" providerId="LiveId" clId="{488DF4EB-B3B4-44C1-A62D-5E61A14D892B}" dt="2025-03-11T10:01:35.246" v="45"/>
          <ac:spMkLst>
            <pc:docMk/>
            <pc:sldMk cId="3333128121" sldId="321"/>
            <ac:spMk id="6" creationId="{4659AE00-8DC1-DCBF-192C-2259C36576A6}"/>
          </ac:spMkLst>
        </pc:spChg>
        <pc:spChg chg="mod">
          <ac:chgData name="Van Huyen" userId="02756b3f156e38fc" providerId="LiveId" clId="{488DF4EB-B3B4-44C1-A62D-5E61A14D892B}" dt="2025-03-11T10:01:35.242" v="44"/>
          <ac:spMkLst>
            <pc:docMk/>
            <pc:sldMk cId="3333128121" sldId="321"/>
            <ac:spMk id="7" creationId="{DDE7EDD4-2358-B7CD-56CC-1BD753835076}"/>
          </ac:spMkLst>
        </pc:spChg>
        <pc:spChg chg="mod">
          <ac:chgData name="Van Huyen" userId="02756b3f156e38fc" providerId="LiveId" clId="{488DF4EB-B3B4-44C1-A62D-5E61A14D892B}" dt="2025-03-11T10:01:35.247" v="47"/>
          <ac:spMkLst>
            <pc:docMk/>
            <pc:sldMk cId="3333128121" sldId="321"/>
            <ac:spMk id="8" creationId="{A922A3F4-670B-B976-E254-F83A70E87E49}"/>
          </ac:spMkLst>
        </pc:spChg>
        <pc:spChg chg="mod">
          <ac:chgData name="Van Huyen" userId="02756b3f156e38fc" providerId="LiveId" clId="{488DF4EB-B3B4-44C1-A62D-5E61A14D892B}" dt="2025-03-11T10:01:35.246" v="46"/>
          <ac:spMkLst>
            <pc:docMk/>
            <pc:sldMk cId="3333128121" sldId="321"/>
            <ac:spMk id="9" creationId="{E5D0D199-4236-B806-EE41-7DFA2901EEA1}"/>
          </ac:spMkLst>
        </pc:spChg>
        <pc:spChg chg="del">
          <ac:chgData name="Van Huyen" userId="02756b3f156e38fc" providerId="LiveId" clId="{488DF4EB-B3B4-44C1-A62D-5E61A14D892B}" dt="2025-03-11T10:01:38.729" v="75"/>
          <ac:spMkLst>
            <pc:docMk/>
            <pc:sldMk cId="3333128121" sldId="321"/>
            <ac:spMk id="10" creationId="{D383DEB6-2F84-6B68-8A37-7C6FFF71D544}"/>
          </ac:spMkLst>
        </pc:spChg>
        <pc:picChg chg="add mod">
          <ac:chgData name="Van Huyen" userId="02756b3f156e38fc" providerId="LiveId" clId="{488DF4EB-B3B4-44C1-A62D-5E61A14D892B}" dt="2025-03-11T10:01:38.668" v="74"/>
          <ac:picMkLst>
            <pc:docMk/>
            <pc:sldMk cId="3333128121" sldId="321"/>
            <ac:picMk id="11" creationId="{9271328C-30BB-CCB4-FD39-032E7BE0D943}"/>
          </ac:picMkLst>
        </pc:picChg>
        <pc:picChg chg="add mod">
          <ac:chgData name="Van Huyen" userId="02756b3f156e38fc" providerId="LiveId" clId="{488DF4EB-B3B4-44C1-A62D-5E61A14D892B}" dt="2025-03-11T10:01:38.729" v="75"/>
          <ac:picMkLst>
            <pc:docMk/>
            <pc:sldMk cId="3333128121" sldId="321"/>
            <ac:picMk id="12" creationId="{A6A5D206-686F-A67D-450A-B12D9675F835}"/>
          </ac:picMkLst>
        </pc:picChg>
      </pc:sldChg>
      <pc:sldChg chg="modSp add del mod">
        <pc:chgData name="Van Huyen" userId="02756b3f156e38fc" providerId="LiveId" clId="{488DF4EB-B3B4-44C1-A62D-5E61A14D892B}" dt="2025-03-11T10:02:23.634" v="80" actId="47"/>
        <pc:sldMkLst>
          <pc:docMk/>
          <pc:sldMk cId="1928948827" sldId="322"/>
        </pc:sldMkLst>
        <pc:spChg chg="mod">
          <ac:chgData name="Van Huyen" userId="02756b3f156e38fc" providerId="LiveId" clId="{488DF4EB-B3B4-44C1-A62D-5E61A14D892B}" dt="2025-03-11T10:01:35.274" v="59"/>
          <ac:spMkLst>
            <pc:docMk/>
            <pc:sldMk cId="1928948827" sldId="322"/>
            <ac:spMk id="3" creationId="{00000000-0000-0000-0000-000000000000}"/>
          </ac:spMkLst>
        </pc:spChg>
        <pc:spChg chg="mod">
          <ac:chgData name="Van Huyen" userId="02756b3f156e38fc" providerId="LiveId" clId="{488DF4EB-B3B4-44C1-A62D-5E61A14D892B}" dt="2025-03-11T10:01:35.279" v="62"/>
          <ac:spMkLst>
            <pc:docMk/>
            <pc:sldMk cId="1928948827" sldId="322"/>
            <ac:spMk id="5" creationId="{00000000-0000-0000-0000-000000000000}"/>
          </ac:spMkLst>
        </pc:spChg>
        <pc:spChg chg="mod">
          <ac:chgData name="Van Huyen" userId="02756b3f156e38fc" providerId="LiveId" clId="{488DF4EB-B3B4-44C1-A62D-5E61A14D892B}" dt="2025-03-11T10:01:35.281" v="72"/>
          <ac:spMkLst>
            <pc:docMk/>
            <pc:sldMk cId="1928948827" sldId="322"/>
            <ac:spMk id="25" creationId="{00000000-0000-0000-0000-000000000000}"/>
          </ac:spMkLst>
        </pc:spChg>
      </pc:sldChg>
      <pc:sldChg chg="modSp add mod modNotesTx">
        <pc:chgData name="Van Huyen" userId="02756b3f156e38fc" providerId="LiveId" clId="{488DF4EB-B3B4-44C1-A62D-5E61A14D892B}" dt="2025-03-12T02:54:26.111" v="640"/>
        <pc:sldMkLst>
          <pc:docMk/>
          <pc:sldMk cId="3156380423" sldId="322"/>
        </pc:sldMkLst>
        <pc:spChg chg="mod">
          <ac:chgData name="Van Huyen" userId="02756b3f156e38fc" providerId="LiveId" clId="{488DF4EB-B3B4-44C1-A62D-5E61A14D892B}" dt="2025-03-11T12:27:01.937" v="99" actId="1076"/>
          <ac:spMkLst>
            <pc:docMk/>
            <pc:sldMk cId="3156380423" sldId="322"/>
            <ac:spMk id="6" creationId="{EB7A9CF2-A76C-0708-83C2-CC3154FB6DFD}"/>
          </ac:spMkLst>
        </pc:spChg>
        <pc:picChg chg="mod">
          <ac:chgData name="Van Huyen" userId="02756b3f156e38fc" providerId="LiveId" clId="{488DF4EB-B3B4-44C1-A62D-5E61A14D892B}" dt="2025-03-11T12:27:00.217" v="98" actId="14100"/>
          <ac:picMkLst>
            <pc:docMk/>
            <pc:sldMk cId="3156380423" sldId="322"/>
            <ac:picMk id="2050" creationId="{C00B01EF-94E7-7631-B92A-2FDA05026DBF}"/>
          </ac:picMkLst>
        </pc:picChg>
      </pc:sldChg>
      <pc:sldChg chg="add">
        <pc:chgData name="Van Huyen" userId="02756b3f156e38fc" providerId="LiveId" clId="{488DF4EB-B3B4-44C1-A62D-5E61A14D892B}" dt="2025-03-11T12:49:16.960" v="100"/>
        <pc:sldMkLst>
          <pc:docMk/>
          <pc:sldMk cId="4169461128" sldId="323"/>
        </pc:sldMkLst>
      </pc:sldChg>
      <pc:sldChg chg="add modNotesTx">
        <pc:chgData name="Van Huyen" userId="02756b3f156e38fc" providerId="LiveId" clId="{488DF4EB-B3B4-44C1-A62D-5E61A14D892B}" dt="2025-03-12T02:52:31.803" v="639"/>
        <pc:sldMkLst>
          <pc:docMk/>
          <pc:sldMk cId="2839792385" sldId="324"/>
        </pc:sldMkLst>
      </pc:sldChg>
      <pc:sldChg chg="add">
        <pc:chgData name="Van Huyen" userId="02756b3f156e38fc" providerId="LiveId" clId="{488DF4EB-B3B4-44C1-A62D-5E61A14D892B}" dt="2025-03-11T12:49:38.586" v="102"/>
        <pc:sldMkLst>
          <pc:docMk/>
          <pc:sldMk cId="681202302" sldId="325"/>
        </pc:sldMkLst>
      </pc:sldChg>
      <pc:sldChg chg="add">
        <pc:chgData name="Van Huyen" userId="02756b3f156e38fc" providerId="LiveId" clId="{488DF4EB-B3B4-44C1-A62D-5E61A14D892B}" dt="2025-03-11T12:49:45.590" v="103"/>
        <pc:sldMkLst>
          <pc:docMk/>
          <pc:sldMk cId="3118880236" sldId="326"/>
        </pc:sldMkLst>
      </pc:sldChg>
      <pc:sldChg chg="modSp add">
        <pc:chgData name="Van Huyen" userId="02756b3f156e38fc" providerId="LiveId" clId="{488DF4EB-B3B4-44C1-A62D-5E61A14D892B}" dt="2025-03-12T07:26:23.505" v="654" actId="20577"/>
        <pc:sldMkLst>
          <pc:docMk/>
          <pc:sldMk cId="2870817921" sldId="327"/>
        </pc:sldMkLst>
        <pc:spChg chg="mod">
          <ac:chgData name="Van Huyen" userId="02756b3f156e38fc" providerId="LiveId" clId="{488DF4EB-B3B4-44C1-A62D-5E61A14D892B}" dt="2025-03-12T07:26:23.505" v="654" actId="20577"/>
          <ac:spMkLst>
            <pc:docMk/>
            <pc:sldMk cId="2870817921" sldId="327"/>
            <ac:spMk id="8" creationId="{714E7366-4308-7D3F-77AB-A38365D8AC5A}"/>
          </ac:spMkLst>
        </pc:spChg>
      </pc:sldChg>
      <pc:sldChg chg="add modNotesTx">
        <pc:chgData name="Van Huyen" userId="02756b3f156e38fc" providerId="LiveId" clId="{488DF4EB-B3B4-44C1-A62D-5E61A14D892B}" dt="2025-03-12T02:58:27.193" v="651" actId="20577"/>
        <pc:sldMkLst>
          <pc:docMk/>
          <pc:sldMk cId="1615916471" sldId="328"/>
        </pc:sldMkLst>
      </pc:sldChg>
      <pc:sldChg chg="modSp add">
        <pc:chgData name="Van Huyen" userId="02756b3f156e38fc" providerId="LiveId" clId="{488DF4EB-B3B4-44C1-A62D-5E61A14D892B}" dt="2025-03-11T12:50:17.863" v="107" actId="207"/>
        <pc:sldMkLst>
          <pc:docMk/>
          <pc:sldMk cId="778388680" sldId="329"/>
        </pc:sldMkLst>
        <pc:graphicFrameChg chg="mod">
          <ac:chgData name="Van Huyen" userId="02756b3f156e38fc" providerId="LiveId" clId="{488DF4EB-B3B4-44C1-A62D-5E61A14D892B}" dt="2025-03-11T12:50:17.863" v="107" actId="207"/>
          <ac:graphicFrameMkLst>
            <pc:docMk/>
            <pc:sldMk cId="778388680" sldId="329"/>
            <ac:graphicFrameMk id="4" creationId="{B4CD2A37-501D-1B23-E775-7E3AE8814311}"/>
          </ac:graphicFrameMkLst>
        </pc:graphicFrameChg>
      </pc:sldChg>
      <pc:sldMasterChg chg="add addSldLayout">
        <pc:chgData name="Van Huyen" userId="02756b3f156e38fc" providerId="LiveId" clId="{488DF4EB-B3B4-44C1-A62D-5E61A14D892B}" dt="2025-03-11T10:01:35.142" v="8"/>
        <pc:sldMasterMkLst>
          <pc:docMk/>
          <pc:sldMasterMk cId="4143850075" sldId="2147483676"/>
        </pc:sldMasterMkLst>
        <pc:sldLayoutChg chg="add">
          <pc:chgData name="Van Huyen" userId="02756b3f156e38fc" providerId="LiveId" clId="{488DF4EB-B3B4-44C1-A62D-5E61A14D892B}" dt="2025-03-11T10:01:34.765" v="0"/>
          <pc:sldLayoutMkLst>
            <pc:docMk/>
            <pc:sldMasterMk cId="4143850075" sldId="2147483676"/>
            <pc:sldLayoutMk cId="3083858427" sldId="2147483677"/>
          </pc:sldLayoutMkLst>
        </pc:sldLayoutChg>
        <pc:sldLayoutChg chg="add">
          <pc:chgData name="Van Huyen" userId="02756b3f156e38fc" providerId="LiveId" clId="{488DF4EB-B3B4-44C1-A62D-5E61A14D892B}" dt="2025-03-11T10:01:34.765" v="0"/>
          <pc:sldLayoutMkLst>
            <pc:docMk/>
            <pc:sldMasterMk cId="4143850075" sldId="2147483676"/>
            <pc:sldLayoutMk cId="84115513" sldId="2147483679"/>
          </pc:sldLayoutMkLst>
        </pc:sldLayoutChg>
        <pc:sldLayoutChg chg="add">
          <pc:chgData name="Van Huyen" userId="02756b3f156e38fc" providerId="LiveId" clId="{488DF4EB-B3B4-44C1-A62D-5E61A14D892B}" dt="2025-03-11T10:01:34.765" v="0"/>
          <pc:sldLayoutMkLst>
            <pc:docMk/>
            <pc:sldMasterMk cId="4143850075" sldId="2147483676"/>
            <pc:sldLayoutMk cId="2477519661" sldId="2147483681"/>
          </pc:sldLayoutMkLst>
        </pc:sldLayoutChg>
        <pc:sldLayoutChg chg="add">
          <pc:chgData name="Van Huyen" userId="02756b3f156e38fc" providerId="LiveId" clId="{488DF4EB-B3B4-44C1-A62D-5E61A14D892B}" dt="2025-03-11T10:01:34.765" v="0"/>
          <pc:sldLayoutMkLst>
            <pc:docMk/>
            <pc:sldMasterMk cId="4143850075" sldId="2147483676"/>
            <pc:sldLayoutMk cId="2825897740" sldId="2147483682"/>
          </pc:sldLayoutMkLst>
        </pc:sldLayoutChg>
        <pc:sldLayoutChg chg="add">
          <pc:chgData name="Van Huyen" userId="02756b3f156e38fc" providerId="LiveId" clId="{488DF4EB-B3B4-44C1-A62D-5E61A14D892B}" dt="2025-03-11T10:01:34.765" v="0"/>
          <pc:sldLayoutMkLst>
            <pc:docMk/>
            <pc:sldMasterMk cId="4143850075" sldId="2147483676"/>
            <pc:sldLayoutMk cId="3050786339" sldId="2147483683"/>
          </pc:sldLayoutMkLst>
        </pc:sldLayoutChg>
        <pc:sldLayoutChg chg="add">
          <pc:chgData name="Van Huyen" userId="02756b3f156e38fc" providerId="LiveId" clId="{488DF4EB-B3B4-44C1-A62D-5E61A14D892B}" dt="2025-03-11T10:01:34.765" v="0"/>
          <pc:sldLayoutMkLst>
            <pc:docMk/>
            <pc:sldMasterMk cId="4143850075" sldId="2147483676"/>
            <pc:sldLayoutMk cId="3206522678" sldId="2147483684"/>
          </pc:sldLayoutMkLst>
        </pc:sldLayoutChg>
        <pc:sldLayoutChg chg="add">
          <pc:chgData name="Van Huyen" userId="02756b3f156e38fc" providerId="LiveId" clId="{488DF4EB-B3B4-44C1-A62D-5E61A14D892B}" dt="2025-03-11T10:01:34.765" v="0"/>
          <pc:sldLayoutMkLst>
            <pc:docMk/>
            <pc:sldMasterMk cId="4143850075" sldId="2147483676"/>
            <pc:sldLayoutMk cId="4148175432" sldId="2147483685"/>
          </pc:sldLayoutMkLst>
        </pc:sldLayoutChg>
        <pc:sldLayoutChg chg="add">
          <pc:chgData name="Van Huyen" userId="02756b3f156e38fc" providerId="LiveId" clId="{488DF4EB-B3B4-44C1-A62D-5E61A14D892B}" dt="2025-03-11T10:01:34.765" v="0"/>
          <pc:sldLayoutMkLst>
            <pc:docMk/>
            <pc:sldMasterMk cId="4143850075" sldId="2147483676"/>
            <pc:sldLayoutMk cId="3617659370" sldId="2147483686"/>
          </pc:sldLayoutMkLst>
        </pc:sldLayoutChg>
        <pc:sldLayoutChg chg="add">
          <pc:chgData name="Van Huyen" userId="02756b3f156e38fc" providerId="LiveId" clId="{488DF4EB-B3B4-44C1-A62D-5E61A14D892B}" dt="2025-03-11T10:01:34.765" v="0"/>
          <pc:sldLayoutMkLst>
            <pc:docMk/>
            <pc:sldMasterMk cId="4143850075" sldId="2147483676"/>
            <pc:sldLayoutMk cId="4241053391" sldId="2147483687"/>
          </pc:sldLayoutMkLst>
        </pc:sldLayoutChg>
        <pc:sldLayoutChg chg="add">
          <pc:chgData name="Van Huyen" userId="02756b3f156e38fc" providerId="LiveId" clId="{488DF4EB-B3B4-44C1-A62D-5E61A14D892B}" dt="2025-03-11T10:01:34.765" v="0"/>
          <pc:sldLayoutMkLst>
            <pc:docMk/>
            <pc:sldMasterMk cId="4143850075" sldId="2147483676"/>
            <pc:sldLayoutMk cId="2053104475" sldId="2147483688"/>
          </pc:sldLayoutMkLst>
        </pc:sldLayoutChg>
        <pc:sldLayoutChg chg="add">
          <pc:chgData name="Van Huyen" userId="02756b3f156e38fc" providerId="LiveId" clId="{488DF4EB-B3B4-44C1-A62D-5E61A14D892B}" dt="2025-03-11T10:01:34.765" v="0"/>
          <pc:sldLayoutMkLst>
            <pc:docMk/>
            <pc:sldMasterMk cId="4143850075" sldId="2147483676"/>
            <pc:sldLayoutMk cId="2271824434" sldId="2147483689"/>
          </pc:sldLayoutMkLst>
        </pc:sldLayoutChg>
        <pc:sldLayoutChg chg="add">
          <pc:chgData name="Van Huyen" userId="02756b3f156e38fc" providerId="LiveId" clId="{488DF4EB-B3B4-44C1-A62D-5E61A14D892B}" dt="2025-03-11T10:01:34.765" v="0"/>
          <pc:sldLayoutMkLst>
            <pc:docMk/>
            <pc:sldMasterMk cId="4143850075" sldId="2147483676"/>
            <pc:sldLayoutMk cId="1050696451" sldId="2147483693"/>
          </pc:sldLayoutMkLst>
        </pc:sldLayoutChg>
        <pc:sldLayoutChg chg="add">
          <pc:chgData name="Van Huyen" userId="02756b3f156e38fc" providerId="LiveId" clId="{488DF4EB-B3B4-44C1-A62D-5E61A14D892B}" dt="2025-03-11T10:01:34.765" v="0"/>
          <pc:sldLayoutMkLst>
            <pc:docMk/>
            <pc:sldMasterMk cId="4143850075" sldId="2147483676"/>
            <pc:sldLayoutMk cId="4182109562" sldId="2147483694"/>
          </pc:sldLayoutMkLst>
        </pc:sldLayoutChg>
        <pc:sldLayoutChg chg="add">
          <pc:chgData name="Van Huyen" userId="02756b3f156e38fc" providerId="LiveId" clId="{488DF4EB-B3B4-44C1-A62D-5E61A14D892B}" dt="2025-03-11T10:01:34.765" v="0"/>
          <pc:sldLayoutMkLst>
            <pc:docMk/>
            <pc:sldMasterMk cId="4143850075" sldId="2147483676"/>
            <pc:sldLayoutMk cId="3705890074" sldId="2147483695"/>
          </pc:sldLayoutMkLst>
        </pc:sldLayoutChg>
        <pc:sldLayoutChg chg="add">
          <pc:chgData name="Van Huyen" userId="02756b3f156e38fc" providerId="LiveId" clId="{488DF4EB-B3B4-44C1-A62D-5E61A14D892B}" dt="2025-03-11T10:01:34.765" v="0"/>
          <pc:sldLayoutMkLst>
            <pc:docMk/>
            <pc:sldMasterMk cId="4143850075" sldId="2147483676"/>
            <pc:sldLayoutMk cId="2097629210" sldId="2147483697"/>
          </pc:sldLayoutMkLst>
        </pc:sldLayoutChg>
        <pc:sldLayoutChg chg="add">
          <pc:chgData name="Van Huyen" userId="02756b3f156e38fc" providerId="LiveId" clId="{488DF4EB-B3B4-44C1-A62D-5E61A14D892B}" dt="2025-03-11T10:01:34.765" v="0"/>
          <pc:sldLayoutMkLst>
            <pc:docMk/>
            <pc:sldMasterMk cId="4143850075" sldId="2147483676"/>
            <pc:sldLayoutMk cId="3840074849" sldId="2147483698"/>
          </pc:sldLayoutMkLst>
        </pc:sldLayoutChg>
        <pc:sldLayoutChg chg="add">
          <pc:chgData name="Van Huyen" userId="02756b3f156e38fc" providerId="LiveId" clId="{488DF4EB-B3B4-44C1-A62D-5E61A14D892B}" dt="2025-03-11T10:01:34.765" v="0"/>
          <pc:sldLayoutMkLst>
            <pc:docMk/>
            <pc:sldMasterMk cId="4143850075" sldId="2147483676"/>
            <pc:sldLayoutMk cId="1553553249" sldId="2147483699"/>
          </pc:sldLayoutMkLst>
        </pc:sldLayoutChg>
        <pc:sldLayoutChg chg="add">
          <pc:chgData name="Van Huyen" userId="02756b3f156e38fc" providerId="LiveId" clId="{488DF4EB-B3B4-44C1-A62D-5E61A14D892B}" dt="2025-03-11T10:01:34.765" v="0"/>
          <pc:sldLayoutMkLst>
            <pc:docMk/>
            <pc:sldMasterMk cId="4143850075" sldId="2147483676"/>
            <pc:sldLayoutMk cId="500300795" sldId="2147483700"/>
          </pc:sldLayoutMkLst>
        </pc:sldLayoutChg>
        <pc:sldLayoutChg chg="add">
          <pc:chgData name="Van Huyen" userId="02756b3f156e38fc" providerId="LiveId" clId="{488DF4EB-B3B4-44C1-A62D-5E61A14D892B}" dt="2025-03-11T10:01:34.765" v="0"/>
          <pc:sldLayoutMkLst>
            <pc:docMk/>
            <pc:sldMasterMk cId="4143850075" sldId="2147483676"/>
            <pc:sldLayoutMk cId="364651759" sldId="2147483701"/>
          </pc:sldLayoutMkLst>
        </pc:sldLayoutChg>
        <pc:sldLayoutChg chg="add">
          <pc:chgData name="Van Huyen" userId="02756b3f156e38fc" providerId="LiveId" clId="{488DF4EB-B3B4-44C1-A62D-5E61A14D892B}" dt="2025-03-11T10:01:34.765" v="0"/>
          <pc:sldLayoutMkLst>
            <pc:docMk/>
            <pc:sldMasterMk cId="4143850075" sldId="2147483676"/>
            <pc:sldLayoutMk cId="1329458377" sldId="2147483702"/>
          </pc:sldLayoutMkLst>
        </pc:sldLayoutChg>
        <pc:sldLayoutChg chg="add">
          <pc:chgData name="Van Huyen" userId="02756b3f156e38fc" providerId="LiveId" clId="{488DF4EB-B3B4-44C1-A62D-5E61A14D892B}" dt="2025-03-11T10:01:34.765" v="0"/>
          <pc:sldLayoutMkLst>
            <pc:docMk/>
            <pc:sldMasterMk cId="4143850075" sldId="2147483676"/>
            <pc:sldLayoutMk cId="2835252342" sldId="2147483703"/>
          </pc:sldLayoutMkLst>
        </pc:sldLayoutChg>
        <pc:sldLayoutChg chg="add">
          <pc:chgData name="Van Huyen" userId="02756b3f156e38fc" providerId="LiveId" clId="{488DF4EB-B3B4-44C1-A62D-5E61A14D892B}" dt="2025-03-11T10:01:34.765" v="0"/>
          <pc:sldLayoutMkLst>
            <pc:docMk/>
            <pc:sldMasterMk cId="4143850075" sldId="2147483676"/>
            <pc:sldLayoutMk cId="3544654885" sldId="2147483704"/>
          </pc:sldLayoutMkLst>
        </pc:sldLayoutChg>
        <pc:sldLayoutChg chg="add">
          <pc:chgData name="Van Huyen" userId="02756b3f156e38fc" providerId="LiveId" clId="{488DF4EB-B3B4-44C1-A62D-5E61A14D892B}" dt="2025-03-11T10:01:34.765" v="0"/>
          <pc:sldLayoutMkLst>
            <pc:docMk/>
            <pc:sldMasterMk cId="4143850075" sldId="2147483676"/>
            <pc:sldLayoutMk cId="4058184718" sldId="2147483705"/>
          </pc:sldLayoutMkLst>
        </pc:sldLayoutChg>
        <pc:sldLayoutChg chg="add">
          <pc:chgData name="Van Huyen" userId="02756b3f156e38fc" providerId="LiveId" clId="{488DF4EB-B3B4-44C1-A62D-5E61A14D892B}" dt="2025-03-11T10:01:34.765" v="0"/>
          <pc:sldLayoutMkLst>
            <pc:docMk/>
            <pc:sldMasterMk cId="4143850075" sldId="2147483676"/>
            <pc:sldLayoutMk cId="3211703703" sldId="2147483706"/>
          </pc:sldLayoutMkLst>
        </pc:sldLayoutChg>
        <pc:sldLayoutChg chg="add">
          <pc:chgData name="Van Huyen" userId="02756b3f156e38fc" providerId="LiveId" clId="{488DF4EB-B3B4-44C1-A62D-5E61A14D892B}" dt="2025-03-11T10:01:34.765" v="0"/>
          <pc:sldLayoutMkLst>
            <pc:docMk/>
            <pc:sldMasterMk cId="4143850075" sldId="2147483676"/>
            <pc:sldLayoutMk cId="1822689675" sldId="2147483707"/>
          </pc:sldLayoutMkLst>
        </pc:sldLayoutChg>
        <pc:sldLayoutChg chg="add">
          <pc:chgData name="Van Huyen" userId="02756b3f156e38fc" providerId="LiveId" clId="{488DF4EB-B3B4-44C1-A62D-5E61A14D892B}" dt="2025-03-11T10:01:34.765" v="0"/>
          <pc:sldLayoutMkLst>
            <pc:docMk/>
            <pc:sldMasterMk cId="4143850075" sldId="2147483676"/>
            <pc:sldLayoutMk cId="2719444032" sldId="2147483710"/>
          </pc:sldLayoutMkLst>
        </pc:sldLayoutChg>
        <pc:sldLayoutChg chg="add">
          <pc:chgData name="Van Huyen" userId="02756b3f156e38fc" providerId="LiveId" clId="{488DF4EB-B3B4-44C1-A62D-5E61A14D892B}" dt="2025-03-11T10:01:34.765" v="0"/>
          <pc:sldLayoutMkLst>
            <pc:docMk/>
            <pc:sldMasterMk cId="4143850075" sldId="2147483676"/>
            <pc:sldLayoutMk cId="3257180963" sldId="2147483711"/>
          </pc:sldLayoutMkLst>
        </pc:sldLayoutChg>
        <pc:sldLayoutChg chg="add">
          <pc:chgData name="Van Huyen" userId="02756b3f156e38fc" providerId="LiveId" clId="{488DF4EB-B3B4-44C1-A62D-5E61A14D892B}" dt="2025-03-11T10:01:34.765" v="0"/>
          <pc:sldLayoutMkLst>
            <pc:docMk/>
            <pc:sldMasterMk cId="4143850075" sldId="2147483676"/>
            <pc:sldLayoutMk cId="1593932313" sldId="2147483712"/>
          </pc:sldLayoutMkLst>
        </pc:sldLayoutChg>
        <pc:sldLayoutChg chg="add">
          <pc:chgData name="Van Huyen" userId="02756b3f156e38fc" providerId="LiveId" clId="{488DF4EB-B3B4-44C1-A62D-5E61A14D892B}" dt="2025-03-11T10:01:34.765" v="0"/>
          <pc:sldLayoutMkLst>
            <pc:docMk/>
            <pc:sldMasterMk cId="4143850075" sldId="2147483676"/>
            <pc:sldLayoutMk cId="3932928344" sldId="2147483713"/>
          </pc:sldLayoutMkLst>
        </pc:sldLayoutChg>
        <pc:sldLayoutChg chg="add">
          <pc:chgData name="Van Huyen" userId="02756b3f156e38fc" providerId="LiveId" clId="{488DF4EB-B3B4-44C1-A62D-5E61A14D892B}" dt="2025-03-11T10:01:34.765" v="0"/>
          <pc:sldLayoutMkLst>
            <pc:docMk/>
            <pc:sldMasterMk cId="4143850075" sldId="2147483676"/>
            <pc:sldLayoutMk cId="3424078252" sldId="2147483714"/>
          </pc:sldLayoutMkLst>
        </pc:sldLayoutChg>
        <pc:sldLayoutChg chg="add">
          <pc:chgData name="Van Huyen" userId="02756b3f156e38fc" providerId="LiveId" clId="{488DF4EB-B3B4-44C1-A62D-5E61A14D892B}" dt="2025-03-11T10:01:34.765" v="0"/>
          <pc:sldLayoutMkLst>
            <pc:docMk/>
            <pc:sldMasterMk cId="4143850075" sldId="2147483676"/>
            <pc:sldLayoutMk cId="2458434982" sldId="2147483715"/>
          </pc:sldLayoutMkLst>
        </pc:sldLayoutChg>
        <pc:sldLayoutChg chg="add">
          <pc:chgData name="Van Huyen" userId="02756b3f156e38fc" providerId="LiveId" clId="{488DF4EB-B3B4-44C1-A62D-5E61A14D892B}" dt="2025-03-11T10:01:34.765" v="0"/>
          <pc:sldLayoutMkLst>
            <pc:docMk/>
            <pc:sldMasterMk cId="4143850075" sldId="2147483676"/>
            <pc:sldLayoutMk cId="1785703382" sldId="2147483716"/>
          </pc:sldLayoutMkLst>
        </pc:sldLayoutChg>
        <pc:sldLayoutChg chg="add">
          <pc:chgData name="Van Huyen" userId="02756b3f156e38fc" providerId="LiveId" clId="{488DF4EB-B3B4-44C1-A62D-5E61A14D892B}" dt="2025-03-11T10:01:34.765" v="0"/>
          <pc:sldLayoutMkLst>
            <pc:docMk/>
            <pc:sldMasterMk cId="4143850075" sldId="2147483676"/>
            <pc:sldLayoutMk cId="88351006" sldId="2147483717"/>
          </pc:sldLayoutMkLst>
        </pc:sldLayoutChg>
        <pc:sldLayoutChg chg="add">
          <pc:chgData name="Van Huyen" userId="02756b3f156e38fc" providerId="LiveId" clId="{488DF4EB-B3B4-44C1-A62D-5E61A14D892B}" dt="2025-03-11T10:01:34.765" v="0"/>
          <pc:sldLayoutMkLst>
            <pc:docMk/>
            <pc:sldMasterMk cId="4143850075" sldId="2147483676"/>
            <pc:sldLayoutMk cId="123295844" sldId="2147483718"/>
          </pc:sldLayoutMkLst>
        </pc:sldLayoutChg>
        <pc:sldLayoutChg chg="add">
          <pc:chgData name="Van Huyen" userId="02756b3f156e38fc" providerId="LiveId" clId="{488DF4EB-B3B4-44C1-A62D-5E61A14D892B}" dt="2025-03-11T10:01:34.765" v="0"/>
          <pc:sldLayoutMkLst>
            <pc:docMk/>
            <pc:sldMasterMk cId="4143850075" sldId="2147483676"/>
            <pc:sldLayoutMk cId="1117215601" sldId="2147483719"/>
          </pc:sldLayoutMkLst>
        </pc:sldLayoutChg>
        <pc:sldLayoutChg chg="add">
          <pc:chgData name="Van Huyen" userId="02756b3f156e38fc" providerId="LiveId" clId="{488DF4EB-B3B4-44C1-A62D-5E61A14D892B}" dt="2025-03-11T10:01:34.765" v="0"/>
          <pc:sldLayoutMkLst>
            <pc:docMk/>
            <pc:sldMasterMk cId="4143850075" sldId="2147483676"/>
            <pc:sldLayoutMk cId="1101578467" sldId="2147483720"/>
          </pc:sldLayoutMkLst>
        </pc:sldLayoutChg>
        <pc:sldLayoutChg chg="add">
          <pc:chgData name="Van Huyen" userId="02756b3f156e38fc" providerId="LiveId" clId="{488DF4EB-B3B4-44C1-A62D-5E61A14D892B}" dt="2025-03-11T10:01:34.765" v="0"/>
          <pc:sldLayoutMkLst>
            <pc:docMk/>
            <pc:sldMasterMk cId="4143850075" sldId="2147483676"/>
            <pc:sldLayoutMk cId="1537371063" sldId="2147483721"/>
          </pc:sldLayoutMkLst>
        </pc:sldLayoutChg>
        <pc:sldLayoutChg chg="add">
          <pc:chgData name="Van Huyen" userId="02756b3f156e38fc" providerId="LiveId" clId="{488DF4EB-B3B4-44C1-A62D-5E61A14D892B}" dt="2025-03-11T10:01:34.765" v="0"/>
          <pc:sldLayoutMkLst>
            <pc:docMk/>
            <pc:sldMasterMk cId="4143850075" sldId="2147483676"/>
            <pc:sldLayoutMk cId="3762712726" sldId="2147483722"/>
          </pc:sldLayoutMkLst>
        </pc:sldLayoutChg>
        <pc:sldLayoutChg chg="add">
          <pc:chgData name="Van Huyen" userId="02756b3f156e38fc" providerId="LiveId" clId="{488DF4EB-B3B4-44C1-A62D-5E61A14D892B}" dt="2025-03-11T10:01:34.765" v="0"/>
          <pc:sldLayoutMkLst>
            <pc:docMk/>
            <pc:sldMasterMk cId="4143850075" sldId="2147483676"/>
            <pc:sldLayoutMk cId="2305055754" sldId="2147483723"/>
          </pc:sldLayoutMkLst>
        </pc:sldLayoutChg>
        <pc:sldLayoutChg chg="add">
          <pc:chgData name="Van Huyen" userId="02756b3f156e38fc" providerId="LiveId" clId="{488DF4EB-B3B4-44C1-A62D-5E61A14D892B}" dt="2025-03-11T10:01:34.765" v="0"/>
          <pc:sldLayoutMkLst>
            <pc:docMk/>
            <pc:sldMasterMk cId="4143850075" sldId="2147483676"/>
            <pc:sldLayoutMk cId="2459083917" sldId="2147483724"/>
          </pc:sldLayoutMkLst>
        </pc:sldLayoutChg>
        <pc:sldLayoutChg chg="add">
          <pc:chgData name="Van Huyen" userId="02756b3f156e38fc" providerId="LiveId" clId="{488DF4EB-B3B4-44C1-A62D-5E61A14D892B}" dt="2025-03-11T10:01:34.765" v="0"/>
          <pc:sldLayoutMkLst>
            <pc:docMk/>
            <pc:sldMasterMk cId="4143850075" sldId="2147483676"/>
            <pc:sldLayoutMk cId="2115182427" sldId="2147483725"/>
          </pc:sldLayoutMkLst>
        </pc:sldLayoutChg>
        <pc:sldLayoutChg chg="add">
          <pc:chgData name="Van Huyen" userId="02756b3f156e38fc" providerId="LiveId" clId="{488DF4EB-B3B4-44C1-A62D-5E61A14D892B}" dt="2025-03-11T10:01:34.765" v="0"/>
          <pc:sldLayoutMkLst>
            <pc:docMk/>
            <pc:sldMasterMk cId="4143850075" sldId="2147483676"/>
            <pc:sldLayoutMk cId="2878389145" sldId="2147483726"/>
          </pc:sldLayoutMkLst>
        </pc:sldLayoutChg>
        <pc:sldLayoutChg chg="add">
          <pc:chgData name="Van Huyen" userId="02756b3f156e38fc" providerId="LiveId" clId="{488DF4EB-B3B4-44C1-A62D-5E61A14D892B}" dt="2025-03-11T10:01:34.765" v="0"/>
          <pc:sldLayoutMkLst>
            <pc:docMk/>
            <pc:sldMasterMk cId="4143850075" sldId="2147483676"/>
            <pc:sldLayoutMk cId="4042041355" sldId="2147483727"/>
          </pc:sldLayoutMkLst>
        </pc:sldLayoutChg>
        <pc:sldLayoutChg chg="add">
          <pc:chgData name="Van Huyen" userId="02756b3f156e38fc" providerId="LiveId" clId="{488DF4EB-B3B4-44C1-A62D-5E61A14D892B}" dt="2025-03-11T10:01:34.765" v="0"/>
          <pc:sldLayoutMkLst>
            <pc:docMk/>
            <pc:sldMasterMk cId="4143850075" sldId="2147483676"/>
            <pc:sldLayoutMk cId="3102232949" sldId="2147483728"/>
          </pc:sldLayoutMkLst>
        </pc:sldLayoutChg>
        <pc:sldLayoutChg chg="add">
          <pc:chgData name="Van Huyen" userId="02756b3f156e38fc" providerId="LiveId" clId="{488DF4EB-B3B4-44C1-A62D-5E61A14D892B}" dt="2025-03-11T10:01:35.142" v="8"/>
          <pc:sldLayoutMkLst>
            <pc:docMk/>
            <pc:sldMasterMk cId="4143850075" sldId="2147483676"/>
            <pc:sldLayoutMk cId="3507260769" sldId="2147483729"/>
          </pc:sldLayoutMkLst>
        </pc:sldLayoutChg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hape 14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1" name="Shape 14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Kính chào quý thầy cô trong hội đồng. Em là Văn Thị Minh Huyền, sinh viên lớp K16</a:t>
            </a:r>
          </a:p>
          <a:p>
            <a:r>
              <a:t>ngành Khoa học máy tính, mã sinh viên 22010329. Đề tài đồ án của em là "Học tăng cường để tối ưu</a:t>
            </a:r>
          </a:p>
          <a:p>
            <a:r>
              <a:t>hóa khả năng tương tác của AI trong game", do thầy Nguyễn Văn Sơn hướng dẫn.</a:t>
            </a:r>
          </a:p>
          <a:p/>
          <a:p>
            <a:r>
              <a:t>Bài trình bày của em đi theo bốn phần. Phần mở đầu nói về một quan sát đã định hình toàn bộ đồ án:</a:t>
            </a:r>
          </a:p>
          <a:p>
            <a:r>
              <a:t>trong học tăng cường cho game, phần khó không nằm ở thuật toán mà nằm ở khâu đặc tả môi trường.</a:t>
            </a:r>
          </a:p>
          <a:p>
            <a:r>
              <a:t>Phần tiếp theo trình bày ba môi trường em đã thiết kế và nguyên tắc thiết kế hàm phần thưởng.</a:t>
            </a:r>
          </a:p>
          <a:p>
            <a:r>
              <a:t>Phần ba là cách em kiểm chứng ba môi trường đó bằng mười lăm lần huấn luyện. Phần cuối là kết quả</a:t>
            </a:r>
          </a:p>
          <a:p>
            <a:r>
              <a:t>và luận điểm rút ra.</a:t>
            </a:r>
          </a:p>
          <a:p/>
          <a:p>
            <a:r>
              <a:t>Ba ảnh phía dưới là ba môi trường em đã dựng trong Unity: Football Table là bàn bi lắc đối kháng,</a:t>
            </a:r>
          </a:p>
          <a:p>
            <a:r>
              <a:t>Capture The Flag là câu đố hợp tác hai tác nhân, và Cross The Road là bài toán điều hướng qua</a:t>
            </a:r>
          </a:p>
          <a:p>
            <a:r>
              <a:t>đường. Em xin phép bắt đầu.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Trước khi nói về đồ án, em xin phác lại cách AI trong game đang được làm hiện nay.</a:t>
            </a:r>
          </a:p>
          <a:p/>
          <a:p>
            <a:r>
              <a:t>Trong phần lớn dự án game, hành vi của NPC được lập trình bằng tay. Người phát triển viết máy trạng</a:t>
            </a:r>
          </a:p>
          <a:p>
            <a:r>
              <a:t>thái, cây hành vi, hoặc đơn giản là một chuỗi luật if – else: thấy người chơi trong bán kính này thì</a:t>
            </a:r>
          </a:p>
          <a:p>
            <a:r>
              <a:t>đuổi, máu xuống dưới ngưỡng kia thì bỏ chạy, tới điểm tuần tra thì quay đầu. Học tăng cường gần như</a:t>
            </a:r>
          </a:p>
          <a:p>
            <a:r>
              <a:t>chưa xuất hiện trong quy trình sản xuất thông thường. Em xin nói ngay là có ngoại lệ đáng kể:</a:t>
            </a:r>
          </a:p>
          <a:p>
            <a:r>
              <a:t>GT Sophy của Sony AI, công bố trên tạp chí Nature năm 2022, được huấn luyện bằng học tăng cường sâu</a:t>
            </a:r>
          </a:p>
          <a:p>
            <a:r>
              <a:t>và nay đã thành tính năng chính thức trong Gran Turismo 7. Nhưng đó là dự án của một phòng nghiên</a:t>
            </a:r>
          </a:p>
          <a:p>
            <a:r>
              <a:t>cứu lớn, chưa phải quy trình phổ biến.</a:t>
            </a:r>
          </a:p>
          <a:p/>
          <a:p>
            <a:r>
              <a:t>Cách làm đó có lý do chính đáng. Logic viết tay chạy nhẹ, kết quả lặp lại được nên kiểm thử được, và</a:t>
            </a:r>
          </a:p>
          <a:p>
            <a:r>
              <a:t>khi có lỗi thì người phát triển biết chính xác dòng nào gây ra. Với phần lớn NPC trong game thương</a:t>
            </a:r>
          </a:p>
          <a:p>
            <a:r>
              <a:t>mại, chừng đó là đủ.</a:t>
            </a:r>
          </a:p>
          <a:p/>
          <a:p>
            <a:r>
              <a:t>Nhưng nó có một cái giá. Hành vi của NPC chỉ phong phú đúng bằng số tình huống mà người viết đã</a:t>
            </a:r>
          </a:p>
          <a:p>
            <a:r>
              <a:t>lường trước, nên nhân vật thường hành động cứng nhắc: lặp đi lặp lại một kịch bản, phản ứng giống</a:t>
            </a:r>
          </a:p>
          <a:p>
            <a:r>
              <a:t>hệt nhau trong những tình huống giống nhau. Người chơi chỉ cần vài lượt là đoán được quy luật, rồi</a:t>
            </a:r>
          </a:p>
          <a:p>
            <a:r>
              <a:t>khai thác chính quy luật đó. Muốn phong phú hơn thì phải viết thêm nhánh, và bộ luật phình ra rất</a:t>
            </a:r>
          </a:p>
          <a:p>
            <a:r>
              <a:t>nhanh cho tới lúc không ai còn kiểm soát nổi.</a:t>
            </a:r>
          </a:p>
          <a:p/>
          <a:p>
            <a:r>
              <a:t>Học tăng cường đi theo hướng ngược lại. Người phát triển không liệt kê tình huống nữa, mà định nghĩa</a:t>
            </a:r>
          </a:p>
          <a:p>
            <a:r>
              <a:t>mục tiêu bằng một tín hiệu phần thưởng; hành vi nảy sinh từ quá trình tác nhân tự tương tác với môi</a:t>
            </a:r>
          </a:p>
          <a:p>
            <a:r>
              <a:t>trường. Sơ đồ bên phải là vòng lặp đó: tác nhân chọn hành động, môi trường trả về trạng thái mới và</a:t>
            </a:r>
          </a:p>
          <a:p>
            <a:r>
              <a:t>phần thưởng, rồi lặp lại hàng triệu lần.</a:t>
            </a:r>
          </a:p>
          <a:p/>
          <a:p>
            <a:r>
              <a:t>Điều em muốn hội đồng lưu ý là cái khó không biến mất, nó chuyển chỗ. Thay vì viết luật, người phát</a:t>
            </a:r>
          </a:p>
          <a:p>
            <a:r>
              <a:t>triển phải đặc tả đúng ba ô trong sơ đồ: tác nhân quan sát được gì, làm được gì, và được thưởng bao</a:t>
            </a:r>
          </a:p>
          <a:p>
            <a:r>
              <a:t>nhiêu. Riêng ô phần thưởng là tín hiệu duy nhất định nghĩa mục tiêu — thuật toán không có cách nào</a:t>
            </a:r>
          </a:p>
          <a:p>
            <a:r>
              <a:t>biết ta thật sự muốn gì ngoài con số đó. Và một đặc tả sai thì không hề báo lỗi: chương trình vẫn</a:t>
            </a:r>
          </a:p>
          <a:p>
            <a:r>
              <a:t>chạy, TensorBoard vẫn vẽ đường cong, tác nhân chỉ đơn giản là học một hành vi khác với hành vi ta</a:t>
            </a:r>
          </a:p>
          <a:p>
            <a:r>
              <a:t>muốn.</a:t>
            </a:r>
          </a:p>
          <a:p/>
          <a:p>
            <a:r>
              <a:t>Hai con số bên trái là tỉ lệ công sức đo trên chính đồ án này: phần đặc tả ba môi trường chiếm hơn</a:t>
            </a:r>
          </a:p>
          <a:p>
            <a:r>
              <a:t>ba mươi trang thuyết minh, còn cấu hình cho cả năm thuật toán gói gọn trong ba trang YAML. Đó cũng</a:t>
            </a:r>
          </a:p>
          <a:p>
            <a:r>
              <a:t>là lý do đồ án của em đặt trọng tâm vào khâu xây dựng và kiểm chứng môi trường.</a:t>
            </a:r>
          </a:p>
          <a:p/>
          <a:p>
            <a:r>
              <a:t>[Nguồn ghi ở chân slide, phòng khi hội đồng hỏi: cây hành vi do Damian Isla trình bày tại GDC 2005</a:t>
            </a:r>
          </a:p>
          <a:p>
            <a:r>
              <a:t>cho hệ thống AI của Halo 2; giáo trình Artificial Intelligence and Games của Yannakakis và Togelius,</a:t>
            </a:r>
          </a:p>
          <a:p>
            <a:r>
              <a:t>Springer 2018, xếp máy trạng thái và cây hành vi vào nhóm "soạn hành vi thủ công"; GT Sophy công bố</a:t>
            </a:r>
          </a:p>
          <a:p>
            <a:r>
              <a:t>trên Nature tập 602, trang 223–228, năm 2022.]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Đồ án đặt ra bốn mục tiêu, và điểm em muốn nhấn mạnh là mỗi mục tiêu đều gắn với một</a:t>
            </a:r>
          </a:p>
          <a:p>
            <a:r>
              <a:t>sản phẩm bàn giao cụ thể chứ không dừng ở mô tả.</a:t>
            </a:r>
          </a:p>
          <a:p/>
          <a:p>
            <a:r>
              <a:t>Mục tiêu một là xây dựng ba môi trường Unity ML-Agents thuộc ba dạng bài toán khác nhau: đối</a:t>
            </a:r>
          </a:p>
          <a:p>
            <a:r>
              <a:t>kháng, hợp tác và điều hướng đơn tác nhân. Em chọn ba dạng lệch hẳn nhau, chứ không phải ba biến</a:t>
            </a:r>
          </a:p>
          <a:p>
            <a:r>
              <a:t>thể của cùng một dạng, vì mục đích là dò xem thiết kế môi trường ảnh hưởng thế nào tới kết quả.</a:t>
            </a:r>
          </a:p>
          <a:p/>
          <a:p>
            <a:r>
              <a:t>Mục tiêu hai là kiểm chứng ba môi trường đó bằng năm thuật toán khác nguyên lý. Xin phép nói rõ</a:t>
            </a:r>
          </a:p>
          <a:p>
            <a:r>
              <a:t>ngay ở đây, vì đây là điểm dễ hiểu nhầm nhất của đồ án: năm thuật toán không phải đối tượng đánh</a:t>
            </a:r>
          </a:p>
          <a:p>
            <a:r>
              <a:t>giá. Chúng đóng vai năm phép thử độc lập. Nếu một môi trường được đặc tả tốt thì nó phải phản ứng</a:t>
            </a:r>
          </a:p>
          <a:p>
            <a:r>
              <a:t>nhất quán trước nhiều hướng tiếp cận khác nhau; còn nếu cả năm cùng thất bại thì lỗi nằm ở đặc tả.</a:t>
            </a:r>
          </a:p>
          <a:p/>
          <a:p>
            <a:r>
              <a:t>Mục tiêu ba là đóng gói để người khác dùng lại được, dưới dạng một gói Unity Package Manager kèm</a:t>
            </a:r>
          </a:p>
          <a:p>
            <a:r>
              <a:t>mười lăm tệp cấu hình đã chạy thật. Mục tiêu bốn là ứng dụng demo nạp trực tiếp mười lăm mô hình</a:t>
            </a:r>
          </a:p>
          <a:p>
            <a:r>
              <a:t>ONNX đã huấn luyện.</a:t>
            </a:r>
          </a:p>
          <a:p/>
          <a:p>
            <a:r>
              <a:t>Về phạm vi, đồ án không làm đồ họa, không làm âm thanh, không hướng tới một sản phẩm game thương</a:t>
            </a:r>
          </a:p>
          <a:p>
            <a:r>
              <a:t>mại, và cũng không đề xuất thuật toán học tăng cường mới.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Kiến trúc hệ thống đi theo một đường thẳng. Môi trường Unity sinh quan sát và nhận</a:t>
            </a:r>
          </a:p>
          <a:p>
            <a:r>
              <a:t>hành động. Trainer của ML-Agents huấn luyện qua giao thức gRPC. TensorBoard ghi lại mọi chỉ số.</a:t>
            </a:r>
          </a:p>
          <a:p>
            <a:r>
              <a:t>Mô hình được xuất ra định dạng ONNX. Và ứng dụng demo nạp thẳng tệp ONNX đó.</a:t>
            </a:r>
          </a:p>
          <a:p/>
          <a:p>
            <a:r>
              <a:t>Bảng ở giữa là điểm cần nói thêm về mặt kỹ thuật. Gói Unity ML-Agents bản 4.0.2, cùng với phía</a:t>
            </a:r>
          </a:p>
          <a:p>
            <a:r>
              <a:t>Python đi kèm, chỉ đăng ký sẵn ba trainer là ppo, poca và sac. Ba thuật toán này chạy trực tiếp bằng tệp cấu hình. Hai thuật toán</a:t>
            </a:r>
          </a:p>
          <a:p>
            <a:r>
              <a:t>còn lại là MAPPO và DQN không có sẵn, nên em đã bổ sung chúng dưới dạng trainer mở rộng, đăng ký</a:t>
            </a:r>
          </a:p>
          <a:p>
            <a:r>
              <a:t>thêm theo tên vào hệ thống trainer của thư viện.</a:t>
            </a:r>
          </a:p>
          <a:p/>
          <a:p>
            <a:r>
              <a:t>Cách làm này quan trọng ở chỗ: hai trainer bổ sung dùng chung toàn bộ hạ tầng đo của ML-Agents —</a:t>
            </a:r>
          </a:p>
          <a:p>
            <a:r>
              <a:t>cùng giao thức gRPC để nói chuyện với Unity, cùng cơ chế ghi TensorBoard, cùng đường xuất ONNX.</a:t>
            </a:r>
          </a:p>
          <a:p>
            <a:r>
              <a:t>Nếu em viết riêng một vòng huấn luyện cho DQN thì mọi so sánh sau này sẽ vô nghĩa, vì không phân</a:t>
            </a:r>
          </a:p>
          <a:p>
            <a:r>
              <a:t>biệt được chênh lệch đến từ thuật toán hay đến từ cách đo. Có chung một đường ống đo thì chênh</a:t>
            </a:r>
          </a:p>
          <a:p>
            <a:r>
              <a:t>lệch quan sát được mới quy về môi trường được.</a:t>
            </a:r>
          </a:p>
          <a:p/>
          <a:p>
            <a:r>
              <a:t>Một chi tiết nhỏ về DQN: thuật toán này chỉ làm việc với hành động rời rạc, nên riêng ở Football</a:t>
            </a:r>
          </a:p>
          <a:p>
            <a:r>
              <a:t>Table em phải dựng thêm một phiên bản môi trường rời rạc hóa — em sẽ nói kỹ hơn ở phần thực nghiệm.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Ba môi trường được chọn để phủ ba dạng bài toán khác hẳn nhau.</a:t>
            </a:r>
          </a:p>
          <a:p/>
          <a:p>
            <a:r>
              <a:t>Football Table là bàn bi lắc ba chiều, đối kháng một chọi một, hành động liên tục. Capture The</a:t>
            </a:r>
          </a:p>
          <a:p>
            <a:r>
              <a:t>Flag là câu đố hợp tác: hai tác nhân phải bàn giao nhau mới mở được cửa. Cross The Road là điều</a:t>
            </a:r>
          </a:p>
          <a:p>
            <a:r>
              <a:t>hướng đơn tác nhân qua năm làn xe, phần thưởng rất thưa.</a:t>
            </a:r>
          </a:p>
          <a:p/>
          <a:p>
            <a:r>
              <a:t>Bảng phía dưới cho thấy ba môi trường lệch nhau trên nhiều trục cùng một lúc: cỡ không gian quan</a:t>
            </a:r>
          </a:p>
          <a:p>
            <a:r>
              <a:t>sát chênh nhau hơn hai lần, dạng hành động khác nhau, có hay không dùng phần thưởng nhóm, và nhịp</a:t>
            </a:r>
          </a:p>
          <a:p>
            <a:r>
              <a:t>ra quyết định chênh nhau tới mười lần.</a:t>
            </a:r>
          </a:p>
          <a:p/>
          <a:p>
            <a:r>
              <a:t>Về nhịp ra quyết định, em xin giải thích thêm vì nó hay bị hỏi. Đây là tham số Decision Period của</a:t>
            </a:r>
          </a:p>
          <a:p>
            <a:r>
              <a:t>thành phần DecisionRequester trong Unity: tác nhân chỉ hỏi mạng nơ-ron sau mỗi vài bước vật lý, và</a:t>
            </a:r>
          </a:p>
          <a:p>
            <a:r>
              <a:t>giữ nguyên hành động cũ trong các bước còn lại. Một bước vật lý của Unity là hai phần trăm giây,</a:t>
            </a:r>
          </a:p>
          <a:p>
            <a:r>
              <a:t>nên hai bước tương đương hai mươi lăm quyết định mỗi giây, còn hai mươi bước chỉ còn hai phẩy năm</a:t>
            </a:r>
          </a:p>
          <a:p>
            <a:r>
              <a:t>quyết định mỗi giây. Nguyên tắc chọn là mỗi quyết định phải tương ứng với một hành vi trọn vẹn của</a:t>
            </a:r>
          </a:p>
          <a:p>
            <a:r>
              <a:t>môi trường. Football Table điều khiển vật lý liên tục, bóng đi rất nhanh, nên phải bám gần khung</a:t>
            </a:r>
          </a:p>
          <a:p>
            <a:r>
              <a:t>hình. Cross The Road đi theo ô, nhịp năm bước vừa đủ để cú trượt sang ô mới kết thúc trước khi hỏi</a:t>
            </a:r>
          </a:p>
          <a:p>
            <a:r>
              <a:t>quyết định kế tiếp. Còn Capture The Flag là câu đố chân trời dài, một quyết định nên tương đương</a:t>
            </a:r>
          </a:p>
          <a:p>
            <a:r>
              <a:t>"di chuyển tới một vị trí khác" chứ không phải "nhích một cái", nên nhịp thưa nhất.</a:t>
            </a:r>
          </a:p>
          <a:p/>
          <a:p>
            <a:r>
              <a:t>Sự lệch đồng thời trên nhiều trục như vậy là chủ ý. Một bộ môi trường chỉ khác nhau ở đúng một</a:t>
            </a:r>
          </a:p>
          <a:p>
            <a:r>
              <a:t>trục sẽ không đủ sức cho biết thuật toán nào thắng nhờ đâu.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Hàm phần thưởng là thành phần khó thiết kế nhất, nên em xin dành riêng một slide.</a:t>
            </a:r>
          </a:p>
          <a:p/>
          <a:p>
            <a:r>
              <a:t>Em tách hàm phần thưởng thành ba thành phần. Thành phần mục tiêu R chỉ số mt là phần thưa, chỉ</a:t>
            </a:r>
          </a:p>
          <a:p>
            <a:r>
              <a:t>khác không tại các cột mốc — đây chính là thành phần định nghĩa bài toán. Thành phần F là định</a:t>
            </a:r>
          </a:p>
          <a:p>
            <a:r>
              <a:t>hình theo thế năng, có dạng gamma nhân Phi của trạng thái mới trừ Phi của trạng thái cũ; dạng này</a:t>
            </a:r>
          </a:p>
          <a:p>
            <a:r>
              <a:t>có một tính chất đã được chứng minh trong lý thuyết là không làm đổi lời giải tối ưu, nên dùng nó</a:t>
            </a:r>
          </a:p>
          <a:p>
            <a:r>
              <a:t>để dẫn đường là an toàn. Thành phần R chỉ số b là phần theo bước, dày đặc, và đây chính là nơi</a:t>
            </a:r>
          </a:p>
          <a:p>
            <a:r>
              <a:t>phát sinh hiện tượng lợi dụng phần thưởng.</a:t>
            </a:r>
          </a:p>
          <a:p/>
          <a:p>
            <a:r>
              <a:t>Từ ba thành phần đó em rút ra bốn nguyên tắc. Nguyên tắc một: viết ra trước trình tự thao tác mà</a:t>
            </a:r>
          </a:p>
          <a:p>
            <a:r>
              <a:t>một người chơi giỏi sẽ làm, rồi mới đặt phần thưởng lên từng mốc của trình tự đó — chứ không nghĩ</a:t>
            </a:r>
          </a:p>
          <a:p>
            <a:r>
              <a:t>ra hệ số trước. Nguyên tắc hai: ưu tiên thưởng theo sự kiện hoặc theo thế năng, tránh cộng dồn</a:t>
            </a:r>
          </a:p>
          <a:p>
            <a:r>
              <a:t>theo bước. Nguyên tắc ba: giữ trật tự độ lớn, tức tổng mọi khoản phụ trên trọn một lượt chơi phải</a:t>
            </a:r>
          </a:p>
          <a:p>
            <a:r>
              <a:t>nhỏ hơn phần thưởng hoàn thành nhiệm vụ; nếu vi phạm thì tác nhân sẽ đi gom khoản phụ thay vì giải</a:t>
            </a:r>
          </a:p>
          <a:p>
            <a:r>
              <a:t>nhiệm vụ. Nguyên tắc bốn: khi hành vi mong muốn không xuất hiện, hãy sửa cơ chế game hoặc chương</a:t>
            </a:r>
          </a:p>
          <a:p>
            <a:r>
              <a:t>trình học trước, đừng vội nhân hệ số lên.</a:t>
            </a:r>
          </a:p>
          <a:p/>
          <a:p>
            <a:r>
              <a:t>Dòng cuối slide là lý do vì sao việc này khó. Quy trình đặc tả đi một chiều: từ hành vi mục tiêu</a:t>
            </a:r>
          </a:p>
          <a:p>
            <a:r>
              <a:t>trong đầu người thiết kế, sang hàm phần thưởng, rồi mới ra chính sách mà tác nhân thật sự học</a:t>
            </a:r>
          </a:p>
          <a:p>
            <a:r>
              <a:t>được. Sai lệch chỉ lộ ra ở bước cuối cùng, và cách duy nhất để phát hiện là quan sát hành vi thật</a:t>
            </a:r>
          </a:p>
          <a:p>
            <a:r>
              <a:t>rồi lần ngược về đặc tả. Ba slide tiếp theo cho thấy mỗi hằng số trong ba môi trường của em đều có</a:t>
            </a:r>
          </a:p>
          <a:p>
            <a:r>
              <a:t>một lập luận định lượng đứng sau.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Football Table là bàn bi lắc ba chiều. Mỗi đội có bốn thanh gạt, mỗi thanh có hai bậc</a:t>
            </a:r>
          </a:p>
          <a:p>
            <a:r>
              <a:t>tự do là trượt ngang và xoay, nên một tác nhân điều khiển tám chiều liên tục cùng lúc.</a:t>
            </a:r>
          </a:p>
          <a:p/>
          <a:p>
            <a:r>
              <a:t>Quan sát gồm sáu mươi giá trị: trạng thái quả bóng, bốn thanh gạt đội nhà và bốn thanh gạt đối</a:t>
            </a:r>
          </a:p>
          <a:p>
            <a:r>
              <a:t>thủ. Em đối xứng hóa quan sát để một mạng chính sách dùng chung được cho cả hai phía, nhờ vậy cơ</a:t>
            </a:r>
          </a:p>
          <a:p>
            <a:r>
              <a:t>chế tự chơi mới hoạt động.</a:t>
            </a:r>
          </a:p>
          <a:p/>
          <a:p>
            <a:r>
              <a:t>Bây giờ là phần em muốn giải thích kỹ, vì trên slide chỉ ghi con số. Vì sao thưởng ghi bàn</a:t>
            </a:r>
          </a:p>
          <a:p>
            <a:r>
              <a:t>là cộng năm còn phạt thủng lưới chỉ trừ một, thay vì để hai giá trị bằng nhau? Hãy xét tình huống</a:t>
            </a:r>
          </a:p>
          <a:p>
            <a:r>
              <a:t>tác nhân phải chọn giữa cầm cự — giữ bóng cho tới hết lượt chơi — và dứt điểm, tức tổ chức một pha</a:t>
            </a:r>
          </a:p>
          <a:p>
            <a:r>
              <a:t>tấn công thành công với xác suất p và bị phản công thủng lưới với xác suất một trừ p. Cầm cự tới</a:t>
            </a:r>
          </a:p>
          <a:p>
            <a:r>
              <a:t>hết ba nghìn bước thì gánh trọn khoản phạt thời gian, nên giá trị của nó bằng âm một. Dứt điểm có</a:t>
            </a:r>
          </a:p>
          <a:p>
            <a:r>
              <a:t>giá trị kỳ vọng bằng p nhân phần thưởng ghi bàn, trừ đi một trừ p nhân hình phạt thủng lưới. So</a:t>
            </a:r>
          </a:p>
          <a:p>
            <a:r>
              <a:t>sánh hai vế, tấn công chỉ đáng hơn cầm cự khi p vượt một ngưỡng bằng hình phạt thủng lưới trừ một,</a:t>
            </a:r>
          </a:p>
          <a:p>
            <a:r>
              <a:t>chia cho tổng của thưởng và phạt. Với cấu hình đối xứng cộng năm trừ năm, ngưỡng ấy bằng không phẩy</a:t>
            </a:r>
          </a:p>
          <a:p>
            <a:r>
              <a:t>bốn: tác nhân chỉ chịu tấn công khi tự tin thắng ít nhất bốn mươi phần trăm số pha bóng — điều gần</a:t>
            </a:r>
          </a:p>
          <a:p>
            <a:r>
              <a:t>như không bao giờ đúng ở đầu huấn luyện — nên chính sách hội tụ về phòng ngự tuyệt đối và tín hiệu</a:t>
            </a:r>
          </a:p>
          <a:p>
            <a:r>
              <a:t>học biến mất. Đổi sang cộng năm trừ một, ngưỡng tụt xuống đúng bằng không, nghĩa là mọi cơ hội ghi</a:t>
            </a:r>
          </a:p>
          <a:p>
            <a:r>
              <a:t>bàn dù nhỏ đến mấy cũng đáng thử. Phép tính này còn cho thấy khoản phạt thời gian chẳng phải chi</a:t>
            </a:r>
          </a:p>
          <a:p>
            <a:r>
              <a:t>tiết phụ, mà chính là thứ quyết định dấu của ngưỡng.</a:t>
            </a:r>
          </a:p>
          <a:p/>
          <a:p>
            <a:r>
              <a:t>Con số một phần ba nghìn cũng không tùy tiện. Một lượt chơi tối đa ba nghìn bước, nên tổng phạt</a:t>
            </a:r>
          </a:p>
          <a:p>
            <a:r>
              <a:t>thời gian trên trọn một lượt bằng đúng một điểm — bằng đúng hình phạt thủng lưới. Nói cách khác,</a:t>
            </a:r>
          </a:p>
          <a:p>
            <a:r>
              <a:t>em định giá một trận hòa không bàn thắng ngang với thua một bàn, để tác nhân không coi việc kéo</a:t>
            </a:r>
          </a:p>
          <a:p>
            <a:r>
              <a:t>dài thời gian là một chiến lược.</a:t>
            </a:r>
          </a:p>
          <a:p/>
          <a:p>
            <a:r>
              <a:t>Thách thức lớn nhất ở môi trường này là gán công lao trong tự chơi: đối thủ mạnh dần lên theo</a:t>
            </a:r>
          </a:p>
          <a:p>
            <a:r>
              <a:t>chính mình, nên phần thưởng tuyệt đối không phản ánh tiến bộ. Đó là lý do em phải dùng chỉ số ELO,</a:t>
            </a:r>
          </a:p>
          <a:p>
            <a:r>
              <a:t>và em sẽ quay lại điểm này ở phần kết quả.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Capture The Flag là câu đố bàn giao. Bản đồ là một hành lang ba khoang. Có hai bàn đạp</a:t>
            </a:r>
          </a:p>
          <a:p>
            <a:r>
              <a:t>cùng điều khiển một cổng cửa, nhưng chúng nằm ở hai phía đối diện của cổng đó. Hệ quả là không ai</a:t>
            </a:r>
          </a:p>
          <a:p>
            <a:r>
              <a:t>tự mình giải được: một tác nhân phải đứng lên bàn đạp giữ cửa mở cho tác nhân kia đi qua, rồi tới</a:t>
            </a:r>
          </a:p>
          <a:p>
            <a:r>
              <a:t>lượt người vừa qua cửa giữ cửa cho người còn lại.</a:t>
            </a:r>
          </a:p>
          <a:p/>
          <a:p>
            <a:r>
              <a:t>Quan sát sáu mươi mốt giá trị, trong đó năm cờ logic là mấu chốt. Chúng cho tác nhân biết bàn đạp</a:t>
            </a:r>
          </a:p>
          <a:p>
            <a:r>
              <a:t>nào đang bị đè và ai đã vượt cổng — nếu thiếu thông tin này thì tác nhân không có cách nào biết</a:t>
            </a:r>
          </a:p>
          <a:p>
            <a:r>
              <a:t>khi nào được phép rời bàn đạp.</a:t>
            </a:r>
          </a:p>
          <a:p/>
          <a:p>
            <a:r>
              <a:t>Có hai chi tiết thiết kế em muốn giải thích thêm.</a:t>
            </a:r>
          </a:p>
          <a:p/>
          <a:p>
            <a:r>
              <a:t>Thứ nhất là khoảng ân hạn của cửa. Khi tác nhân rời bàn đạp, cửa không sập ngay mà giữ mở thêm</a:t>
            </a:r>
          </a:p>
          <a:p>
            <a:r>
              <a:t>một giây. Em phải chứng minh con số một giây này vừa đủ mà không quá tay. Khoảng cách từ bàn đạp</a:t>
            </a:r>
          </a:p>
          <a:p>
            <a:r>
              <a:t>tới cổng là mười chín đơn vị. Vận tốc tối đa của tác nhân là mười bảy phẩy năm đơn vị mỗi</a:t>
            </a:r>
          </a:p>
          <a:p>
            <a:r>
              <a:t>giây, suy ra từ thế cân bằng giữa lượng vận tốc cộng thêm mỗi bước vật lý là một phẩy bốn và hệ số</a:t>
            </a:r>
          </a:p>
          <a:p>
            <a:r>
              <a:t>cản tuyến tính bằng bốn — lấy một phẩy bốn chia cho tích của bốn với hai phần trăm giây.</a:t>
            </a:r>
          </a:p>
          <a:p>
            <a:r>
              <a:t>Nghĩa là ngay cả khi giả định tác nhân đã chạy sẵn ở vận tốc tối đa theo đúng hướng, trong một</a:t>
            </a:r>
          </a:p>
          <a:p>
            <a:r>
              <a:t>giây nó vẫn chưa tới được cổng; còn nếu xuất phát từ trạng thái đứng yên thì chỉ đi được khoảng</a:t>
            </a:r>
          </a:p>
          <a:p>
            <a:r>
              <a:t>mười ba phẩy hai đơn vị. Kết luận: không tồn tại quỹ đạo đơn độc nào vượt được cổng. Nhờ vậy mọi</a:t>
            </a:r>
          </a:p>
          <a:p>
            <a:r>
              <a:t>kết quả cao trên môi trường này đều chắc chắn là hợp tác thật, chứ không phải một tác nhân tự lách</a:t>
            </a:r>
          </a:p>
          <a:p>
            <a:r>
              <a:t>luật.</a:t>
            </a:r>
          </a:p>
          <a:p/>
          <a:p>
            <a:r>
              <a:t>Thứ hai là việc chuẩn hóa. Mọi khoản thưởng theo bước — đứng bàn đạp, đẩy khối, phạt thời gian —</a:t>
            </a:r>
          </a:p>
          <a:p>
            <a:r>
              <a:t>đều chia cho N bằng một trăm nghìn, đúng bằng số bước tối đa của một lượt chơi. Cách này bảo đảm</a:t>
            </a:r>
          </a:p>
          <a:p>
            <a:r>
              <a:t>tổng mọi khoản phụ trên trọn một lượt luôn nhỏ hơn phần thưởng hoàn thành nhiệm vụ, đúng theo</a:t>
            </a:r>
          </a:p>
          <a:p>
            <a:r>
              <a:t>nguyên tắc giữ trật tự độ lớn ở slide trước.</a:t>
            </a:r>
          </a:p>
          <a:p/>
          <a:p>
            <a:r>
              <a:t>[Ghi chú dự phòng, chỉ dùng nếu hội đồng hỏi tới: bảng phần thưởng trong thuyết minh ghi thưởng</a:t>
            </a:r>
          </a:p>
          <a:p>
            <a:r>
              <a:t>nhóm khi cả hai tới đích là +1,0, còn trong scene huấn luyện thực tế trường reward của trigger</a:t>
            </a:r>
          </a:p>
          <a:p>
            <a:r>
              <a:t>checkpoint đang đặt bằng 2 ở cả tám khu vực. Đây là chênh lệch giữa tài liệu và cấu hình, không</a:t>
            </a:r>
          </a:p>
          <a:p>
            <a:r>
              <a:t>ảnh hưởng tới số liệu đã báo cáo vì các con số ở Chương 4 lấy từ chỉ số phần thưởng cá nhân</a:t>
            </a:r>
          </a:p>
          <a:p>
            <a:r>
              <a:t>(Environment/Cumulative Reward), còn khoản này là phần thưởng nhóm. Lập luận giữ trật tự độ lớn</a:t>
            </a:r>
          </a:p>
          <a:p>
            <a:r>
              <a:t>cũng không đổi: giá trị càng lớn thì phần thưởng hoàn thành càng vượt xa tổng các khoản phụ. Em</a:t>
            </a:r>
          </a:p>
          <a:p>
            <a:r>
              <a:t>xin ghi nhận và đính chính lại trong bản hoàn thiện.]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Cross The Road đơn giản về luật chơi nhưng khó về tín hiệu học. Tác nhân phải băng qua</a:t>
            </a:r>
          </a:p>
          <a:p>
            <a:r>
              <a:t>năm làn xe để tới đích. Tốc độ mỗi xe được bốc ngẫu nhiên lại sau mỗi lượt chơi, nên tác nhân</a:t>
            </a:r>
          </a:p>
          <a:p>
            <a:r>
              <a:t>không thể học vẹt một trình tự cố định mà buộc phải đọc tình huống.</a:t>
            </a:r>
          </a:p>
          <a:p/>
          <a:p>
            <a:r>
              <a:t>Quan sát một trăm ba mươi hai giá trị: tọa độ của tác nhân và của đích cho biết đi về đâu, còn hai</a:t>
            </a:r>
          </a:p>
          <a:p>
            <a:r>
              <a:t>mươi mốt tia cảm biến cho biết lúc nào an toàn. Bốn hành động rời rạc là đứng yên, sang trái, sang</a:t>
            </a:r>
          </a:p>
          <a:p>
            <a:r>
              <a:t>phải và tiến lên. Xin lưu ý rằng đứng yên ở đây là một nước đi chiến thuật thật sự — chờ xe đi qua</a:t>
            </a:r>
          </a:p>
          <a:p>
            <a:r>
              <a:t>— chứ không phải một lựa chọn thừa.</a:t>
            </a:r>
          </a:p>
          <a:p/>
          <a:p>
            <a:r>
              <a:t>Điểm em muốn giải thích kỹ là mức phạt va chạm chỉ có không phẩy không hai lăm, nghe rất nhẹ so</a:t>
            </a:r>
          </a:p>
          <a:p>
            <a:r>
              <a:t>với phần thưởng tới đích là một. Lý do nằm ở chỗ môi trường này không giới hạn số bước. Khi lượt</a:t>
            </a:r>
          </a:p>
          <a:p>
            <a:r>
              <a:t>chơi không bị cắt theo thời gian, việc đứng yên vĩnh viễn luôn có giá trị kỳ vọng bằng đúng không</a:t>
            </a:r>
          </a:p>
          <a:p>
            <a:r>
              <a:t>— tác nhân không mất gì cả. Bây giờ xét quyết định đi tiếp: gọi p là xác suất qua được an toàn.</a:t>
            </a:r>
          </a:p>
          <a:p>
            <a:r>
              <a:t>Nếu phạt va chạm bằng một, tức cân bằng với thưởng, thì đi tiếp chỉ đáng khi p vượt năm mươi phần</a:t>
            </a:r>
          </a:p>
          <a:p>
            <a:r>
              <a:t>trăm. Ở giai đoạn đầu huấn luyện điều đó không xảy ra, nên chính sách tự đóng băng: tác nhân đứng</a:t>
            </a:r>
          </a:p>
          <a:p>
            <a:r>
              <a:t>im mãi mãi và không bao giờ thu được kinh nghiệm để cải thiện. Với mức phạt không phẩy không hai</a:t>
            </a:r>
          </a:p>
          <a:p>
            <a:r>
              <a:t>lăm, ngưỡng đáng đi tiếp chỉ còn hai phẩy bốn phần trăm.</a:t>
            </a:r>
          </a:p>
          <a:p/>
          <a:p>
            <a:r>
              <a:t>Điều đáng nói là răn đe thật ở môi trường này không nằm ở con số phạt, mà nằm ở chỗ va chạm kết</a:t>
            </a:r>
          </a:p>
          <a:p>
            <a:r>
              <a:t>thúc lượt chơi ngay lập tức — tức mất trắng cơ hội nhận một điểm.</a:t>
            </a:r>
          </a:p>
          <a:p/>
          <a:p>
            <a:r>
              <a:t>Em còn bổ sung tín hiệu tò mò với cường độ không phẩy không hai, bằng một phần năm mươi trọng số</a:t>
            </a:r>
          </a:p>
          <a:p>
            <a:r>
              <a:t>tín hiệu ngoại vi, để tạo động lực khám phá mà không phải dùng tới phạt thời gian.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Thiết kế thực nghiệm là một lưới đầy đủ: năm thuật toán nhân ba môi trường, tổng cộng</a:t>
            </a:r>
          </a:p>
          <a:p>
            <a:r>
              <a:t>mười lăm lần huấn luyện, không bỏ trống ô nào.</a:t>
            </a:r>
          </a:p>
          <a:p/>
          <a:p>
            <a:r>
              <a:t>Trong từng môi trường, cả năm thuật toán dùng chung một ngân sách bước và chạy trên cùng một cấu</a:t>
            </a:r>
          </a:p>
          <a:p>
            <a:r>
              <a:t>hình phần cứng. Ngân sách khác nhau giữa các môi trường vì độ khó khác nhau: Cross The Road hai</a:t>
            </a:r>
          </a:p>
          <a:p>
            <a:r>
              <a:t>triệu bước, Capture The Flag một triệu bảy, Football Table một triệu sáu. Mỗi lần chạy dùng tám</a:t>
            </a:r>
          </a:p>
          <a:p>
            <a:r>
              <a:t>khu vực huấn luyện song song trong cùng một cảnh Unity, nhờ vậy thu được nhiều quỹ đạo hơn trong</a:t>
            </a:r>
          </a:p>
          <a:p>
            <a:r>
              <a:t>cùng thời gian thực.</a:t>
            </a:r>
          </a:p>
          <a:p/>
          <a:p>
            <a:r>
              <a:t>Dấu sao ở ô DQN của Football Table cần giải thích. DQN chỉ làm việc với hành động rời rạc, trong</a:t>
            </a:r>
          </a:p>
          <a:p>
            <a:r>
              <a:t>khi Football Table vốn là bài toán liên tục tám chiều. Em phải dựng một phiên bản rời rạc hóa</a:t>
            </a:r>
          </a:p>
          <a:p>
            <a:r>
              <a:t>riêng cho lần chạy này, và phiên bản đó không chạy được cơ chế tự chơi. Hệ quả là DQN trên</a:t>
            </a:r>
          </a:p>
          <a:p>
            <a:r>
              <a:t>Football Table được huấn luyện trong điều kiện khác hẳn bốn thuật toán còn lại và không có chỉ số</a:t>
            </a:r>
          </a:p>
          <a:p>
            <a:r>
              <a:t>ELO. Em xin nói rõ để hội đồng lưu ý: số liệu của ô đó chỉ nên xem như một tham chiếu độc lập,</a:t>
            </a:r>
          </a:p>
          <a:p>
            <a:r>
              <a:t>không đặt cạnh bốn thuật toán kia để xếp hạng.</a:t>
            </a:r>
          </a:p>
          <a:p/>
          <a:p>
            <a:r>
              <a:t>Câu ở dưới cùng là tinh thần của toàn bộ thiết kế thực nghiệm này. Em không so sánh thuật toán để</a:t>
            </a:r>
          </a:p>
          <a:p>
            <a:r>
              <a:t>tìm ra thuật toán tốt nhất. Em dùng năm thuật toán như năm phép thử, và chỉ khi một môi trường</a:t>
            </a:r>
          </a:p>
          <a:p>
            <a:r>
              <a:t>phản ứng nhất quán trước cả năm hướng tiếp cận khác nguyên lý thì em mới dám nói môi trường đó đã</a:t>
            </a:r>
          </a:p>
          <a:p>
            <a:r>
              <a:t>được kiểm chứng.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Để khẳng định một môi trường là dùng được, em đặt ra ba tiêu chí nghiệm thu và bốn chỉ</a:t>
            </a:r>
          </a:p>
          <a:p>
            <a:r>
              <a:t>số đo, tất cả đều định lượng và đều xác định trước khi nhìn kết quả.</a:t>
            </a:r>
          </a:p>
          <a:p/>
          <a:p>
            <a:r>
              <a:t>Tiêu chí một là học được: ít nhất bốn trên năm thuật toán phải tiến bộ rõ rệt so với lúc khởi tạo.</a:t>
            </a:r>
          </a:p>
          <a:p>
            <a:r>
              <a:t>Nếu không thuật toán nào học được thì lỗi nằm ở đặc tả môi trường chứ không ở thuật toán.</a:t>
            </a:r>
          </a:p>
          <a:p/>
          <a:p>
            <a:r>
              <a:t>Tiêu chí hai là phân biệt được: các hướng tiếp cận khác nguyên lý phải tách được nhau trên chỉ số</a:t>
            </a:r>
          </a:p>
          <a:p>
            <a:r>
              <a:t>đo. Một môi trường cho mọi thuật toán cùng một điểm số thì không dùng để so sánh được, vì nó không</a:t>
            </a:r>
          </a:p>
          <a:p>
            <a:r>
              <a:t>có độ phân giải.</a:t>
            </a:r>
          </a:p>
          <a:p/>
          <a:p>
            <a:r>
              <a:t>Tiêu chí ba là không có lối tắt: không lần chạy nào được đạt điểm sát trần mà chưa thật sự giải</a:t>
            </a:r>
          </a:p>
          <a:p>
            <a:r>
              <a:t>được nhiệm vụ. Đây là tiêu chí bắt lỗi lợi dụng phần thưởng, và cách kiểm tra là đối chiếu phần</a:t>
            </a:r>
          </a:p>
          <a:p>
            <a:r>
              <a:t>thưởng với độ dài lượt chơi cùng hành vi quan sát được trong ứng dụng demo.</a:t>
            </a:r>
          </a:p>
          <a:p/>
          <a:p>
            <a:r>
              <a:t>Bảng ở giữa là định nghĩa của các chỉ số đo. Mức năng lực lấy trung bình trên mười phần trăm cuối</a:t>
            </a:r>
          </a:p>
          <a:p>
            <a:r>
              <a:t>chứ không lấy điểm cuối, để con số không phụ thuộc vào một bản ghi đơn lẻ. Ngoại lệ duy nhất là</a:t>
            </a:r>
          </a:p>
          <a:p>
            <a:r>
              <a:t>ELO: đại lượng này tích lũy theo thời gian nên chỉ giá trị tại bước cuối mới có nghĩa.</a:t>
            </a:r>
          </a:p>
          <a:p/>
          <a:p>
            <a:r>
              <a:t>Kết quả nghiệm thu: Cross The Road và Capture The Flag đạt cả ba tiêu chí. Football Table chỉ đạt</a:t>
            </a:r>
          </a:p>
          <a:p>
            <a:r>
              <a:t>hai trên ba — nó học được và không có lối tắt, nhưng dải ELO thu được quá hẹp nên tiêu chí phân</a:t>
            </a:r>
          </a:p>
          <a:p>
            <a:r>
              <a:t>biệt chưa đạt. Em sẽ trình bày rõ ở phần kết quả và cũng nêu lại trong phần hạn chế.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Đây là toàn bộ kết quả của mười lăm lần huấn luyện, gói trong một bảng.</a:t>
            </a:r>
          </a:p>
          <a:p/>
          <a:p>
            <a:r>
              <a:t>Hai cột giữa là phần thưởng trung bình trên mười phần trăm cuối của Cross The Road và Capture The</a:t>
            </a:r>
          </a:p>
          <a:p>
            <a:r>
              <a:t>Flag. Cột cuối là chỉ số ELO của Football Table, kèm mức tăng so với điểm xuất phát của chính lần</a:t>
            </a:r>
          </a:p>
          <a:p>
            <a:r>
              <a:t>chạy đó.</a:t>
            </a:r>
          </a:p>
          <a:p/>
          <a:p>
            <a:r>
              <a:t>Xin lưu ý một điểm về cách đọc cột ELO. Chỉ số ELO của hai lần chạy khác nhau không đem so trực</a:t>
            </a:r>
          </a:p>
          <a:p>
            <a:r>
              <a:t>tiếp với nhau được, bởi mỗi lần chạy tính điểm dựa trên kho đối thủ của riêng nó. Đại lượng có</a:t>
            </a:r>
          </a:p>
          <a:p>
            <a:r>
              <a:t>nghĩa ở đây là mức tăng so với giá trị khởi tạo, chứ không phải con số tuyệt đối. Ô DQN để trống</a:t>
            </a:r>
          </a:p>
          <a:p>
            <a:r>
              <a:t>vì lần chạy đó không dùng tự chơi.</a:t>
            </a:r>
          </a:p>
          <a:p/>
          <a:p>
            <a:r>
              <a:t>Ba nhận định rút ra từ bảng này. Cross The Road là môi trường phân biệt tốt nhất: phổ kết quả trải</a:t>
            </a:r>
          </a:p>
          <a:p>
            <a:r>
              <a:t>từ không phẩy ba ba sáu tới không phẩy tám bốn sáu, và chín trên mười cặp thuật toán tách được</a:t>
            </a:r>
          </a:p>
          <a:p>
            <a:r>
              <a:t>nhau. Capture The Flag tách rất rõ giữa nhóm giải được và nhóm thất bại: bốn thuật toán nằm gọn</a:t>
            </a:r>
          </a:p>
          <a:p>
            <a:r>
              <a:t>trong dải không phẩy tám tới không phẩy tám bốn, riêng SAC dừng ở không phẩy một tám ba. Football</a:t>
            </a:r>
          </a:p>
          <a:p>
            <a:r>
              <a:t>Table thì cả bốn đường ELO đều đi lên, nghĩa là môi trường học được, nhưng dải kết quả từ một</a:t>
            </a:r>
          </a:p>
          <a:p>
            <a:r>
              <a:t>nghìn hai trăm ba bảy tới một nghìn hai trăm sáu mươi quá hẹp để xếp hạng.</a:t>
            </a:r>
          </a:p>
          <a:p/>
          <a:p>
            <a:r>
              <a:t>Em xin nhấn mạnh dòng cuối: mọi con số trong bảng đều trích thẳng từ tệp sự kiện TensorBoard của</a:t>
            </a:r>
          </a:p>
          <a:p>
            <a:r>
              <a:t>mười lăm lần chạy, không qua bất kỳ hiệu chỉnh nào. Ba slide tiếp theo là ảnh chụp trực tiếp từ</a:t>
            </a:r>
          </a:p>
          <a:p>
            <a:r>
              <a:t>TensorBoard để hội đồng đối chiếu.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Đây là ảnh chụp trực tiếp từ TensorBoard, không phải biểu đồ em vẽ lại. Trục ngang là</a:t>
            </a:r>
          </a:p>
          <a:p>
            <a:r>
              <a:t>số bước huấn luyện, trục dọc là chỉ số ELO, mức làm mượt để ở không phẩy sáu — đường đậm là đường</a:t>
            </a:r>
          </a:p>
          <a:p>
            <a:r>
              <a:t>đã làm mượt, đường nhạt phía sau là số liệu thô.</a:t>
            </a:r>
          </a:p>
          <a:p/>
          <a:p>
            <a:r>
              <a:t>Trước hết xin nói vì sao slide này không có biểu đồ phần thưởng. Trong cơ chế tự chơi, đối thủ</a:t>
            </a:r>
          </a:p>
          <a:p>
            <a:r>
              <a:t>chính là các phiên bản trước của bản thân tác nhân. Khi tác nhân mạnh lên thì đối thủ cũng mạnh</a:t>
            </a:r>
          </a:p>
          <a:p>
            <a:r>
              <a:t>lên, nên phần thưởng tuyệt đối dao động quanh một mức gần như không đổi thay vì tăng đều. Nói cách</a:t>
            </a:r>
          </a:p>
          <a:p>
            <a:r>
              <a:t>khác, phần thưởng ở đây đo độ chênh lệch giữa tác nhân và bản sao của nó, chứ không đo năng lực.</a:t>
            </a:r>
          </a:p>
          <a:p>
            <a:r>
              <a:t>Thứ hạng theo phần thưởng cũng không trùng với thứ hạng theo ELO, điều đó càng khẳng định phần</a:t>
            </a:r>
          </a:p>
          <a:p>
            <a:r>
              <a:t>thưởng không phải thước đo đáng tin trong tự chơi.</a:t>
            </a:r>
          </a:p>
          <a:p/>
          <a:p>
            <a:r>
              <a:t>ELO thì khác. ML-Agents tính riêng cho từng lần chạy, dựa trên kết quả đối đầu giữa chính sách</a:t>
            </a:r>
          </a:p>
          <a:p>
            <a:r>
              <a:t>hiện tại và kho các phiên bản trước đó. Đại lượng có nghĩa là mức tăng so với điểm xuất phát.</a:t>
            </a:r>
          </a:p>
          <a:p>
            <a:r>
              <a:t>Chiếu theo tiêu chí đó, cả bốn thuật toán đều tiến bộ: MAPPO tăng khoảng sáu mươi tư điểm, PPO sáu</a:t>
            </a:r>
          </a:p>
          <a:p>
            <a:r>
              <a:t>mươi, SAC năm mươi bảy, MA-POCA ba mươi sáu. Không lần chạy nào kết thúc dưới điểm xuất phát, nên</a:t>
            </a:r>
          </a:p>
          <a:p>
            <a:r>
              <a:t>kết luận là môi trường này học được.</a:t>
            </a:r>
          </a:p>
          <a:p/>
          <a:p>
            <a:r>
              <a:t>Nhìn vào hình, diễn biến các đường lại rất khác nhau. Đường PPO tăng gần như đơn điệu tới khoảng</a:t>
            </a:r>
          </a:p>
          <a:p>
            <a:r>
              <a:t>một triệu một trăm nghìn bước rồi nằm ngang hẳn — dấu hiệu cho thấy chính sách của nó không còn</a:t>
            </a:r>
          </a:p>
          <a:p>
            <a:r>
              <a:t>vượt nổi kho đối thủ nữa. MAPPO thì lên chậm hơn nhưng vẫn còn xu hướng tăng ở cuối ngân sách.</a:t>
            </a:r>
          </a:p>
          <a:p/>
          <a:p>
            <a:r>
              <a:t>Điều em phải nói thẳng là dải kết quả từ một nghìn hai trăm ba bảy tới một nghìn hai trăm sáu mươi</a:t>
            </a:r>
          </a:p>
          <a:p>
            <a:r>
              <a:t>còn hẹp hơn biên độ dao động của chính các đường cong. Vì vậy em kết luận môi trường học được,</a:t>
            </a:r>
          </a:p>
          <a:p>
            <a:r>
              <a:t>nhưng không xếp hạng nhóm dẫn đầu. Đây cũng là lý do Football Table chỉ đạt hai trên ba tiêu chí</a:t>
            </a:r>
          </a:p>
          <a:p>
            <a:r>
              <a:t>nghiệm thu.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Đường cong Capture The Flag tách rất rõ giữa nhóm giải được và nhóm thất bại. Bốn</a:t>
            </a:r>
          </a:p>
          <a:p>
            <a:r>
              <a:t>đường leo lên dải không phẩy tám tới không phẩy tám bốn rồi nằm yên, cho thấy chúng đã tìm ra</a:t>
            </a:r>
          </a:p>
          <a:p>
            <a:r>
              <a:t>trình tự bàn giao và giữ được nó.</a:t>
            </a:r>
          </a:p>
          <a:p/>
          <a:p>
            <a:r>
              <a:t>Xin giải thích về đường SAC, vì trên hình nó hiện thành hai đoạn tách rời với chú giải SAC hai</a:t>
            </a:r>
          </a:p>
          <a:p>
            <a:r>
              <a:t>chấm không và SAC hai chấm một. Lần chạy SAC này có một lần chạy tiếp từ điểm lưu tại khoảng một</a:t>
            </a:r>
          </a:p>
          <a:p>
            <a:r>
              <a:t>triệu không tám trăm nghìn bước, nên trục bước không đơn điệu. Em bật đúng tùy chọn "tách trục</a:t>
            </a:r>
          </a:p>
          <a:p>
            <a:r>
              <a:t>không đơn điệu" của TensorBoard để nó vẽ thành hai đoạn thay vì nối thẳng hai đầu — nếu không thì</a:t>
            </a:r>
          </a:p>
          <a:p>
            <a:r>
              <a:t>sẽ có một đường chéo giả nối ngược. Đoạn đầu là lần chạy gốc, dao động rất mạnh và chỉ lên tới</a:t>
            </a:r>
          </a:p>
          <a:p>
            <a:r>
              <a:t>khoảng không phẩy năm tám. Đoạn sau là lần chạy tiếp, sụp xuống quanh không phẩy không tám và nằm</a:t>
            </a:r>
          </a:p>
          <a:p>
            <a:r>
              <a:t>đó cho tới hết ngân sách. Con số không phẩy một tám ba trong bảng là trung bình mười phần trăm</a:t>
            </a:r>
          </a:p>
          <a:p>
            <a:r>
              <a:t>cuối của chuỗi đã gộp, tức phản ánh đoạn sụp này.</a:t>
            </a:r>
          </a:p>
          <a:p/>
          <a:p>
            <a:r>
              <a:t>Điểm em muốn nhấn mạnh là cột độ dài lượt chơi, vì nó là bằng chứng chắc hơn cả phần thưởng. Bốn</a:t>
            </a:r>
          </a:p>
          <a:p>
            <a:r>
              <a:t>thuật toán dẫn đầu đều kéo độ dài lượt chơi xuống rõ rệt — MAPPO còn một trăm năm ba bước,</a:t>
            </a:r>
          </a:p>
          <a:p>
            <a:r>
              <a:t>MA-POCA một trăm bảy tư, PPO hai trăm chín ba. Muốn kết thúc lượt chơi nhanh thì bắt buộc phải</a:t>
            </a:r>
          </a:p>
          <a:p>
            <a:r>
              <a:t>giải xong câu đố, nên đây là bằng chứng trực tiếp cho việc không có lối tắt. Ngược lại SAC nằm ở</a:t>
            </a:r>
          </a:p>
          <a:p>
            <a:r>
              <a:t>trần bốn nghìn chín trăm chín chín gần như suốt quá trình, nghĩa là hầu hết các lượt đều hết giờ</a:t>
            </a:r>
          </a:p>
          <a:p>
            <a:r>
              <a:t>mà chưa tới đích.</a:t>
            </a:r>
          </a:p>
          <a:p/>
          <a:p>
            <a:r>
              <a:t>Nhận xét cuối: trên bài toán hợp tác có hai tác nhân đồng nhất, phê bình tập trung của MAPPO và</a:t>
            </a:r>
          </a:p>
          <a:p>
            <a:r>
              <a:t>MA-POCA không tạo nổi khác biệt đo được so với PPO thường — chênh lệch nằm dưới một phần trăm, tức</a:t>
            </a:r>
          </a:p>
          <a:p>
            <a:r>
              <a:t>nhỏ hơn dao động của chính đường cong.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Cross The Road là môi trường phân biệt tốt nhất trong ba môi trường của đồ án. Cả năm</a:t>
            </a:r>
          </a:p>
          <a:p>
            <a:r>
              <a:t>đường đều tiến bộ rõ so với lúc khởi tạo, nên tiêu chí học được đạt. Phổ kết quả trải từ không</a:t>
            </a:r>
          </a:p>
          <a:p>
            <a:r>
              <a:t>phẩy ba ba sáu của DQN lên tới không phẩy tám bốn sáu của SAC, và chín trên mười cặp thuật toán</a:t>
            </a:r>
          </a:p>
          <a:p>
            <a:r>
              <a:t>tách được nhau — đó là lý do em nói môi trường này cho phép so sánh sạch nhất.</a:t>
            </a:r>
          </a:p>
          <a:p/>
          <a:p>
            <a:r>
              <a:t>Nhìn vào hình có thể thấy hai nhóm hành vi rất khác nhau. Nhóm PPO, MA-POCA và MAPPO tăng ngay từ</a:t>
            </a:r>
          </a:p>
          <a:p>
            <a:r>
              <a:t>đầu. Nhóm SAC và DQN gần như nằm im ở mức không suốt sáu trăm nghìn bước đầu, thậm chí có đoạn</a:t>
            </a:r>
          </a:p>
          <a:p>
            <a:r>
              <a:t>xuống dưới không, rồi mới bật lên rất nhanh. Đây là biểu hiện điển hình của bài toán phần thưởng</a:t>
            </a:r>
          </a:p>
          <a:p>
            <a:r>
              <a:t>thưa: tác nhân phải khám phá đủ lâu mới chạm được tín hiệu đầu tiên, và sau đó thì học rất nhanh.</a:t>
            </a:r>
          </a:p>
          <a:p/>
          <a:p>
            <a:r>
              <a:t>Hai điểm em muốn nêu từ bảng bên phải.</a:t>
            </a:r>
          </a:p>
          <a:p/>
          <a:p>
            <a:r>
              <a:t>Điểm một: hội tụ sớm không đồng nghĩa với học nhanh. MA-POCA ổn định sớm nhất, chỉ khoảng bốn trăm</a:t>
            </a:r>
          </a:p>
          <a:p>
            <a:r>
              <a:t>năm mươi nghìn bước, nhưng chốt ở không phẩy năm năm sáu rồi nằm im tới hết. Đó là sự ổn định của</a:t>
            </a:r>
          </a:p>
          <a:p>
            <a:r>
              <a:t>một chính sách tầm thường, không phải dấu hiệu tốt. Nếu chỉ đọc cột tốc độ hội tụ mà bỏ cột mức</a:t>
            </a:r>
          </a:p>
          <a:p>
            <a:r>
              <a:t>năng lực thì sẽ kết luận ngược hẳn.</a:t>
            </a:r>
          </a:p>
          <a:p/>
          <a:p>
            <a:r>
              <a:t>Điểm hai là một hiện tượng em chưa giải thích được và xin nêu trung thực. MAPPO đạt không phẩy tám</a:t>
            </a:r>
          </a:p>
          <a:p>
            <a:r>
              <a:t>ba lăm, vượt hẳn PPO ở mức không phẩy sáu chín, ngay tại một môi trường chỉ có một tác nhân. Về</a:t>
            </a:r>
          </a:p>
          <a:p>
            <a:r>
              <a:t>nguyên lý, phê bình tập trung của MAPPO lẽ ra vô hiệu khi nhóm chỉ có một thành viên, vì lúc đó nó</a:t>
            </a:r>
          </a:p>
          <a:p>
            <a:r>
              <a:t>suy biến về đúng PPO. Em nghi ngờ khác biệt đến từ chi tiết triển khai trong trainer mở rộng hoặc</a:t>
            </a:r>
          </a:p>
          <a:p>
            <a:r>
              <a:t>từ may rủi của một lần khởi tạo, nhưng chưa có bằng chứng, nên em ghi nó vào phần việc cần kiểm</a:t>
            </a:r>
          </a:p>
          <a:p>
            <a:r>
              <a:t>chứng tiếp.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Đây là luận điểm trung tâm của đồ án, và em xin dừng lại hơi lâu ở slide này.</a:t>
            </a:r>
          </a:p>
          <a:p/>
          <a:p>
            <a:r>
              <a:t>Nhìn sang trái. Cùng một thuật toán là SAC, cùng phần cứng, cùng đường ống đo, cùng người cấu</a:t>
            </a:r>
          </a:p>
          <a:p>
            <a:r>
              <a:t>hình. Trên Cross The Road nó dẫn đầu với không phẩy tám bốn sáu. Trên Capture The Flag nó sụp</a:t>
            </a:r>
          </a:p>
          <a:p>
            <a:r>
              <a:t>xuống không phẩy một tám ba. Chênh lệch không phẩy sáu sáu ba, và chênh lệch đó sinh ra hoàn toàn</a:t>
            </a:r>
          </a:p>
          <a:p>
            <a:r>
              <a:t>từ đặc tính bài toán mà thiết kế môi trường quyết định.</a:t>
            </a:r>
          </a:p>
          <a:p/>
          <a:p>
            <a:r>
              <a:t>Nhìn sang phải. Bốn thuật toán khác nguyên lý — PPO là học chính sách theo lô, MA-POCA và MAPPO có</a:t>
            </a:r>
          </a:p>
          <a:p>
            <a:r>
              <a:t>phê bình tập trung, DQN học hàm giá trị theo hướng off-policy với bộ nhớ phát lại — cùng giải được Capture The Flag và nằm gọn</a:t>
            </a:r>
          </a:p>
          <a:p>
            <a:r>
              <a:t>trong dải rộng đúng không phẩy không bốn.</a:t>
            </a:r>
          </a:p>
          <a:p/>
          <a:p>
            <a:r>
              <a:t>Đặt cạnh nhau: chênh lệch do môi trường lớn gấp khoảng mười sáu lần chênh lệch do thuật toán. Đây</a:t>
            </a:r>
          </a:p>
          <a:p>
            <a:r>
              <a:t>là bằng chứng định lượng cho điều em nêu ở slide bối cảnh.</a:t>
            </a:r>
          </a:p>
          <a:p/>
          <a:p>
            <a:r>
              <a:t>Hàm ý thực tiễn cho người làm game là hãy lo cơ chế và đặc tả trước, chọn thuật toán sau. Chọn sai</a:t>
            </a:r>
          </a:p>
          <a:p>
            <a:r>
              <a:t>thuật toán cho một cơ chế game gây thiệt hại lớn hơn nhiều so với cái lợi của việc chọn được thuật</a:t>
            </a:r>
          </a:p>
          <a:p>
            <a:r>
              <a:t>toán tốt nhất trong nhóm khả dụng.</a:t>
            </a:r>
          </a:p>
          <a:p/>
          <a:p>
            <a:r>
              <a:t>Em cũng xin nói rõ giới hạn của kết luận này. Chỉ có ba phân tách là thực sự vững: SAC thất bại ở</a:t>
            </a:r>
          </a:p>
          <a:p>
            <a:r>
              <a:t>Capture The Flag, DQN cuối bảng ở Cross The Road, và nhóm dẫn đầu tách khỏi nhóm sau ở Cross The</a:t>
            </a:r>
          </a:p>
          <a:p>
            <a:r>
              <a:t>Road. Còn thứ tự trong nội bộ nhóm dẫn đầu, ví dụ MAPPO không phẩy tám bốn so với MA-POCA không</a:t>
            </a:r>
          </a:p>
          <a:p>
            <a:r>
              <a:t>phẩy tám ba tám, thì chênh lệch nhỏ hơn dao động của đường cong nên em không coi đó là kết luận.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Sản phẩm bàn giao của đồ án gồm hai phần.</a:t>
            </a:r>
          </a:p>
          <a:p/>
          <a:p>
            <a:r>
              <a:t>Phần một là gói Unity Package Manager. Người dùng cài gói này vào một dự án Unity trống là có ngay</a:t>
            </a:r>
          </a:p>
          <a:p>
            <a:r>
              <a:t>ba môi trường, mười lăm tệp cấu hình đã chạy thật, bộ công cụ Editor và một trình hướng dẫn cài</a:t>
            </a:r>
          </a:p>
          <a:p>
            <a:r>
              <a:t>đặt bảy bước. Mục tiêu là để người khác dựng lại được thí nghiệm mà không phải làm lại từ đầu.</a:t>
            </a:r>
          </a:p>
          <a:p/>
          <a:p>
            <a:r>
              <a:t>Phần hai là ứng dụng demo trong ảnh. Ứng dụng nạp trực tiếp mười lăm mô hình ONNX đã huấn luyện</a:t>
            </a:r>
          </a:p>
          <a:p>
            <a:r>
              <a:t>tại thời gian chạy, chọn ngay từ menu, không cần dựng lại bản build. Có ba chế độ chơi: người chơi</a:t>
            </a:r>
          </a:p>
          <a:p>
            <a:r>
              <a:t>tự điều khiển, agent tự chơi, và người chơi cùng agent trong một phiên. Ngoài ra có hai tab số</a:t>
            </a:r>
          </a:p>
          <a:p>
            <a:r>
              <a:t>liệu đọc thẳng kết quả huấn luyện, nên số trên slide và số trong demo luôn khớp nhau vì cùng một</a:t>
            </a:r>
          </a:p>
          <a:p>
            <a:r>
              <a:t>nguồn.</a:t>
            </a:r>
          </a:p>
          <a:p/>
          <a:p>
            <a:r>
              <a:t>Điều em muốn nhấn mạnh là giá trị của việc xem hành vi thật, ghi ở dòng dưới cùng bên trái. Có</a:t>
            </a:r>
          </a:p>
          <a:p>
            <a:r>
              <a:t>những lỗi đặc tả mà đường cong phần thưởng hoàn toàn che giấu: phần thưởng vẫn tăng, đường cong</a:t>
            </a:r>
          </a:p>
          <a:p>
            <a:r>
              <a:t>vẫn đẹp, nhưng nhìn tác nhân chạy thì thấy ngay nó đang làm một việc khác với điều mình muốn. Ứng</a:t>
            </a:r>
          </a:p>
          <a:p>
            <a:r>
              <a:t>dụng demo chính là công cụ kiểm tra tiêu chí "không có lối tắt" mà em nêu ở phần nghiệm thu.</a:t>
            </a:r>
          </a:p>
          <a:p/>
          <a:p>
            <a:r>
              <a:t>Nếu hội đồng cho phép, sau phần trình bày em xin demo trực tiếp một môi trường.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Em xin tổng kết.</a:t>
            </a:r>
          </a:p>
          <a:p/>
          <a:p>
            <a:r>
              <a:t>Về kết quả đạt được, đồ án bàn giao ba môi trường đã qua kiểm chứng, mỗi môi trường chịu được năm</a:t>
            </a:r>
          </a:p>
          <a:p>
            <a:r>
              <a:t>thuật toán khác nguyên lý; một quy trình thiết kế và nghiệm thu gồm bốn nguyên tắc phần thưởng và</a:t>
            </a:r>
          </a:p>
          <a:p>
            <a:r>
              <a:t>ba tiêu chí nghiệm thu; cùng sản phẩm hoàn chỉnh gồm gói UPM, hai trainer mở rộng và ứng dụng</a:t>
            </a:r>
          </a:p>
          <a:p>
            <a:r>
              <a:t>demo.</a:t>
            </a:r>
          </a:p>
          <a:p/>
          <a:p>
            <a:r>
              <a:t>Về hạn chế, em xin nêu trung thực và xếp theo mức độ nghiêm trọng. Hạn chế lớn nhất là mỗi cấu</a:t>
            </a:r>
          </a:p>
          <a:p>
            <a:r>
              <a:t>hình mới chỉ chạy một seed. Điều đó có nghĩa là những chênh lệch sát nhau — ví dụ MAPPO so với</a:t>
            </a:r>
          </a:p>
          <a:p>
            <a:r>
              <a:t>MA-POCA ở Capture The Flag — chưa đủ cơ sở thống kê để khẳng định. Nếu chỉ được sửa một điều trong</a:t>
            </a:r>
          </a:p>
          <a:p>
            <a:r>
              <a:t>đồ án này, em sẽ sửa điều đó. Hạn chế thứ hai là hai môi trường Football Table và Capture The Flag</a:t>
            </a:r>
          </a:p>
          <a:p>
            <a:r>
              <a:t>có dải kết quả hẹp hơn dao động của chính đường cong, nên chưa đủ độ phân giải để xếp hạng. Hạn</a:t>
            </a:r>
          </a:p>
          <a:p>
            <a:r>
              <a:t>chế thứ ba là ô DQN trên Football Table chạy trong điều kiện khác, nên nằm ngoài phép so sánh.</a:t>
            </a:r>
          </a:p>
          <a:p/>
          <a:p>
            <a:r>
              <a:t>Về hướng phát triển, việc cần làm trước tiên là chạy lại toàn bộ mười lăm tổ hợp trên nhiều seed,</a:t>
            </a:r>
          </a:p>
          <a:p>
            <a:r>
              <a:t>vì nó quyết định mọi kết luận về chênh lệch nhỏ. Tiếp theo là làm hai môi trường thiếu độ phân</a:t>
            </a:r>
          </a:p>
          <a:p>
            <a:r>
              <a:t>giải khó lên, bằng cách thêm bài trong chương trình học hoặc buộc phối hợp chặt hơn, thay vì kéo</a:t>
            </a:r>
          </a:p>
          <a:p>
            <a:r>
              <a:t>dài thời lượng huấn luyện. Cuối cùng là kiểm chứng hai hiện tượng còn bỏ ngỏ mà em đã nêu.</a:t>
            </a:r>
          </a:p>
          <a:p/>
          <a:p>
            <a:r>
              <a:t>Câu ở dưới cùng là điều em muốn hội đồng ghi nhận: đóng góp chính của đồ án không phải một thuật</a:t>
            </a:r>
          </a:p>
          <a:p>
            <a:r>
              <a:t>toán mới, mà là ba môi trường kèm bằng chứng nghiệm thu và quy trình để dựng lại chúng.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Phần trình bày của em đến đây là hết.</a:t>
            </a:r>
          </a:p>
          <a:p/>
          <a:p>
            <a:r>
              <a:t>Thông điệp em muốn để lại là câu trong khung: muốn học tăng cường trong game đáng tin cậy thì phải</a:t>
            </a:r>
          </a:p>
          <a:p>
            <a:r>
              <a:t>đầu tư vào đặc tả và kiểm chứng môi trường trước khi nghĩ tới việc tối ưu thuật toán. Toàn bộ số</a:t>
            </a:r>
          </a:p>
          <a:p>
            <a:r>
              <a:t>liệu trong bài đều hướng về kết luận đó.</a:t>
            </a:r>
          </a:p>
          <a:p/>
          <a:p>
            <a:r>
              <a:t>Em xin chân thành cảm ơn quý thầy cô đã lắng nghe, và rất mong nhận được góp ý để đồ án được hoàn</a:t>
            </a:r>
          </a:p>
          <a:p>
            <a:r>
              <a:t>thiện hơn. Em xin sẵn sàng trả lời câu hỏi của hội đồng.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Văn bản Tiêu đề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Văn bản Tiêu đề</a:t>
            </a:r>
          </a:p>
        </p:txBody>
      </p:sp>
      <p:sp>
        <p:nvSpPr>
          <p:cNvPr id="17" name="Số Trang chiếu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>
    <p:cove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6"/>
          <p:cNvGrpSpPr/>
          <p:nvPr/>
        </p:nvGrpSpPr>
        <p:grpSpPr>
          <a:xfrm>
            <a:off x="0" y="6494093"/>
            <a:ext cx="12192000" cy="373092"/>
            <a:chOff x="0" y="0"/>
            <a:chExt cx="12192000" cy="373091"/>
          </a:xfrm>
        </p:grpSpPr>
        <p:sp>
          <p:nvSpPr>
            <p:cNvPr id="24" name="Rectangle 7"/>
            <p:cNvSpPr/>
            <p:nvPr/>
          </p:nvSpPr>
          <p:spPr>
            <a:xfrm>
              <a:off x="0" y="0"/>
              <a:ext cx="12192000" cy="109728"/>
            </a:xfrm>
            <a:prstGeom prst="rect">
              <a:avLst/>
            </a:prstGeom>
            <a:solidFill>
              <a:srgbClr val="F2652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5" name="Rectangle 8"/>
            <p:cNvSpPr/>
            <p:nvPr/>
          </p:nvSpPr>
          <p:spPr>
            <a:xfrm>
              <a:off x="0" y="98771"/>
              <a:ext cx="12192000" cy="274321"/>
            </a:xfrm>
            <a:prstGeom prst="rect">
              <a:avLst/>
            </a:prstGeom>
            <a:solidFill>
              <a:srgbClr val="22377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27" name="Số Trang chiếu"/>
          <p:cNvSpPr txBox="1">
            <a:spLocks noGrp="1"/>
          </p:cNvSpPr>
          <p:nvPr>
            <p:ph type="sldNum" sz="quarter" idx="2"/>
          </p:nvPr>
        </p:nvSpPr>
        <p:spPr>
          <a:xfrm>
            <a:off x="11896142" y="6616245"/>
            <a:ext cx="258624" cy="248306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28" name="CHỦ ĐỀ"/>
          <p:cNvSpPr txBox="1">
            <a:spLocks noGrp="1"/>
          </p:cNvSpPr>
          <p:nvPr>
            <p:ph type="title" hasCustomPrompt="1"/>
          </p:nvPr>
        </p:nvSpPr>
        <p:spPr>
          <a:xfrm>
            <a:off x="482252" y="277959"/>
            <a:ext cx="7928430" cy="553290"/>
          </a:xfrm>
          <a:prstGeom prst="rect">
            <a:avLst/>
          </a:prstGeom>
        </p:spPr>
        <p:txBody>
          <a:bodyPr/>
          <a:lstStyle>
            <a:lvl1pPr>
              <a:defRPr sz="3300" b="1">
                <a:solidFill>
                  <a:srgbClr val="223771"/>
                </a:solidFill>
              </a:defRPr>
            </a:lvl1pPr>
          </a:lstStyle>
          <a:p>
            <a:r>
              <a:t>CHỦ ĐỀ</a:t>
            </a:r>
          </a:p>
        </p:txBody>
      </p:sp>
      <p:sp>
        <p:nvSpPr>
          <p:cNvPr id="29" name="Freeform 2"/>
          <p:cNvSpPr/>
          <p:nvPr/>
        </p:nvSpPr>
        <p:spPr>
          <a:xfrm>
            <a:off x="392906" y="235205"/>
            <a:ext cx="1750219" cy="596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819" y="0"/>
                </a:moveTo>
                <a:lnTo>
                  <a:pt x="0" y="0"/>
                </a:lnTo>
                <a:lnTo>
                  <a:pt x="0" y="21600"/>
                </a:lnTo>
                <a:lnTo>
                  <a:pt x="21600" y="21600"/>
                </a:lnTo>
              </a:path>
            </a:pathLst>
          </a:custGeom>
          <a:ln w="57150">
            <a:solidFill>
              <a:srgbClr val="223771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30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6135" y="27833"/>
            <a:ext cx="2493819" cy="77184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>
    <p:cove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6"/>
          <p:cNvGrpSpPr/>
          <p:nvPr/>
        </p:nvGrpSpPr>
        <p:grpSpPr>
          <a:xfrm>
            <a:off x="0" y="6494093"/>
            <a:ext cx="12192000" cy="373092"/>
            <a:chOff x="0" y="0"/>
            <a:chExt cx="12192000" cy="373091"/>
          </a:xfrm>
        </p:grpSpPr>
        <p:sp>
          <p:nvSpPr>
            <p:cNvPr id="37" name="Rectangle 7"/>
            <p:cNvSpPr/>
            <p:nvPr/>
          </p:nvSpPr>
          <p:spPr>
            <a:xfrm>
              <a:off x="0" y="0"/>
              <a:ext cx="12192000" cy="109728"/>
            </a:xfrm>
            <a:prstGeom prst="rect">
              <a:avLst/>
            </a:prstGeom>
            <a:solidFill>
              <a:srgbClr val="F2652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8" name="Rectangle 8"/>
            <p:cNvSpPr/>
            <p:nvPr/>
          </p:nvSpPr>
          <p:spPr>
            <a:xfrm>
              <a:off x="0" y="98771"/>
              <a:ext cx="12192000" cy="274321"/>
            </a:xfrm>
            <a:prstGeom prst="rect">
              <a:avLst/>
            </a:prstGeom>
            <a:solidFill>
              <a:srgbClr val="22377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40" name="Số Trang chiếu"/>
          <p:cNvSpPr txBox="1">
            <a:spLocks noGrp="1"/>
          </p:cNvSpPr>
          <p:nvPr>
            <p:ph type="sldNum" sz="quarter" idx="2"/>
          </p:nvPr>
        </p:nvSpPr>
        <p:spPr>
          <a:xfrm>
            <a:off x="11850582" y="6623074"/>
            <a:ext cx="258624" cy="248306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41" name="Freeform 2"/>
          <p:cNvSpPr/>
          <p:nvPr/>
        </p:nvSpPr>
        <p:spPr>
          <a:xfrm>
            <a:off x="392906" y="235205"/>
            <a:ext cx="1750219" cy="596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819" y="0"/>
                </a:moveTo>
                <a:lnTo>
                  <a:pt x="0" y="0"/>
                </a:lnTo>
                <a:lnTo>
                  <a:pt x="0" y="21600"/>
                </a:lnTo>
                <a:lnTo>
                  <a:pt x="21600" y="21600"/>
                </a:lnTo>
              </a:path>
            </a:pathLst>
          </a:custGeom>
          <a:ln w="57150">
            <a:solidFill>
              <a:srgbClr val="223771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2" name="Văn bản Tiêu đề"/>
          <p:cNvSpPr txBox="1">
            <a:spLocks noGrp="1"/>
          </p:cNvSpPr>
          <p:nvPr>
            <p:ph type="title"/>
          </p:nvPr>
        </p:nvSpPr>
        <p:spPr>
          <a:xfrm>
            <a:off x="487476" y="2949383"/>
            <a:ext cx="10515601" cy="1325564"/>
          </a:xfrm>
          <a:prstGeom prst="rect">
            <a:avLst/>
          </a:prstGeom>
        </p:spPr>
        <p:txBody>
          <a:bodyPr/>
          <a:lstStyle>
            <a:lvl1pPr>
              <a:defRPr sz="6000">
                <a:solidFill>
                  <a:srgbClr val="000000"/>
                </a:solidFill>
              </a:defRPr>
            </a:lvl1pPr>
          </a:lstStyle>
          <a:p>
            <a:r>
              <a:t>Văn bản Tiêu đề</a:t>
            </a:r>
          </a:p>
        </p:txBody>
      </p:sp>
      <p:pic>
        <p:nvPicPr>
          <p:cNvPr id="43" name="Picture 7" descr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6135" y="27833"/>
            <a:ext cx="2493819" cy="77184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>
    <p:cove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roup 6"/>
          <p:cNvGrpSpPr/>
          <p:nvPr/>
        </p:nvGrpSpPr>
        <p:grpSpPr>
          <a:xfrm>
            <a:off x="0" y="6494093"/>
            <a:ext cx="12192000" cy="373092"/>
            <a:chOff x="0" y="0"/>
            <a:chExt cx="12192000" cy="373091"/>
          </a:xfrm>
        </p:grpSpPr>
        <p:sp>
          <p:nvSpPr>
            <p:cNvPr id="50" name="Rectangle 7"/>
            <p:cNvSpPr/>
            <p:nvPr/>
          </p:nvSpPr>
          <p:spPr>
            <a:xfrm>
              <a:off x="0" y="0"/>
              <a:ext cx="12192000" cy="109728"/>
            </a:xfrm>
            <a:prstGeom prst="rect">
              <a:avLst/>
            </a:prstGeom>
            <a:solidFill>
              <a:srgbClr val="F2652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51" name="Rectangle 8"/>
            <p:cNvSpPr/>
            <p:nvPr/>
          </p:nvSpPr>
          <p:spPr>
            <a:xfrm>
              <a:off x="0" y="98771"/>
              <a:ext cx="12192000" cy="274321"/>
            </a:xfrm>
            <a:prstGeom prst="rect">
              <a:avLst/>
            </a:prstGeom>
            <a:solidFill>
              <a:srgbClr val="22377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53" name="Số Trang chiếu"/>
          <p:cNvSpPr txBox="1">
            <a:spLocks noGrp="1"/>
          </p:cNvSpPr>
          <p:nvPr>
            <p:ph type="sldNum" sz="quarter" idx="2"/>
          </p:nvPr>
        </p:nvSpPr>
        <p:spPr>
          <a:xfrm>
            <a:off x="11905666" y="6613839"/>
            <a:ext cx="258625" cy="248306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54" name="CHỦ ĐỀ"/>
          <p:cNvSpPr txBox="1">
            <a:spLocks noGrp="1"/>
          </p:cNvSpPr>
          <p:nvPr>
            <p:ph type="title" hasCustomPrompt="1"/>
          </p:nvPr>
        </p:nvSpPr>
        <p:spPr>
          <a:xfrm>
            <a:off x="340857" y="243488"/>
            <a:ext cx="8061101" cy="553290"/>
          </a:xfrm>
          <a:prstGeom prst="rect">
            <a:avLst/>
          </a:prstGeom>
        </p:spPr>
        <p:txBody>
          <a:bodyPr/>
          <a:lstStyle>
            <a:lvl1pPr>
              <a:defRPr sz="3300" b="1">
                <a:solidFill>
                  <a:srgbClr val="223771"/>
                </a:solidFill>
              </a:defRPr>
            </a:lvl1pPr>
          </a:lstStyle>
          <a:p>
            <a:r>
              <a:t>CHỦ ĐỀ</a:t>
            </a:r>
          </a:p>
        </p:txBody>
      </p:sp>
      <p:sp>
        <p:nvSpPr>
          <p:cNvPr id="55" name="Freeform 7"/>
          <p:cNvSpPr/>
          <p:nvPr/>
        </p:nvSpPr>
        <p:spPr>
          <a:xfrm>
            <a:off x="311261" y="235205"/>
            <a:ext cx="1750219" cy="596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819" y="0"/>
                </a:moveTo>
                <a:lnTo>
                  <a:pt x="0" y="0"/>
                </a:lnTo>
                <a:lnTo>
                  <a:pt x="0" y="21600"/>
                </a:lnTo>
                <a:lnTo>
                  <a:pt x="21600" y="21600"/>
                </a:lnTo>
              </a:path>
            </a:pathLst>
          </a:custGeom>
          <a:ln w="57150">
            <a:solidFill>
              <a:srgbClr val="223771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6" name="Nội dung mức một…"/>
          <p:cNvSpPr txBox="1">
            <a:spLocks noGrp="1"/>
          </p:cNvSpPr>
          <p:nvPr>
            <p:ph type="body" idx="1"/>
          </p:nvPr>
        </p:nvSpPr>
        <p:spPr>
          <a:xfrm>
            <a:off x="309217" y="1169079"/>
            <a:ext cx="11551619" cy="4954134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Nội dung mức một</a:t>
            </a:r>
          </a:p>
          <a:p>
            <a:pPr lvl="1"/>
            <a:r>
              <a:t>Nội dung mức hai</a:t>
            </a:r>
          </a:p>
          <a:p>
            <a:pPr lvl="2"/>
            <a:r>
              <a:t>Nội dung mức ba</a:t>
            </a:r>
          </a:p>
          <a:p>
            <a:pPr lvl="3"/>
            <a:r>
              <a:t>Nội dung mức bốn</a:t>
            </a:r>
          </a:p>
          <a:p>
            <a:pPr lvl="4"/>
            <a:r>
              <a:t>Nội dung mức năm</a:t>
            </a:r>
          </a:p>
        </p:txBody>
      </p:sp>
      <p:pic>
        <p:nvPicPr>
          <p:cNvPr id="57" name="Picture 8" descr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6135" y="27833"/>
            <a:ext cx="2493819" cy="77184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>
    <p:cove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roup 6"/>
          <p:cNvGrpSpPr/>
          <p:nvPr/>
        </p:nvGrpSpPr>
        <p:grpSpPr>
          <a:xfrm>
            <a:off x="0" y="6494093"/>
            <a:ext cx="12192000" cy="373092"/>
            <a:chOff x="0" y="0"/>
            <a:chExt cx="12192000" cy="373091"/>
          </a:xfrm>
        </p:grpSpPr>
        <p:sp>
          <p:nvSpPr>
            <p:cNvPr id="64" name="Rectangle 7"/>
            <p:cNvSpPr/>
            <p:nvPr/>
          </p:nvSpPr>
          <p:spPr>
            <a:xfrm>
              <a:off x="0" y="0"/>
              <a:ext cx="12192000" cy="109728"/>
            </a:xfrm>
            <a:prstGeom prst="rect">
              <a:avLst/>
            </a:prstGeom>
            <a:solidFill>
              <a:srgbClr val="F2652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65" name="Rectangle 8"/>
            <p:cNvSpPr/>
            <p:nvPr/>
          </p:nvSpPr>
          <p:spPr>
            <a:xfrm>
              <a:off x="0" y="98771"/>
              <a:ext cx="12192000" cy="274321"/>
            </a:xfrm>
            <a:prstGeom prst="rect">
              <a:avLst/>
            </a:prstGeom>
            <a:solidFill>
              <a:srgbClr val="22377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67" name="CHỦ ĐỀ"/>
          <p:cNvSpPr txBox="1">
            <a:spLocks noGrp="1"/>
          </p:cNvSpPr>
          <p:nvPr>
            <p:ph type="title" hasCustomPrompt="1"/>
          </p:nvPr>
        </p:nvSpPr>
        <p:spPr>
          <a:xfrm>
            <a:off x="7263685" y="2846230"/>
            <a:ext cx="4417453" cy="1460429"/>
          </a:xfrm>
          <a:prstGeom prst="rect">
            <a:avLst/>
          </a:prstGeom>
        </p:spPr>
        <p:txBody>
          <a:bodyPr anchor="b"/>
          <a:lstStyle>
            <a:lvl1pPr algn="r">
              <a:defRPr sz="5600" b="1">
                <a:solidFill>
                  <a:srgbClr val="223771"/>
                </a:solidFill>
              </a:defRPr>
            </a:lvl1pPr>
          </a:lstStyle>
          <a:p>
            <a:r>
              <a:t>CHỦ ĐỀ</a:t>
            </a:r>
          </a:p>
        </p:txBody>
      </p:sp>
      <p:sp>
        <p:nvSpPr>
          <p:cNvPr id="68" name="Nội dung mức một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7263685" y="4429523"/>
            <a:ext cx="4417453" cy="750073"/>
          </a:xfrm>
          <a:prstGeom prst="rect">
            <a:avLst/>
          </a:prstGeom>
        </p:spPr>
        <p:txBody>
          <a:bodyPr>
            <a:normAutofit/>
          </a:bodyPr>
          <a:lstStyle>
            <a:lvl1pPr algn="r">
              <a:buFontTx/>
              <a:defRPr sz="2400"/>
            </a:lvl1pPr>
            <a:lvl2pPr algn="r">
              <a:buFontTx/>
              <a:defRPr sz="2400"/>
            </a:lvl2pPr>
            <a:lvl3pPr algn="r">
              <a:buFontTx/>
              <a:defRPr sz="2400"/>
            </a:lvl3pPr>
            <a:lvl4pPr algn="r">
              <a:buFontTx/>
              <a:defRPr sz="2400"/>
            </a:lvl4pPr>
            <a:lvl5pPr algn="r">
              <a:buFontTx/>
              <a:defRPr sz="2400"/>
            </a:lvl5pPr>
          </a:lstStyle>
          <a:p>
            <a:r>
              <a:t>Nội dung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9" name="Số Trang chiếu"/>
          <p:cNvSpPr txBox="1">
            <a:spLocks noGrp="1"/>
          </p:cNvSpPr>
          <p:nvPr>
            <p:ph type="sldNum" sz="quarter" idx="2"/>
          </p:nvPr>
        </p:nvSpPr>
        <p:spPr>
          <a:xfrm>
            <a:off x="11933376" y="6613839"/>
            <a:ext cx="258624" cy="248306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70" name="Picture 8" descr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0417" y="235205"/>
            <a:ext cx="2732130" cy="55022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>
    <p:cove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roup 6"/>
          <p:cNvGrpSpPr/>
          <p:nvPr/>
        </p:nvGrpSpPr>
        <p:grpSpPr>
          <a:xfrm>
            <a:off x="0" y="6494093"/>
            <a:ext cx="12192000" cy="373092"/>
            <a:chOff x="0" y="0"/>
            <a:chExt cx="12192000" cy="373091"/>
          </a:xfrm>
        </p:grpSpPr>
        <p:sp>
          <p:nvSpPr>
            <p:cNvPr id="77" name="Rectangle 7"/>
            <p:cNvSpPr/>
            <p:nvPr/>
          </p:nvSpPr>
          <p:spPr>
            <a:xfrm>
              <a:off x="0" y="0"/>
              <a:ext cx="12192000" cy="109728"/>
            </a:xfrm>
            <a:prstGeom prst="rect">
              <a:avLst/>
            </a:prstGeom>
            <a:solidFill>
              <a:srgbClr val="F2652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78" name="Rectangle 8"/>
            <p:cNvSpPr/>
            <p:nvPr/>
          </p:nvSpPr>
          <p:spPr>
            <a:xfrm>
              <a:off x="0" y="98771"/>
              <a:ext cx="12192000" cy="274321"/>
            </a:xfrm>
            <a:prstGeom prst="rect">
              <a:avLst/>
            </a:prstGeom>
            <a:solidFill>
              <a:srgbClr val="22377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80" name="Văn bản Tiêu đề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>
                <a:solidFill>
                  <a:srgbClr val="000000"/>
                </a:solidFill>
              </a:defRPr>
            </a:lvl1pPr>
          </a:lstStyle>
          <a:p>
            <a:r>
              <a:t>Văn bản Tiêu đề</a:t>
            </a:r>
          </a:p>
        </p:txBody>
      </p:sp>
      <p:sp>
        <p:nvSpPr>
          <p:cNvPr id="81" name="Nội dung mức một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FontTx/>
              <a:defRPr sz="2400">
                <a:solidFill>
                  <a:srgbClr val="888888"/>
                </a:solidFill>
              </a:defRPr>
            </a:lvl1pPr>
            <a:lvl2pPr>
              <a:buFontTx/>
              <a:defRPr sz="2400">
                <a:solidFill>
                  <a:srgbClr val="888888"/>
                </a:solidFill>
              </a:defRPr>
            </a:lvl2pPr>
            <a:lvl3pPr>
              <a:buFontTx/>
              <a:defRPr sz="2400">
                <a:solidFill>
                  <a:srgbClr val="888888"/>
                </a:solidFill>
              </a:defRPr>
            </a:lvl3pPr>
            <a:lvl4pPr>
              <a:buFontTx/>
              <a:defRPr sz="2400">
                <a:solidFill>
                  <a:srgbClr val="888888"/>
                </a:solidFill>
              </a:defRPr>
            </a:lvl4pPr>
            <a:lvl5pPr>
              <a:buFontTx/>
              <a:defRPr sz="2400">
                <a:solidFill>
                  <a:srgbClr val="888888"/>
                </a:solidFill>
              </a:defRPr>
            </a:lvl5pPr>
          </a:lstStyle>
          <a:p>
            <a:r>
              <a:t>Nội dung mức một</a:t>
            </a:r>
          </a:p>
          <a:p>
            <a:pPr lvl="1"/>
            <a:r>
              <a:t>Nội dung mức hai</a:t>
            </a:r>
          </a:p>
          <a:p>
            <a:pPr lvl="2"/>
            <a:r>
              <a:t>Nội dung mức ba</a:t>
            </a:r>
          </a:p>
          <a:p>
            <a:pPr lvl="3"/>
            <a:r>
              <a:t>Nội dung mức bốn</a:t>
            </a:r>
          </a:p>
          <a:p>
            <a:pPr lvl="4"/>
            <a:r>
              <a:t>Nội dung mức năm</a:t>
            </a:r>
          </a:p>
        </p:txBody>
      </p:sp>
      <p:sp>
        <p:nvSpPr>
          <p:cNvPr id="82" name="Số Trang chiếu"/>
          <p:cNvSpPr txBox="1">
            <a:spLocks noGrp="1"/>
          </p:cNvSpPr>
          <p:nvPr>
            <p:ph type="sldNum" sz="quarter" idx="2"/>
          </p:nvPr>
        </p:nvSpPr>
        <p:spPr>
          <a:xfrm>
            <a:off x="11933376" y="6613839"/>
            <a:ext cx="258624" cy="248306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83" name="Picture 8" descr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0417" y="235205"/>
            <a:ext cx="2732130" cy="550221"/>
          </a:xfrm>
          <a:prstGeom prst="rect">
            <a:avLst/>
          </a:prstGeom>
          <a:ln w="12700">
            <a:miter lim="400000"/>
          </a:ln>
        </p:spPr>
      </p:pic>
      <p:sp>
        <p:nvSpPr>
          <p:cNvPr id="84" name="Freeform 13"/>
          <p:cNvSpPr/>
          <p:nvPr/>
        </p:nvSpPr>
        <p:spPr>
          <a:xfrm>
            <a:off x="392906" y="235205"/>
            <a:ext cx="1750219" cy="596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819" y="0"/>
                </a:moveTo>
                <a:lnTo>
                  <a:pt x="0" y="0"/>
                </a:lnTo>
                <a:lnTo>
                  <a:pt x="0" y="21600"/>
                </a:lnTo>
                <a:lnTo>
                  <a:pt x="21600" y="21600"/>
                </a:lnTo>
              </a:path>
            </a:pathLst>
          </a:custGeom>
          <a:ln w="57150">
            <a:solidFill>
              <a:srgbClr val="223771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</p:spTree>
  </p:cSld>
  <p:clrMapOvr>
    <a:masterClrMapping/>
  </p:clrMapOvr>
  <p:transition>
    <p:cove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roup 6"/>
          <p:cNvGrpSpPr/>
          <p:nvPr/>
        </p:nvGrpSpPr>
        <p:grpSpPr>
          <a:xfrm>
            <a:off x="0" y="6494093"/>
            <a:ext cx="12192000" cy="373092"/>
            <a:chOff x="0" y="0"/>
            <a:chExt cx="12192000" cy="373091"/>
          </a:xfrm>
        </p:grpSpPr>
        <p:sp>
          <p:nvSpPr>
            <p:cNvPr id="91" name="Rectangle 7"/>
            <p:cNvSpPr/>
            <p:nvPr/>
          </p:nvSpPr>
          <p:spPr>
            <a:xfrm>
              <a:off x="0" y="0"/>
              <a:ext cx="12192000" cy="109728"/>
            </a:xfrm>
            <a:prstGeom prst="rect">
              <a:avLst/>
            </a:prstGeom>
            <a:solidFill>
              <a:srgbClr val="F2652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92" name="Rectangle 8"/>
            <p:cNvSpPr/>
            <p:nvPr/>
          </p:nvSpPr>
          <p:spPr>
            <a:xfrm>
              <a:off x="0" y="98771"/>
              <a:ext cx="12192000" cy="274321"/>
            </a:xfrm>
            <a:prstGeom prst="rect">
              <a:avLst/>
            </a:prstGeom>
            <a:solidFill>
              <a:srgbClr val="22377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94" name="Chủ đề"/>
          <p:cNvSpPr txBox="1">
            <a:spLocks noGrp="1"/>
          </p:cNvSpPr>
          <p:nvPr>
            <p:ph type="title" hasCustomPrompt="1"/>
          </p:nvPr>
        </p:nvSpPr>
        <p:spPr>
          <a:xfrm>
            <a:off x="701899" y="351788"/>
            <a:ext cx="8061101" cy="922763"/>
          </a:xfrm>
          <a:prstGeom prst="rect">
            <a:avLst/>
          </a:prstGeom>
        </p:spPr>
        <p:txBody>
          <a:bodyPr/>
          <a:lstStyle>
            <a:lvl1pPr>
              <a:defRPr sz="3000" b="1">
                <a:solidFill>
                  <a:srgbClr val="223771"/>
                </a:solidFill>
              </a:defRPr>
            </a:lvl1pPr>
          </a:lstStyle>
          <a:p>
            <a:r>
              <a:t>Chủ đề</a:t>
            </a:r>
          </a:p>
        </p:txBody>
      </p:sp>
      <p:sp>
        <p:nvSpPr>
          <p:cNvPr id="95" name="Nội dung mức một…"/>
          <p:cNvSpPr txBox="1">
            <a:spLocks noGrp="1"/>
          </p:cNvSpPr>
          <p:nvPr>
            <p:ph type="body" sz="quarter" idx="1"/>
          </p:nvPr>
        </p:nvSpPr>
        <p:spPr>
          <a:xfrm>
            <a:off x="701899" y="1639780"/>
            <a:ext cx="3336703" cy="4351339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Nội dung mức một</a:t>
            </a:r>
          </a:p>
          <a:p>
            <a:pPr lvl="1"/>
            <a:r>
              <a:t>Nội dung mức hai</a:t>
            </a:r>
          </a:p>
          <a:p>
            <a:pPr lvl="2"/>
            <a:r>
              <a:t>Nội dung mức ba</a:t>
            </a:r>
          </a:p>
          <a:p>
            <a:pPr lvl="3"/>
            <a:r>
              <a:t>Nội dung mức bốn</a:t>
            </a:r>
          </a:p>
          <a:p>
            <a:pPr lvl="4"/>
            <a:r>
              <a:t>Nội dung mức năm</a:t>
            </a:r>
          </a:p>
        </p:txBody>
      </p:sp>
      <p:sp>
        <p:nvSpPr>
          <p:cNvPr id="96" name="Số Trang chiếu"/>
          <p:cNvSpPr txBox="1">
            <a:spLocks noGrp="1"/>
          </p:cNvSpPr>
          <p:nvPr>
            <p:ph type="sldNum" sz="quarter" idx="2"/>
          </p:nvPr>
        </p:nvSpPr>
        <p:spPr>
          <a:xfrm>
            <a:off x="11933376" y="6613839"/>
            <a:ext cx="258624" cy="248306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97" name="Picture 10" descr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0417" y="235205"/>
            <a:ext cx="2732130" cy="55022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>
    <p:cove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roup 6"/>
          <p:cNvGrpSpPr/>
          <p:nvPr/>
        </p:nvGrpSpPr>
        <p:grpSpPr>
          <a:xfrm>
            <a:off x="0" y="6494093"/>
            <a:ext cx="12192000" cy="373092"/>
            <a:chOff x="0" y="0"/>
            <a:chExt cx="12192000" cy="373091"/>
          </a:xfrm>
        </p:grpSpPr>
        <p:sp>
          <p:nvSpPr>
            <p:cNvPr id="104" name="Rectangle 7"/>
            <p:cNvSpPr/>
            <p:nvPr/>
          </p:nvSpPr>
          <p:spPr>
            <a:xfrm>
              <a:off x="0" y="0"/>
              <a:ext cx="12192000" cy="109728"/>
            </a:xfrm>
            <a:prstGeom prst="rect">
              <a:avLst/>
            </a:prstGeom>
            <a:solidFill>
              <a:srgbClr val="F2652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05" name="Rectangle 8"/>
            <p:cNvSpPr/>
            <p:nvPr/>
          </p:nvSpPr>
          <p:spPr>
            <a:xfrm>
              <a:off x="0" y="98771"/>
              <a:ext cx="12192000" cy="274321"/>
            </a:xfrm>
            <a:prstGeom prst="rect">
              <a:avLst/>
            </a:prstGeom>
            <a:solidFill>
              <a:srgbClr val="22377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107" name="Số Trang chiếu"/>
          <p:cNvSpPr txBox="1">
            <a:spLocks noGrp="1"/>
          </p:cNvSpPr>
          <p:nvPr>
            <p:ph type="sldNum" sz="quarter" idx="2"/>
          </p:nvPr>
        </p:nvSpPr>
        <p:spPr>
          <a:xfrm>
            <a:off x="11933376" y="6613839"/>
            <a:ext cx="258624" cy="248306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108" name="Picture 5" descr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0417" y="235205"/>
            <a:ext cx="2732130" cy="55022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>
    <p:cover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Group 6"/>
          <p:cNvGrpSpPr/>
          <p:nvPr/>
        </p:nvGrpSpPr>
        <p:grpSpPr>
          <a:xfrm>
            <a:off x="0" y="6494093"/>
            <a:ext cx="12192000" cy="373092"/>
            <a:chOff x="0" y="0"/>
            <a:chExt cx="12192000" cy="373091"/>
          </a:xfrm>
        </p:grpSpPr>
        <p:sp>
          <p:nvSpPr>
            <p:cNvPr id="115" name="Rectangle 7"/>
            <p:cNvSpPr/>
            <p:nvPr/>
          </p:nvSpPr>
          <p:spPr>
            <a:xfrm>
              <a:off x="0" y="0"/>
              <a:ext cx="12192000" cy="109728"/>
            </a:xfrm>
            <a:prstGeom prst="rect">
              <a:avLst/>
            </a:prstGeom>
            <a:solidFill>
              <a:srgbClr val="F2652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16" name="Rectangle 8"/>
            <p:cNvSpPr/>
            <p:nvPr/>
          </p:nvSpPr>
          <p:spPr>
            <a:xfrm>
              <a:off x="0" y="98771"/>
              <a:ext cx="12192000" cy="274321"/>
            </a:xfrm>
            <a:prstGeom prst="rect">
              <a:avLst/>
            </a:prstGeom>
            <a:solidFill>
              <a:srgbClr val="22377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118" name="Số Trang chiếu"/>
          <p:cNvSpPr txBox="1">
            <a:spLocks noGrp="1"/>
          </p:cNvSpPr>
          <p:nvPr>
            <p:ph type="sldNum" sz="quarter" idx="2"/>
          </p:nvPr>
        </p:nvSpPr>
        <p:spPr>
          <a:xfrm>
            <a:off x="11933376" y="6613839"/>
            <a:ext cx="258624" cy="248306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19" name="CHỦ ĐỀ"/>
          <p:cNvSpPr txBox="1">
            <a:spLocks noGrp="1"/>
          </p:cNvSpPr>
          <p:nvPr>
            <p:ph type="title" hasCustomPrompt="1"/>
          </p:nvPr>
        </p:nvSpPr>
        <p:spPr>
          <a:xfrm>
            <a:off x="741484" y="785425"/>
            <a:ext cx="8061101" cy="553290"/>
          </a:xfrm>
          <a:prstGeom prst="rect">
            <a:avLst/>
          </a:prstGeom>
        </p:spPr>
        <p:txBody>
          <a:bodyPr/>
          <a:lstStyle>
            <a:lvl1pPr>
              <a:defRPr sz="2500" b="1">
                <a:solidFill>
                  <a:srgbClr val="223771"/>
                </a:solidFill>
              </a:defRPr>
            </a:lvl1pPr>
          </a:lstStyle>
          <a:p>
            <a:r>
              <a:t>CHỦ ĐỀ</a:t>
            </a:r>
          </a:p>
        </p:txBody>
      </p:sp>
      <p:pic>
        <p:nvPicPr>
          <p:cNvPr id="120" name="Picture 8" descr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6135" y="27833"/>
            <a:ext cx="2493819" cy="77184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>
    <p:cove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Group 6"/>
          <p:cNvGrpSpPr/>
          <p:nvPr/>
        </p:nvGrpSpPr>
        <p:grpSpPr>
          <a:xfrm>
            <a:off x="0" y="6494093"/>
            <a:ext cx="12192000" cy="373092"/>
            <a:chOff x="0" y="0"/>
            <a:chExt cx="12192000" cy="373091"/>
          </a:xfrm>
        </p:grpSpPr>
        <p:sp>
          <p:nvSpPr>
            <p:cNvPr id="127" name="Rectangle 7"/>
            <p:cNvSpPr/>
            <p:nvPr/>
          </p:nvSpPr>
          <p:spPr>
            <a:xfrm>
              <a:off x="0" y="0"/>
              <a:ext cx="12192000" cy="109728"/>
            </a:xfrm>
            <a:prstGeom prst="rect">
              <a:avLst/>
            </a:prstGeom>
            <a:solidFill>
              <a:srgbClr val="F2652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28" name="Rectangle 8"/>
            <p:cNvSpPr/>
            <p:nvPr/>
          </p:nvSpPr>
          <p:spPr>
            <a:xfrm>
              <a:off x="0" y="98771"/>
              <a:ext cx="12192000" cy="274321"/>
            </a:xfrm>
            <a:prstGeom prst="rect">
              <a:avLst/>
            </a:prstGeom>
            <a:solidFill>
              <a:srgbClr val="22377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130" name="Rectangle 10"/>
          <p:cNvSpPr/>
          <p:nvPr/>
        </p:nvSpPr>
        <p:spPr>
          <a:xfrm>
            <a:off x="-8467" y="0"/>
            <a:ext cx="12192001" cy="6858000"/>
          </a:xfrm>
          <a:prstGeom prst="rect">
            <a:avLst/>
          </a:prstGeom>
          <a:solidFill>
            <a:srgbClr val="22367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</p:txBody>
      </p:sp>
      <p:sp>
        <p:nvSpPr>
          <p:cNvPr id="131" name="Văn bản Tiêu đề"/>
          <p:cNvSpPr txBox="1">
            <a:spLocks noGrp="1"/>
          </p:cNvSpPr>
          <p:nvPr>
            <p:ph type="title"/>
          </p:nvPr>
        </p:nvSpPr>
        <p:spPr>
          <a:xfrm>
            <a:off x="419100" y="3191940"/>
            <a:ext cx="11353800" cy="474120"/>
          </a:xfrm>
          <a:prstGeom prst="rect">
            <a:avLst/>
          </a:prstGeom>
        </p:spPr>
        <p:txBody>
          <a:bodyPr/>
          <a:lstStyle>
            <a:lvl1pPr>
              <a:defRPr sz="60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Văn bản Tiêu đề</a:t>
            </a:r>
          </a:p>
        </p:txBody>
      </p:sp>
      <p:sp>
        <p:nvSpPr>
          <p:cNvPr id="132" name="Nội dung mức một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19100" y="2393482"/>
            <a:ext cx="8059739" cy="48849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FontTx/>
              <a:defRPr sz="2000" spc="300">
                <a:solidFill>
                  <a:srgbClr val="36C2B4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647700" indent="-190500">
              <a:buSzPct val="100000"/>
              <a:buFontTx/>
              <a:buChar char="•"/>
              <a:defRPr sz="2000" spc="300">
                <a:solidFill>
                  <a:srgbClr val="36C2B4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143000" indent="-228600">
              <a:buSzPct val="100000"/>
              <a:buFontTx/>
              <a:buChar char="•"/>
              <a:defRPr sz="2000" spc="300">
                <a:solidFill>
                  <a:srgbClr val="36C2B4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625600" indent="-254000">
              <a:buSzPct val="100000"/>
              <a:buFontTx/>
              <a:buChar char="•"/>
              <a:defRPr sz="2000" spc="300">
                <a:solidFill>
                  <a:srgbClr val="36C2B4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082800" indent="-254000">
              <a:buSzPct val="100000"/>
              <a:buFontTx/>
              <a:buChar char="•"/>
              <a:defRPr sz="2000" spc="300">
                <a:solidFill>
                  <a:srgbClr val="36C2B4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</a:lstStyle>
          <a:p>
            <a:r>
              <a:t>CLICK TO EDIT MASTER TITLE STYLE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pic>
        <p:nvPicPr>
          <p:cNvPr id="133" name="Picture 7" descr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1442" y="10632"/>
            <a:ext cx="2796283" cy="865457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Số Trang chiếu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>
    <p:cover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01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7064" y="2838451"/>
            <a:ext cx="10873099" cy="3435348"/>
          </a:xfrm>
        </p:spPr>
        <p:txBody>
          <a:bodyPr anchor="t">
            <a:no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16200000">
            <a:off x="9829799" y="3246438"/>
            <a:ext cx="4114800" cy="365125"/>
          </a:xfrm>
        </p:spPr>
        <p:txBody>
          <a:bodyPr/>
          <a:lstStyle>
            <a:lvl1pPr algn="ctr">
              <a:defRPr sz="1400"/>
            </a:lvl1pPr>
          </a:lstStyle>
          <a:p>
            <a:r>
              <a:rPr lang="en-ID"/>
              <a:t>PRESENTATION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35AAFEA-9797-719F-034E-1443278D0DB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7064" y="831519"/>
            <a:ext cx="5508625" cy="1282063"/>
          </a:xfrm>
        </p:spPr>
        <p:txBody>
          <a:bodyPr anchor="b" anchorCtr="0">
            <a:no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CE0C2E3-CA8C-11A5-4187-F0CF961435E7}"/>
              </a:ext>
            </a:extLst>
          </p:cNvPr>
          <p:cNvCxnSpPr>
            <a:cxnSpLocks/>
          </p:cNvCxnSpPr>
          <p:nvPr userDrawn="1"/>
        </p:nvCxnSpPr>
        <p:spPr>
          <a:xfrm>
            <a:off x="587375" y="2476017"/>
            <a:ext cx="144000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7371063"/>
      </p:ext>
    </p:extLst>
  </p:cSld>
  <p:clrMapOvr>
    <a:masterClrMapping/>
  </p:clrMapOvr>
  <p:transition>
    <p:cover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01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B826D32-D4AA-F873-023C-407B30CBCB37}"/>
              </a:ext>
            </a:extLst>
          </p:cNvPr>
          <p:cNvSpPr/>
          <p:nvPr userDrawn="1"/>
        </p:nvSpPr>
        <p:spPr>
          <a:xfrm>
            <a:off x="0" y="0"/>
            <a:ext cx="116046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2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7064" y="2838451"/>
            <a:ext cx="10873099" cy="3435348"/>
          </a:xfrm>
        </p:spPr>
        <p:txBody>
          <a:bodyPr anchor="t">
            <a:no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16200000">
            <a:off x="9829799" y="3246438"/>
            <a:ext cx="4114800" cy="365125"/>
          </a:xfrm>
        </p:spPr>
        <p:txBody>
          <a:bodyPr/>
          <a:lstStyle>
            <a:lvl1pPr algn="ctr">
              <a:defRPr sz="1400"/>
            </a:lvl1pPr>
          </a:lstStyle>
          <a:p>
            <a:r>
              <a:rPr lang="en-ID"/>
              <a:t>PRESENTATION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35AAFEA-9797-719F-034E-1443278D0DB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7064" y="831519"/>
            <a:ext cx="5508625" cy="1282063"/>
          </a:xfrm>
        </p:spPr>
        <p:txBody>
          <a:bodyPr anchor="b" anchorCtr="0">
            <a:no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CE0C2E3-CA8C-11A5-4187-F0CF961435E7}"/>
              </a:ext>
            </a:extLst>
          </p:cNvPr>
          <p:cNvCxnSpPr>
            <a:cxnSpLocks/>
          </p:cNvCxnSpPr>
          <p:nvPr userDrawn="1"/>
        </p:nvCxnSpPr>
        <p:spPr>
          <a:xfrm>
            <a:off x="587375" y="2476017"/>
            <a:ext cx="1440000" cy="0"/>
          </a:xfrm>
          <a:prstGeom prst="line">
            <a:avLst/>
          </a:prstGeom>
          <a:ln w="381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3858427"/>
      </p:ext>
    </p:extLst>
  </p:cSld>
  <p:clrMapOvr>
    <a:masterClrMapping/>
  </p:clrMapOvr>
  <p:transition>
    <p:cover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01V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D50A003-06D7-6548-EAC3-0CF58A9B74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1582400" cy="2834640"/>
          </a:xfrm>
          <a:custGeom>
            <a:avLst/>
            <a:gdLst>
              <a:gd name="connsiteX0" fmla="*/ 0 w 11582400"/>
              <a:gd name="connsiteY0" fmla="*/ 0 h 2834640"/>
              <a:gd name="connsiteX1" fmla="*/ 11582400 w 11582400"/>
              <a:gd name="connsiteY1" fmla="*/ 0 h 2834640"/>
              <a:gd name="connsiteX2" fmla="*/ 11582400 w 11582400"/>
              <a:gd name="connsiteY2" fmla="*/ 2834640 h 2834640"/>
              <a:gd name="connsiteX3" fmla="*/ 0 w 11582400"/>
              <a:gd name="connsiteY3" fmla="*/ 2834640 h 2834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82400" h="2834640">
                <a:moveTo>
                  <a:pt x="0" y="0"/>
                </a:moveTo>
                <a:lnTo>
                  <a:pt x="11582400" y="0"/>
                </a:lnTo>
                <a:lnTo>
                  <a:pt x="11582400" y="2834640"/>
                </a:lnTo>
                <a:lnTo>
                  <a:pt x="0" y="283464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7064" y="3093720"/>
            <a:ext cx="10873099" cy="2448863"/>
          </a:xfrm>
        </p:spPr>
        <p:txBody>
          <a:bodyPr anchor="b">
            <a:no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16200000">
            <a:off x="9829799" y="3246438"/>
            <a:ext cx="4114800" cy="365125"/>
          </a:xfrm>
        </p:spPr>
        <p:txBody>
          <a:bodyPr/>
          <a:lstStyle>
            <a:lvl1pPr algn="ctr">
              <a:defRPr sz="1400"/>
            </a:lvl1pPr>
          </a:lstStyle>
          <a:p>
            <a:r>
              <a:rPr lang="en-ID"/>
              <a:t>PRESENTATION TITLE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CE0C2E3-CA8C-11A5-4187-F0CF961435E7}"/>
              </a:ext>
            </a:extLst>
          </p:cNvPr>
          <p:cNvCxnSpPr>
            <a:cxnSpLocks/>
          </p:cNvCxnSpPr>
          <p:nvPr userDrawn="1"/>
        </p:nvCxnSpPr>
        <p:spPr>
          <a:xfrm>
            <a:off x="587375" y="5678322"/>
            <a:ext cx="1634762" cy="0"/>
          </a:xfrm>
          <a:prstGeom prst="line">
            <a:avLst/>
          </a:prstGeom>
          <a:ln w="381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35AAFEA-9797-719F-034E-1443278D0DB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7064" y="5814062"/>
            <a:ext cx="10873099" cy="459738"/>
          </a:xfrm>
        </p:spPr>
        <p:txBody>
          <a:bodyPr anchor="b" anchorCtr="0">
            <a:no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59083917"/>
      </p:ext>
    </p:extLst>
  </p:cSld>
  <p:clrMapOvr>
    <a:masterClrMapping/>
  </p:clrMapOvr>
  <p:transition>
    <p:cover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S02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16200000">
            <a:off x="9829799" y="3246438"/>
            <a:ext cx="4114800" cy="365125"/>
          </a:xfrm>
        </p:spPr>
        <p:txBody>
          <a:bodyPr/>
          <a:lstStyle>
            <a:lvl1pPr algn="ctr">
              <a:defRPr sz="1400"/>
            </a:lvl1pPr>
          </a:lstStyle>
          <a:p>
            <a:r>
              <a:rPr lang="en-ID"/>
              <a:t>PRESENTATION TITLE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4986CB4B-8D0F-4F5D-E6A8-37A1BE8D903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7064" y="4427242"/>
            <a:ext cx="9577699" cy="1282063"/>
          </a:xfrm>
        </p:spPr>
        <p:txBody>
          <a:bodyPr anchor="t" anchorCtr="0">
            <a:no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6711E10-61DA-0C4E-6449-6C1C595C3EE0}"/>
              </a:ext>
            </a:extLst>
          </p:cNvPr>
          <p:cNvCxnSpPr>
            <a:cxnSpLocks/>
          </p:cNvCxnSpPr>
          <p:nvPr userDrawn="1"/>
        </p:nvCxnSpPr>
        <p:spPr>
          <a:xfrm>
            <a:off x="587375" y="4272740"/>
            <a:ext cx="144000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36501A14-3AE7-B43F-7906-530D98D6A5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7064" y="831519"/>
            <a:ext cx="9577699" cy="3286719"/>
          </a:xfrm>
        </p:spPr>
        <p:txBody>
          <a:bodyPr anchor="b">
            <a:noAutofit/>
          </a:bodyPr>
          <a:lstStyle>
            <a:lvl1pPr algn="l"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00300795"/>
      </p:ext>
    </p:extLst>
  </p:cSld>
  <p:clrMapOvr>
    <a:masterClrMapping/>
  </p:clrMapOvr>
  <p:transition>
    <p:cover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S02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B049471-C428-2E5D-E04D-53197496D0C1}"/>
              </a:ext>
            </a:extLst>
          </p:cNvPr>
          <p:cNvSpPr/>
          <p:nvPr userDrawn="1"/>
        </p:nvSpPr>
        <p:spPr>
          <a:xfrm>
            <a:off x="0" y="1371599"/>
            <a:ext cx="11604625" cy="41148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20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16200000">
            <a:off x="9829799" y="3246438"/>
            <a:ext cx="4114800" cy="365125"/>
          </a:xfrm>
        </p:spPr>
        <p:txBody>
          <a:bodyPr/>
          <a:lstStyle>
            <a:lvl1pPr algn="ctr">
              <a:defRPr sz="1400"/>
            </a:lvl1pPr>
          </a:lstStyle>
          <a:p>
            <a:r>
              <a:rPr lang="en-ID"/>
              <a:t>PRESENTATION TITLE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4986CB4B-8D0F-4F5D-E6A8-37A1BE8D903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7064" y="4343423"/>
            <a:ext cx="10873099" cy="777218"/>
          </a:xfrm>
        </p:spPr>
        <p:txBody>
          <a:bodyPr anchor="t" anchorCtr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6711E10-61DA-0C4E-6449-6C1C595C3EE0}"/>
              </a:ext>
            </a:extLst>
          </p:cNvPr>
          <p:cNvCxnSpPr>
            <a:cxnSpLocks/>
          </p:cNvCxnSpPr>
          <p:nvPr userDrawn="1"/>
        </p:nvCxnSpPr>
        <p:spPr>
          <a:xfrm>
            <a:off x="587375" y="4188920"/>
            <a:ext cx="1440000" cy="0"/>
          </a:xfrm>
          <a:prstGeom prst="line">
            <a:avLst/>
          </a:prstGeom>
          <a:ln w="381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36501A14-3AE7-B43F-7906-530D98D6A5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7064" y="1775460"/>
            <a:ext cx="10873099" cy="2258958"/>
          </a:xfrm>
        </p:spPr>
        <p:txBody>
          <a:bodyPr anchor="b">
            <a:no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62712726"/>
      </p:ext>
    </p:extLst>
  </p:cSld>
  <p:clrMapOvr>
    <a:masterClrMapping/>
  </p:clrMapOvr>
  <p:transition>
    <p:cover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S02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B049471-C428-2E5D-E04D-53197496D0C1}"/>
              </a:ext>
            </a:extLst>
          </p:cNvPr>
          <p:cNvSpPr/>
          <p:nvPr userDrawn="1"/>
        </p:nvSpPr>
        <p:spPr>
          <a:xfrm>
            <a:off x="1" y="4343423"/>
            <a:ext cx="11060906" cy="86864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20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16200000">
            <a:off x="9829799" y="3246438"/>
            <a:ext cx="4114800" cy="365125"/>
          </a:xfrm>
        </p:spPr>
        <p:txBody>
          <a:bodyPr/>
          <a:lstStyle>
            <a:lvl1pPr algn="ctr">
              <a:defRPr sz="1400"/>
            </a:lvl1pPr>
          </a:lstStyle>
          <a:p>
            <a:r>
              <a:rPr lang="en-ID"/>
              <a:t>PRESENTATION TITLE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4986CB4B-8D0F-4F5D-E6A8-37A1BE8D903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7065" y="4389136"/>
            <a:ext cx="5508936" cy="777218"/>
          </a:xfrm>
        </p:spPr>
        <p:txBody>
          <a:bodyPr anchor="t" anchorCtr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6711E10-61DA-0C4E-6449-6C1C595C3EE0}"/>
              </a:ext>
            </a:extLst>
          </p:cNvPr>
          <p:cNvCxnSpPr>
            <a:cxnSpLocks/>
          </p:cNvCxnSpPr>
          <p:nvPr userDrawn="1"/>
        </p:nvCxnSpPr>
        <p:spPr>
          <a:xfrm>
            <a:off x="587375" y="4188920"/>
            <a:ext cx="144000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36501A14-3AE7-B43F-7906-530D98D6A5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7065" y="1249683"/>
            <a:ext cx="5508936" cy="2784735"/>
          </a:xfrm>
        </p:spPr>
        <p:txBody>
          <a:bodyPr anchor="b">
            <a:noAutofit/>
          </a:bodyPr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83510C1-97DA-651B-B07A-057B868FC34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03206" y="584201"/>
            <a:ext cx="4457700" cy="5689599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055754"/>
      </p:ext>
    </p:extLst>
  </p:cSld>
  <p:clrMapOvr>
    <a:masterClrMapping/>
  </p:clrMapOvr>
  <p:transition>
    <p:cover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03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902CC6-0866-F6F1-FFC1-330B30DD739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D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CFEAA7-A226-2E50-AD23-5FE2A5B9860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6F24BE-8BEB-403A-BDCC-38E201D0662D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22565141-98A0-A85E-E6F5-11BE0B52493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96899" y="1714500"/>
            <a:ext cx="131763" cy="720000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US" sz="10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 defTabSz="914400"/>
            <a:r>
              <a:rPr lang="en-US"/>
              <a:t>.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A48DDE3-2ACF-89DD-48C0-FA7D18623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584200"/>
            <a:ext cx="9565746" cy="772070"/>
          </a:xfrm>
        </p:spPr>
        <p:txBody>
          <a:bodyPr anchor="t">
            <a:noAutofit/>
          </a:bodyPr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E6DDC03C-6E31-C60F-C43F-90655F7B07E1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9847" y="1714500"/>
            <a:ext cx="4927534" cy="720000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8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5" name="Text Placeholder 6">
            <a:extLst>
              <a:ext uri="{FF2B5EF4-FFF2-40B4-BE49-F238E27FC236}">
                <a16:creationId xmlns:a16="http://schemas.microsoft.com/office/drawing/2014/main" id="{7D4C4BB7-423B-F3EC-C764-725FD2AD8EF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96899" y="2994208"/>
            <a:ext cx="131763" cy="720000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US" sz="10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 defTabSz="914400"/>
            <a:r>
              <a:rPr lang="en-US"/>
              <a:t>.</a:t>
            </a:r>
          </a:p>
        </p:txBody>
      </p:sp>
      <p:sp>
        <p:nvSpPr>
          <p:cNvPr id="77" name="Text Placeholder 6">
            <a:extLst>
              <a:ext uri="{FF2B5EF4-FFF2-40B4-BE49-F238E27FC236}">
                <a16:creationId xmlns:a16="http://schemas.microsoft.com/office/drawing/2014/main" id="{0C5F6356-76CD-745B-1EF3-E104BA537C26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79847" y="2994208"/>
            <a:ext cx="4927534" cy="720000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8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" name="Text Placeholder 6">
            <a:extLst>
              <a:ext uri="{FF2B5EF4-FFF2-40B4-BE49-F238E27FC236}">
                <a16:creationId xmlns:a16="http://schemas.microsoft.com/office/drawing/2014/main" id="{A627F56A-4B81-24A1-DB24-AB42F6CBF4B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96899" y="4273916"/>
            <a:ext cx="131763" cy="720000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US" sz="10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 defTabSz="914400"/>
            <a:r>
              <a:rPr lang="en-US"/>
              <a:t>.</a:t>
            </a:r>
          </a:p>
        </p:txBody>
      </p:sp>
      <p:sp>
        <p:nvSpPr>
          <p:cNvPr id="80" name="Text Placeholder 6">
            <a:extLst>
              <a:ext uri="{FF2B5EF4-FFF2-40B4-BE49-F238E27FC236}">
                <a16:creationId xmlns:a16="http://schemas.microsoft.com/office/drawing/2014/main" id="{6D9A157E-C0E5-32DE-85E5-C401D3BB465F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79847" y="4273916"/>
            <a:ext cx="4927534" cy="720000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8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1" name="Text Placeholder 6">
            <a:extLst>
              <a:ext uri="{FF2B5EF4-FFF2-40B4-BE49-F238E27FC236}">
                <a16:creationId xmlns:a16="http://schemas.microsoft.com/office/drawing/2014/main" id="{A49E6391-9979-556E-4E14-4A0CB60327C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6899" y="5553623"/>
            <a:ext cx="131763" cy="720000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US" sz="10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 defTabSz="914400"/>
            <a:r>
              <a:rPr lang="en-US"/>
              <a:t>.</a:t>
            </a:r>
          </a:p>
        </p:txBody>
      </p:sp>
      <p:sp>
        <p:nvSpPr>
          <p:cNvPr id="83" name="Text Placeholder 6">
            <a:extLst>
              <a:ext uri="{FF2B5EF4-FFF2-40B4-BE49-F238E27FC236}">
                <a16:creationId xmlns:a16="http://schemas.microsoft.com/office/drawing/2014/main" id="{DF1B43B5-0037-C0E8-75FC-51F5BD850230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779847" y="5553623"/>
            <a:ext cx="4927534" cy="720000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8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4" name="Text Placeholder 6">
            <a:extLst>
              <a:ext uri="{FF2B5EF4-FFF2-40B4-BE49-F238E27FC236}">
                <a16:creationId xmlns:a16="http://schemas.microsoft.com/office/drawing/2014/main" id="{07C5E25D-D507-6F26-77EB-A84A452F659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096000" y="1714500"/>
            <a:ext cx="131763" cy="720000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US" sz="10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 defTabSz="914400"/>
            <a:r>
              <a:rPr lang="en-US"/>
              <a:t>.</a:t>
            </a:r>
          </a:p>
        </p:txBody>
      </p:sp>
      <p:sp>
        <p:nvSpPr>
          <p:cNvPr id="86" name="Text Placeholder 6">
            <a:extLst>
              <a:ext uri="{FF2B5EF4-FFF2-40B4-BE49-F238E27FC236}">
                <a16:creationId xmlns:a16="http://schemas.microsoft.com/office/drawing/2014/main" id="{37DFF38A-E16E-EF41-1EEB-EE005C273CE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78948" y="1714500"/>
            <a:ext cx="4927534" cy="720000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8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6">
            <a:extLst>
              <a:ext uri="{FF2B5EF4-FFF2-40B4-BE49-F238E27FC236}">
                <a16:creationId xmlns:a16="http://schemas.microsoft.com/office/drawing/2014/main" id="{704D5CCA-654B-FBF8-A4FE-1AB047DD37C7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096000" y="2994208"/>
            <a:ext cx="131763" cy="720000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US" sz="10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 defTabSz="914400"/>
            <a:r>
              <a:rPr lang="en-US"/>
              <a:t>.</a:t>
            </a:r>
          </a:p>
        </p:txBody>
      </p:sp>
      <p:sp>
        <p:nvSpPr>
          <p:cNvPr id="89" name="Text Placeholder 6">
            <a:extLst>
              <a:ext uri="{FF2B5EF4-FFF2-40B4-BE49-F238E27FC236}">
                <a16:creationId xmlns:a16="http://schemas.microsoft.com/office/drawing/2014/main" id="{ED3067F3-2477-5CAE-8152-4129FDF31A0A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6278948" y="2994208"/>
            <a:ext cx="4927534" cy="720000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8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6">
            <a:extLst>
              <a:ext uri="{FF2B5EF4-FFF2-40B4-BE49-F238E27FC236}">
                <a16:creationId xmlns:a16="http://schemas.microsoft.com/office/drawing/2014/main" id="{0082B52F-A460-147C-9108-5EC663AADB4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096000" y="4273916"/>
            <a:ext cx="131763" cy="720000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US" sz="10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 defTabSz="914400"/>
            <a:r>
              <a:rPr lang="en-US"/>
              <a:t>.</a:t>
            </a:r>
          </a:p>
        </p:txBody>
      </p:sp>
      <p:sp>
        <p:nvSpPr>
          <p:cNvPr id="92" name="Text Placeholder 6">
            <a:extLst>
              <a:ext uri="{FF2B5EF4-FFF2-40B4-BE49-F238E27FC236}">
                <a16:creationId xmlns:a16="http://schemas.microsoft.com/office/drawing/2014/main" id="{87C199D6-81CD-43DB-CEE3-CCB3455C1CCF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278948" y="4273916"/>
            <a:ext cx="4927534" cy="720000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8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3" name="Text Placeholder 6">
            <a:extLst>
              <a:ext uri="{FF2B5EF4-FFF2-40B4-BE49-F238E27FC236}">
                <a16:creationId xmlns:a16="http://schemas.microsoft.com/office/drawing/2014/main" id="{2915C8E7-C36A-9AF6-C84E-2BB9A14ECC95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096000" y="5553623"/>
            <a:ext cx="131763" cy="720000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US" sz="10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 defTabSz="914400"/>
            <a:r>
              <a:rPr lang="en-US"/>
              <a:t>.</a:t>
            </a:r>
          </a:p>
        </p:txBody>
      </p:sp>
      <p:sp>
        <p:nvSpPr>
          <p:cNvPr id="95" name="Text Placeholder 6">
            <a:extLst>
              <a:ext uri="{FF2B5EF4-FFF2-40B4-BE49-F238E27FC236}">
                <a16:creationId xmlns:a16="http://schemas.microsoft.com/office/drawing/2014/main" id="{4C1568BA-B702-FA34-FD4E-94024B0006F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6278948" y="5553623"/>
            <a:ext cx="4927534" cy="720000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8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29458377"/>
      </p:ext>
    </p:extLst>
  </p:cSld>
  <p:clrMapOvr>
    <a:masterClrMapping/>
  </p:clrMapOvr>
  <p:transition>
    <p:cover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03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902CC6-0866-F6F1-FFC1-330B30DD739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D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CFEAA7-A226-2E50-AD23-5FE2A5B9860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6F24BE-8BEB-403A-BDCC-38E201D0662D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22565141-98A0-A85E-E6F5-11BE0B52493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87375" y="1804174"/>
            <a:ext cx="131763" cy="720000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US" sz="10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 defTabSz="914400"/>
            <a:r>
              <a:rPr lang="en-US"/>
              <a:t>.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A48DDE3-2ACF-89DD-48C0-FA7D18623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584200"/>
            <a:ext cx="9565746" cy="772070"/>
          </a:xfrm>
        </p:spPr>
        <p:txBody>
          <a:bodyPr anchor="t">
            <a:noAutofit/>
          </a:bodyPr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1D9459F5-9966-6903-07F5-B915B1A1890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70323" y="1742695"/>
            <a:ext cx="5239722" cy="842958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7145221A-3458-50BE-EF31-4C5B0A84A38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87375" y="3033556"/>
            <a:ext cx="131763" cy="720000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US" sz="10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 defTabSz="914400"/>
            <a:r>
              <a:rPr lang="en-US"/>
              <a:t>.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4F93548F-2F0B-66A1-2F83-2B1A8784511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70323" y="2972077"/>
            <a:ext cx="5239722" cy="842958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8F08BFAA-CBF6-7771-2988-9423C668A15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87375" y="4262938"/>
            <a:ext cx="131763" cy="720000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US" sz="10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 defTabSz="914400"/>
            <a:r>
              <a:rPr lang="en-US"/>
              <a:t>.</a:t>
            </a:r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B5608016-B3F8-18F9-F158-341E837B4ED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70323" y="4201459"/>
            <a:ext cx="5239722" cy="842958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56A473BC-116D-75F6-019D-261EA1A997F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87375" y="5492321"/>
            <a:ext cx="131763" cy="720000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US" sz="10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 defTabSz="914400"/>
            <a:r>
              <a:rPr lang="en-US"/>
              <a:t>.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24BAA4B-FB3E-31A7-22D0-AB27F5C454D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70323" y="5430842"/>
            <a:ext cx="5239722" cy="842958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31" name="Picture Placeholder 5">
            <a:extLst>
              <a:ext uri="{FF2B5EF4-FFF2-40B4-BE49-F238E27FC236}">
                <a16:creationId xmlns:a16="http://schemas.microsoft.com/office/drawing/2014/main" id="{6B0E79F0-6E67-73C3-BCB1-DDA8C58329F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105651" y="1755274"/>
            <a:ext cx="4338638" cy="5102726"/>
          </a:xfrm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01578467"/>
      </p:ext>
    </p:extLst>
  </p:cSld>
  <p:clrMapOvr>
    <a:masterClrMapping/>
  </p:clrMapOvr>
  <p:transition>
    <p:cover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S04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7397F2-212D-3A9C-585D-F7362936EAC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D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C6FE0-5103-FAEE-F71B-5E68DD283B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6F24BE-8BEB-403A-BDCC-38E201D0662D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473C5E4-D933-2FBD-3307-9533856AB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016" y="583764"/>
            <a:ext cx="10490623" cy="960000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09C287B-D953-D5EA-2570-C20BB232C43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079875" y="1884287"/>
            <a:ext cx="131763" cy="720000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US" sz="10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 defTabSz="914400"/>
            <a:r>
              <a:rPr lang="en-US"/>
              <a:t>.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47584A2A-A2A8-5F4E-16CE-BE6E4ED78622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262823" y="1884287"/>
            <a:ext cx="6826816" cy="720000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8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0A59D792-04B8-D3B5-2D10-966B9FE06C2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99017" y="1755274"/>
            <a:ext cx="3480858" cy="5102726"/>
          </a:xfrm>
        </p:spPr>
        <p:txBody>
          <a:bodyPr/>
          <a:lstStyle/>
          <a:p>
            <a:endParaRPr lang="en-ID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C77C3C83-E08F-BD64-37D7-89F2E941398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079875" y="2801774"/>
            <a:ext cx="131763" cy="720000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US" sz="10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 defTabSz="914400"/>
            <a:r>
              <a:rPr lang="en-US"/>
              <a:t>.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B4AAE2CB-3730-EE07-C195-170994A78C5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262823" y="2801774"/>
            <a:ext cx="6826816" cy="720000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8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2699CA2A-484D-B63E-8E28-143532E534A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079875" y="3719261"/>
            <a:ext cx="131763" cy="720000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US" sz="10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 defTabSz="914400"/>
            <a:r>
              <a:rPr lang="en-US"/>
              <a:t>.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28C733BC-FFF5-699D-B982-710CF69D6A3F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4262823" y="3719261"/>
            <a:ext cx="6826816" cy="720000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8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0D4CC370-D36C-5BA9-697D-D5F76096A32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079875" y="4636748"/>
            <a:ext cx="131763" cy="720000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US" sz="10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 defTabSz="914400"/>
            <a:r>
              <a:rPr lang="en-US"/>
              <a:t>.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CFDF9278-92C6-817C-ABA2-10D1176FC69F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4262823" y="4636748"/>
            <a:ext cx="6826816" cy="720000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8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CDDF8296-96AA-4200-E3BB-AF127889012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079875" y="5554236"/>
            <a:ext cx="131763" cy="720000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US" sz="10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 defTabSz="914400"/>
            <a:r>
              <a:rPr lang="en-US"/>
              <a:t>.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76A47E99-3289-7188-E811-81A9BADE1A9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4262823" y="5554236"/>
            <a:ext cx="6826816" cy="720000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8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22689675"/>
      </p:ext>
    </p:extLst>
  </p:cSld>
  <p:clrMapOvr>
    <a:masterClrMapping/>
  </p:clrMapOvr>
  <p:transition>
    <p:cover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S04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1DC97CC-48FA-38A4-1269-F3569817A505}"/>
              </a:ext>
            </a:extLst>
          </p:cNvPr>
          <p:cNvSpPr/>
          <p:nvPr userDrawn="1"/>
        </p:nvSpPr>
        <p:spPr>
          <a:xfrm rot="16200000">
            <a:off x="-1901825" y="1901826"/>
            <a:ext cx="6858001" cy="305435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20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7397F2-212D-3A9C-585D-F7362936EAC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D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C6FE0-5103-FAEE-F71B-5E68DD283B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6F24BE-8BEB-403A-BDCC-38E201D0662D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473C5E4-D933-2FBD-3307-9533856AB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1317628" y="2767411"/>
            <a:ext cx="5689606" cy="1323180"/>
          </a:xfrm>
        </p:spPr>
        <p:txBody>
          <a:bodyPr anchor="ctr">
            <a:no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09C287B-D953-D5EA-2570-C20BB232C43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079875" y="583762"/>
            <a:ext cx="131763" cy="983374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US" sz="10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 defTabSz="914400"/>
            <a:r>
              <a:rPr lang="en-US"/>
              <a:t>.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47584A2A-A2A8-5F4E-16CE-BE6E4ED78622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511040" y="583762"/>
            <a:ext cx="6949123" cy="983374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8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C77C3C83-E08F-BD64-37D7-89F2E941398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079875" y="1760428"/>
            <a:ext cx="131763" cy="983374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US" sz="10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 defTabSz="914400"/>
            <a:r>
              <a:rPr lang="en-US"/>
              <a:t>.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B4AAE2CB-3730-EE07-C195-170994A78C5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11040" y="1760428"/>
            <a:ext cx="6949123" cy="983374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8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2699CA2A-484D-B63E-8E28-143532E534A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079875" y="2937094"/>
            <a:ext cx="131763" cy="983374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US" sz="10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 defTabSz="914400"/>
            <a:r>
              <a:rPr lang="en-US"/>
              <a:t>.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28C733BC-FFF5-699D-B982-710CF69D6A3F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4511040" y="2937094"/>
            <a:ext cx="6949123" cy="983374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8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0D4CC370-D36C-5BA9-697D-D5F76096A32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079875" y="4113760"/>
            <a:ext cx="131763" cy="983374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US" sz="10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 defTabSz="914400"/>
            <a:r>
              <a:rPr lang="en-US"/>
              <a:t>.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CFDF9278-92C6-817C-ABA2-10D1176FC69F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4511040" y="4113760"/>
            <a:ext cx="6949123" cy="983374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8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CDDF8296-96AA-4200-E3BB-AF127889012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079875" y="5290426"/>
            <a:ext cx="131763" cy="983374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US" sz="10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 defTabSz="914400"/>
            <a:r>
              <a:rPr lang="en-US"/>
              <a:t>.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76A47E99-3289-7188-E811-81A9BADE1A9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4511040" y="5290426"/>
            <a:ext cx="6949123" cy="983374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8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15182427"/>
      </p:ext>
    </p:extLst>
  </p:cSld>
  <p:clrMapOvr>
    <a:masterClrMapping/>
  </p:clrMapOvr>
  <p:transition>
    <p:cover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S04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193EB61-5F49-FD6F-5F6B-7A90F01A6268}"/>
              </a:ext>
            </a:extLst>
          </p:cNvPr>
          <p:cNvSpPr/>
          <p:nvPr userDrawn="1"/>
        </p:nvSpPr>
        <p:spPr>
          <a:xfrm>
            <a:off x="587375" y="2482965"/>
            <a:ext cx="2021446" cy="2980575"/>
          </a:xfrm>
          <a:prstGeom prst="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86A5824-B6E5-8C25-E7F4-A37DC59C3B8D}"/>
              </a:ext>
            </a:extLst>
          </p:cNvPr>
          <p:cNvSpPr/>
          <p:nvPr userDrawn="1"/>
        </p:nvSpPr>
        <p:spPr>
          <a:xfrm>
            <a:off x="2799020" y="2482965"/>
            <a:ext cx="2021446" cy="2980575"/>
          </a:xfrm>
          <a:prstGeom prst="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8B885E3-B64C-FEE3-1B10-DD40258B694B}"/>
              </a:ext>
            </a:extLst>
          </p:cNvPr>
          <p:cNvSpPr/>
          <p:nvPr userDrawn="1"/>
        </p:nvSpPr>
        <p:spPr>
          <a:xfrm>
            <a:off x="5010665" y="2482965"/>
            <a:ext cx="2021446" cy="2980575"/>
          </a:xfrm>
          <a:prstGeom prst="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716A53-44A1-C586-60DF-D081A35C58FD}"/>
              </a:ext>
            </a:extLst>
          </p:cNvPr>
          <p:cNvSpPr/>
          <p:nvPr userDrawn="1"/>
        </p:nvSpPr>
        <p:spPr>
          <a:xfrm>
            <a:off x="7222310" y="2482965"/>
            <a:ext cx="2021446" cy="2980575"/>
          </a:xfrm>
          <a:prstGeom prst="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6E1B38C-87F4-6141-059C-ED64895830E9}"/>
              </a:ext>
            </a:extLst>
          </p:cNvPr>
          <p:cNvSpPr/>
          <p:nvPr userDrawn="1"/>
        </p:nvSpPr>
        <p:spPr>
          <a:xfrm>
            <a:off x="9433954" y="2482965"/>
            <a:ext cx="2021446" cy="2980575"/>
          </a:xfrm>
          <a:prstGeom prst="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7397F2-212D-3A9C-585D-F7362936EAC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D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C6FE0-5103-FAEE-F71B-5E68DD283B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6F24BE-8BEB-403A-BDCC-38E201D0662D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473C5E4-D933-2FBD-3307-9533856AB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016" y="583764"/>
            <a:ext cx="10861147" cy="960000"/>
          </a:xfrm>
        </p:spPr>
        <p:txBody>
          <a:bodyPr anchor="t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09C287B-D953-D5EA-2570-C20BB232C43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 rot="5400000">
            <a:off x="1532217" y="2188847"/>
            <a:ext cx="131763" cy="720000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US" sz="10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 defTabSz="914400"/>
            <a:r>
              <a:rPr lang="en-US"/>
              <a:t>.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47584A2A-A2A8-5F4E-16CE-BE6E4ED78622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33472" y="2872740"/>
            <a:ext cx="1929252" cy="2438400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18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C77C3C83-E08F-BD64-37D7-89F2E941398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 rot="5400000">
            <a:off x="3743862" y="2188847"/>
            <a:ext cx="131763" cy="720000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US" sz="10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 defTabSz="914400"/>
            <a:r>
              <a:rPr lang="en-US"/>
              <a:t>.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B4AAE2CB-3730-EE07-C195-170994A78C5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2845117" y="2872740"/>
            <a:ext cx="1929252" cy="2438400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18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2699CA2A-484D-B63E-8E28-143532E534A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 rot="5400000">
            <a:off x="5955507" y="2188847"/>
            <a:ext cx="131763" cy="720000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US" sz="10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 defTabSz="914400"/>
            <a:r>
              <a:rPr lang="en-US"/>
              <a:t>.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28C733BC-FFF5-699D-B982-710CF69D6A3F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056762" y="2872740"/>
            <a:ext cx="1929252" cy="2438400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18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0D4CC370-D36C-5BA9-697D-D5F76096A32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 rot="5400000">
            <a:off x="8167152" y="2188847"/>
            <a:ext cx="131763" cy="720000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US" sz="10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 defTabSz="914400"/>
            <a:r>
              <a:rPr lang="en-US"/>
              <a:t>.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CFDF9278-92C6-817C-ABA2-10D1176FC69F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268407" y="2872740"/>
            <a:ext cx="1929252" cy="2438400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18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CDDF8296-96AA-4200-E3BB-AF127889012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 rot="5400000">
            <a:off x="10378796" y="2188847"/>
            <a:ext cx="131763" cy="720000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US" sz="10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 defTabSz="914400"/>
            <a:r>
              <a:rPr lang="en-US"/>
              <a:t>.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76A47E99-3289-7188-E811-81A9BADE1A9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9480051" y="2872740"/>
            <a:ext cx="1929252" cy="2438400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18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78389145"/>
      </p:ext>
    </p:extLst>
  </p:cSld>
  <p:clrMapOvr>
    <a:masterClrMapping/>
  </p:clrMapOvr>
  <p:transition>
    <p:cover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 S05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902CC6-0866-F6F1-FFC1-330B30DD739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D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CFEAA7-A226-2E50-AD23-5FE2A5B9860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6F24BE-8BEB-403A-BDCC-38E201D0662D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22565141-98A0-A85E-E6F5-11BE0B52493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096000" y="1238317"/>
            <a:ext cx="131763" cy="747250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US" sz="10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 defTabSz="914400"/>
            <a:r>
              <a:rPr lang="en-US"/>
              <a:t>.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A48DDE3-2ACF-89DD-48C0-FA7D18623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100370"/>
            <a:ext cx="4502150" cy="2657260"/>
          </a:xfrm>
        </p:spPr>
        <p:txBody>
          <a:bodyPr anchor="ctr">
            <a:noAutofit/>
          </a:bodyPr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EF3CDDEF-EF62-9995-6E34-1419FA589B9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7521" y="1625567"/>
            <a:ext cx="3857241" cy="36000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/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01E2A7-9A67-1657-3368-5D7446AA881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07521" y="1238316"/>
            <a:ext cx="3857241" cy="360000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 b="1"/>
            </a:lvl1pPr>
          </a:lstStyle>
          <a:p>
            <a:pPr lvl="0"/>
            <a:r>
              <a:rPr lang="en-US"/>
              <a:t>Website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50359C1F-F3E3-A425-4BCD-A31AF33B64B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096000" y="2440606"/>
            <a:ext cx="131763" cy="747250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US" sz="10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 defTabSz="914400"/>
            <a:r>
              <a:rPr lang="en-US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8AD4373-618A-2687-05D1-1D07D66FF8E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307521" y="2827856"/>
            <a:ext cx="3857241" cy="36000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/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10163EA4-0DAD-C18F-6EF7-1453E01A3BC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07521" y="2440605"/>
            <a:ext cx="3857241" cy="360000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 b="1"/>
            </a:lvl1pPr>
          </a:lstStyle>
          <a:p>
            <a:pPr lvl="0"/>
            <a:r>
              <a:rPr lang="en-US"/>
              <a:t>Email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46C88E77-1A95-EF7B-752D-AD106EA8DEB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096000" y="3642895"/>
            <a:ext cx="131763" cy="747250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US" sz="10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 defTabSz="914400"/>
            <a:r>
              <a:rPr lang="en-US"/>
              <a:t>.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A1203A9E-0CCF-BB14-847F-2CAE4D8BBC36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307521" y="4030145"/>
            <a:ext cx="3857241" cy="36000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/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2117FAA6-5F41-DA8E-E913-6FA42E0EF8F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307521" y="3642894"/>
            <a:ext cx="3857241" cy="360000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 b="1"/>
            </a:lvl1pPr>
          </a:lstStyle>
          <a:p>
            <a:pPr lvl="0"/>
            <a:r>
              <a:rPr lang="en-US"/>
              <a:t>Phone Number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63564D2E-3313-FFB2-B52C-76D262A9BDE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096000" y="4845183"/>
            <a:ext cx="131763" cy="747250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US" sz="10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 defTabSz="914400"/>
            <a:r>
              <a:rPr lang="en-US"/>
              <a:t>.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FDC93536-71FB-6675-E1B7-B334B7E65034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6307521" y="5232433"/>
            <a:ext cx="3857241" cy="36000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/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5828B1B6-AABF-51B4-E053-9B4F8029D0B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307521" y="4845182"/>
            <a:ext cx="3857241" cy="360000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 b="1"/>
            </a:lvl1pPr>
          </a:lstStyle>
          <a:p>
            <a:pPr lvl="0"/>
            <a:r>
              <a:rPr lang="en-US"/>
              <a:t>Location</a:t>
            </a:r>
          </a:p>
        </p:txBody>
      </p:sp>
    </p:spTree>
    <p:extLst>
      <p:ext uri="{BB962C8B-B14F-4D97-AF65-F5344CB8AC3E}">
        <p14:creationId xmlns:p14="http://schemas.microsoft.com/office/powerpoint/2010/main" val="3424078252"/>
      </p:ext>
    </p:extLst>
  </p:cSld>
  <p:clrMapOvr>
    <a:masterClrMapping/>
  </p:clrMapOvr>
  <p:transition>
    <p:cover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 S05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902CC6-0866-F6F1-FFC1-330B30DD739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D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CFEAA7-A226-2E50-AD23-5FE2A5B9860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6F24BE-8BEB-403A-BDCC-38E201D0662D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A48DDE3-2ACF-89DD-48C0-FA7D18623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100370"/>
            <a:ext cx="4502150" cy="2657260"/>
          </a:xfrm>
        </p:spPr>
        <p:txBody>
          <a:bodyPr anchor="ctr">
            <a:noAutofit/>
          </a:bodyPr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EF3CDDEF-EF62-9995-6E34-1419FA589B9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72679" y="1376535"/>
            <a:ext cx="4235021" cy="747251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 b="1"/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F8AD4373-618A-2687-05D1-1D07D66FF8E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572679" y="2571746"/>
            <a:ext cx="4235021" cy="747251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 b="1"/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1203A9E-0CCF-BB14-847F-2CAE4D8BBC36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572679" y="3538996"/>
            <a:ext cx="4235021" cy="747251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 b="1"/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FDC93536-71FB-6675-E1B7-B334B7E65034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6572679" y="4730643"/>
            <a:ext cx="4235021" cy="747251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 b="1"/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7ED66FE-16DC-7C1D-17B7-030BDFCE21E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839091" y="1491191"/>
            <a:ext cx="513817" cy="513817"/>
          </a:xfrm>
          <a:custGeom>
            <a:avLst/>
            <a:gdLst>
              <a:gd name="connsiteX0" fmla="*/ 391447 w 513817"/>
              <a:gd name="connsiteY0" fmla="*/ 270430 h 513817"/>
              <a:gd name="connsiteX1" fmla="*/ 294093 w 513817"/>
              <a:gd name="connsiteY1" fmla="*/ 469872 h 513817"/>
              <a:gd name="connsiteX2" fmla="*/ 472576 w 513817"/>
              <a:gd name="connsiteY2" fmla="*/ 270430 h 513817"/>
              <a:gd name="connsiteX3" fmla="*/ 270430 w 513817"/>
              <a:gd name="connsiteY3" fmla="*/ 270430 h 513817"/>
              <a:gd name="connsiteX4" fmla="*/ 270430 w 513817"/>
              <a:gd name="connsiteY4" fmla="*/ 456351 h 513817"/>
              <a:gd name="connsiteX5" fmla="*/ 364404 w 513817"/>
              <a:gd name="connsiteY5" fmla="*/ 270430 h 513817"/>
              <a:gd name="connsiteX6" fmla="*/ 149413 w 513817"/>
              <a:gd name="connsiteY6" fmla="*/ 270430 h 513817"/>
              <a:gd name="connsiteX7" fmla="*/ 243387 w 513817"/>
              <a:gd name="connsiteY7" fmla="*/ 456351 h 513817"/>
              <a:gd name="connsiteX8" fmla="*/ 243387 w 513817"/>
              <a:gd name="connsiteY8" fmla="*/ 270430 h 513817"/>
              <a:gd name="connsiteX9" fmla="*/ 41241 w 513817"/>
              <a:gd name="connsiteY9" fmla="*/ 270430 h 513817"/>
              <a:gd name="connsiteX10" fmla="*/ 219724 w 513817"/>
              <a:gd name="connsiteY10" fmla="*/ 469872 h 513817"/>
              <a:gd name="connsiteX11" fmla="*/ 122370 w 513817"/>
              <a:gd name="connsiteY11" fmla="*/ 270430 h 513817"/>
              <a:gd name="connsiteX12" fmla="*/ 270430 w 513817"/>
              <a:gd name="connsiteY12" fmla="*/ 57466 h 513817"/>
              <a:gd name="connsiteX13" fmla="*/ 270430 w 513817"/>
              <a:gd name="connsiteY13" fmla="*/ 243387 h 513817"/>
              <a:gd name="connsiteX14" fmla="*/ 364404 w 513817"/>
              <a:gd name="connsiteY14" fmla="*/ 243387 h 513817"/>
              <a:gd name="connsiteX15" fmla="*/ 270430 w 513817"/>
              <a:gd name="connsiteY15" fmla="*/ 57466 h 513817"/>
              <a:gd name="connsiteX16" fmla="*/ 243387 w 513817"/>
              <a:gd name="connsiteY16" fmla="*/ 57466 h 513817"/>
              <a:gd name="connsiteX17" fmla="*/ 149413 w 513817"/>
              <a:gd name="connsiteY17" fmla="*/ 243387 h 513817"/>
              <a:gd name="connsiteX18" fmla="*/ 243387 w 513817"/>
              <a:gd name="connsiteY18" fmla="*/ 243387 h 513817"/>
              <a:gd name="connsiteX19" fmla="*/ 294093 w 513817"/>
              <a:gd name="connsiteY19" fmla="*/ 43945 h 513817"/>
              <a:gd name="connsiteX20" fmla="*/ 391447 w 513817"/>
              <a:gd name="connsiteY20" fmla="*/ 243387 h 513817"/>
              <a:gd name="connsiteX21" fmla="*/ 472576 w 513817"/>
              <a:gd name="connsiteY21" fmla="*/ 243387 h 513817"/>
              <a:gd name="connsiteX22" fmla="*/ 294093 w 513817"/>
              <a:gd name="connsiteY22" fmla="*/ 43945 h 513817"/>
              <a:gd name="connsiteX23" fmla="*/ 219724 w 513817"/>
              <a:gd name="connsiteY23" fmla="*/ 43945 h 513817"/>
              <a:gd name="connsiteX24" fmla="*/ 41241 w 513817"/>
              <a:gd name="connsiteY24" fmla="*/ 243387 h 513817"/>
              <a:gd name="connsiteX25" fmla="*/ 122370 w 513817"/>
              <a:gd name="connsiteY25" fmla="*/ 243387 h 513817"/>
              <a:gd name="connsiteX26" fmla="*/ 219724 w 513817"/>
              <a:gd name="connsiteY26" fmla="*/ 43945 h 513817"/>
              <a:gd name="connsiteX27" fmla="*/ 256909 w 513817"/>
              <a:gd name="connsiteY27" fmla="*/ 0 h 513817"/>
              <a:gd name="connsiteX28" fmla="*/ 513817 w 513817"/>
              <a:gd name="connsiteY28" fmla="*/ 256909 h 513817"/>
              <a:gd name="connsiteX29" fmla="*/ 256909 w 513817"/>
              <a:gd name="connsiteY29" fmla="*/ 513817 h 513817"/>
              <a:gd name="connsiteX30" fmla="*/ 0 w 513817"/>
              <a:gd name="connsiteY30" fmla="*/ 256909 h 513817"/>
              <a:gd name="connsiteX31" fmla="*/ 256909 w 513817"/>
              <a:gd name="connsiteY31" fmla="*/ 0 h 513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513817" h="513817">
                <a:moveTo>
                  <a:pt x="391447" y="270430"/>
                </a:moveTo>
                <a:cubicBezTo>
                  <a:pt x="386715" y="347503"/>
                  <a:pt x="338038" y="415786"/>
                  <a:pt x="294093" y="469872"/>
                </a:cubicBezTo>
                <a:cubicBezTo>
                  <a:pt x="391447" y="452970"/>
                  <a:pt x="466492" y="371165"/>
                  <a:pt x="472576" y="270430"/>
                </a:cubicBezTo>
                <a:close/>
                <a:moveTo>
                  <a:pt x="270430" y="270430"/>
                </a:moveTo>
                <a:lnTo>
                  <a:pt x="270430" y="456351"/>
                </a:lnTo>
                <a:cubicBezTo>
                  <a:pt x="313699" y="402941"/>
                  <a:pt x="358996" y="340066"/>
                  <a:pt x="364404" y="270430"/>
                </a:cubicBezTo>
                <a:close/>
                <a:moveTo>
                  <a:pt x="149413" y="270430"/>
                </a:moveTo>
                <a:cubicBezTo>
                  <a:pt x="154821" y="340066"/>
                  <a:pt x="200118" y="402941"/>
                  <a:pt x="243387" y="456351"/>
                </a:cubicBezTo>
                <a:lnTo>
                  <a:pt x="243387" y="270430"/>
                </a:lnTo>
                <a:close/>
                <a:moveTo>
                  <a:pt x="41241" y="270430"/>
                </a:moveTo>
                <a:cubicBezTo>
                  <a:pt x="47325" y="371165"/>
                  <a:pt x="122370" y="452970"/>
                  <a:pt x="219724" y="469872"/>
                </a:cubicBezTo>
                <a:cubicBezTo>
                  <a:pt x="175780" y="415786"/>
                  <a:pt x="127778" y="347503"/>
                  <a:pt x="122370" y="270430"/>
                </a:cubicBezTo>
                <a:close/>
                <a:moveTo>
                  <a:pt x="270430" y="57466"/>
                </a:moveTo>
                <a:lnTo>
                  <a:pt x="270430" y="243387"/>
                </a:lnTo>
                <a:lnTo>
                  <a:pt x="364404" y="243387"/>
                </a:lnTo>
                <a:cubicBezTo>
                  <a:pt x="358996" y="173075"/>
                  <a:pt x="313699" y="110876"/>
                  <a:pt x="270430" y="57466"/>
                </a:cubicBezTo>
                <a:close/>
                <a:moveTo>
                  <a:pt x="243387" y="57466"/>
                </a:moveTo>
                <a:cubicBezTo>
                  <a:pt x="200118" y="110876"/>
                  <a:pt x="154821" y="173751"/>
                  <a:pt x="149413" y="243387"/>
                </a:cubicBezTo>
                <a:lnTo>
                  <a:pt x="243387" y="243387"/>
                </a:lnTo>
                <a:close/>
                <a:moveTo>
                  <a:pt x="294093" y="43945"/>
                </a:moveTo>
                <a:cubicBezTo>
                  <a:pt x="338038" y="98031"/>
                  <a:pt x="386715" y="166314"/>
                  <a:pt x="391447" y="243387"/>
                </a:cubicBezTo>
                <a:lnTo>
                  <a:pt x="472576" y="243387"/>
                </a:lnTo>
                <a:cubicBezTo>
                  <a:pt x="466492" y="142652"/>
                  <a:pt x="391447" y="60847"/>
                  <a:pt x="294093" y="43945"/>
                </a:cubicBezTo>
                <a:close/>
                <a:moveTo>
                  <a:pt x="219724" y="43945"/>
                </a:moveTo>
                <a:cubicBezTo>
                  <a:pt x="122370" y="60847"/>
                  <a:pt x="47325" y="142652"/>
                  <a:pt x="41241" y="243387"/>
                </a:cubicBezTo>
                <a:lnTo>
                  <a:pt x="122370" y="243387"/>
                </a:lnTo>
                <a:cubicBezTo>
                  <a:pt x="127102" y="166314"/>
                  <a:pt x="175780" y="98031"/>
                  <a:pt x="219724" y="43945"/>
                </a:cubicBezTo>
                <a:close/>
                <a:moveTo>
                  <a:pt x="256909" y="0"/>
                </a:moveTo>
                <a:cubicBezTo>
                  <a:pt x="398884" y="0"/>
                  <a:pt x="513817" y="114933"/>
                  <a:pt x="513817" y="256909"/>
                </a:cubicBezTo>
                <a:cubicBezTo>
                  <a:pt x="513817" y="398884"/>
                  <a:pt x="398884" y="513817"/>
                  <a:pt x="256909" y="513817"/>
                </a:cubicBezTo>
                <a:cubicBezTo>
                  <a:pt x="114933" y="513817"/>
                  <a:pt x="0" y="398884"/>
                  <a:pt x="0" y="256909"/>
                </a:cubicBezTo>
                <a:cubicBezTo>
                  <a:pt x="0" y="114933"/>
                  <a:pt x="114933" y="0"/>
                  <a:pt x="25690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 algn="ctr">
              <a:defRPr lang="en-GB" sz="1000" b="1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/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E251EC0-04EC-E625-78DA-826C38BFDDF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825570" y="2569349"/>
            <a:ext cx="540860" cy="594946"/>
          </a:xfrm>
          <a:custGeom>
            <a:avLst/>
            <a:gdLst>
              <a:gd name="connsiteX0" fmla="*/ 270768 w 540860"/>
              <a:gd name="connsiteY0" fmla="*/ 393307 h 594946"/>
              <a:gd name="connsiteX1" fmla="*/ 205527 w 540860"/>
              <a:gd name="connsiteY1" fmla="*/ 419167 h 594946"/>
              <a:gd name="connsiteX2" fmla="*/ 196062 w 540860"/>
              <a:gd name="connsiteY2" fmla="*/ 427956 h 594946"/>
              <a:gd name="connsiteX3" fmla="*/ 62199 w 540860"/>
              <a:gd name="connsiteY3" fmla="*/ 554382 h 594946"/>
              <a:gd name="connsiteX4" fmla="*/ 478661 w 540860"/>
              <a:gd name="connsiteY4" fmla="*/ 554382 h 594946"/>
              <a:gd name="connsiteX5" fmla="*/ 345474 w 540860"/>
              <a:gd name="connsiteY5" fmla="*/ 427956 h 594946"/>
              <a:gd name="connsiteX6" fmla="*/ 336009 w 540860"/>
              <a:gd name="connsiteY6" fmla="*/ 419167 h 594946"/>
              <a:gd name="connsiteX7" fmla="*/ 270768 w 540860"/>
              <a:gd name="connsiteY7" fmla="*/ 393307 h 594946"/>
              <a:gd name="connsiteX8" fmla="*/ 500296 w 540860"/>
              <a:gd name="connsiteY8" fmla="*/ 281247 h 594946"/>
              <a:gd name="connsiteX9" fmla="*/ 365081 w 540860"/>
              <a:gd name="connsiteY9" fmla="*/ 409701 h 594946"/>
              <a:gd name="connsiteX10" fmla="*/ 500296 w 540860"/>
              <a:gd name="connsiteY10" fmla="*/ 538156 h 594946"/>
              <a:gd name="connsiteX11" fmla="*/ 40565 w 540860"/>
              <a:gd name="connsiteY11" fmla="*/ 280571 h 594946"/>
              <a:gd name="connsiteX12" fmla="*/ 40565 w 540860"/>
              <a:gd name="connsiteY12" fmla="*/ 537480 h 594946"/>
              <a:gd name="connsiteX13" fmla="*/ 175780 w 540860"/>
              <a:gd name="connsiteY13" fmla="*/ 409025 h 594946"/>
              <a:gd name="connsiteX14" fmla="*/ 270429 w 540860"/>
              <a:gd name="connsiteY14" fmla="*/ 215668 h 594946"/>
              <a:gd name="connsiteX15" fmla="*/ 248795 w 540860"/>
              <a:gd name="connsiteY15" fmla="*/ 237302 h 594946"/>
              <a:gd name="connsiteX16" fmla="*/ 270429 w 540860"/>
              <a:gd name="connsiteY16" fmla="*/ 258936 h 594946"/>
              <a:gd name="connsiteX17" fmla="*/ 292064 w 540860"/>
              <a:gd name="connsiteY17" fmla="*/ 237302 h 594946"/>
              <a:gd name="connsiteX18" fmla="*/ 270429 w 540860"/>
              <a:gd name="connsiteY18" fmla="*/ 215668 h 594946"/>
              <a:gd name="connsiteX19" fmla="*/ 271105 w 540860"/>
              <a:gd name="connsiteY19" fmla="*/ 147384 h 594946"/>
              <a:gd name="connsiteX20" fmla="*/ 358995 w 540860"/>
              <a:gd name="connsiteY20" fmla="*/ 235274 h 594946"/>
              <a:gd name="connsiteX21" fmla="*/ 358995 w 540860"/>
              <a:gd name="connsiteY21" fmla="*/ 256908 h 594946"/>
              <a:gd name="connsiteX22" fmla="*/ 337361 w 540860"/>
              <a:gd name="connsiteY22" fmla="*/ 278543 h 594946"/>
              <a:gd name="connsiteX23" fmla="*/ 304233 w 540860"/>
              <a:gd name="connsiteY23" fmla="*/ 263669 h 594946"/>
              <a:gd name="connsiteX24" fmla="*/ 248119 w 540860"/>
              <a:gd name="connsiteY24" fmla="*/ 272458 h 594946"/>
              <a:gd name="connsiteX25" fmla="*/ 229865 w 540860"/>
              <a:gd name="connsiteY25" fmla="*/ 219048 h 594946"/>
              <a:gd name="connsiteX26" fmla="*/ 279218 w 540860"/>
              <a:gd name="connsiteY26" fmla="*/ 192005 h 594946"/>
              <a:gd name="connsiteX27" fmla="*/ 315050 w 540860"/>
              <a:gd name="connsiteY27" fmla="*/ 235950 h 594946"/>
              <a:gd name="connsiteX28" fmla="*/ 336685 w 540860"/>
              <a:gd name="connsiteY28" fmla="*/ 257584 h 594946"/>
              <a:gd name="connsiteX29" fmla="*/ 336685 w 540860"/>
              <a:gd name="connsiteY29" fmla="*/ 235950 h 594946"/>
              <a:gd name="connsiteX30" fmla="*/ 271105 w 540860"/>
              <a:gd name="connsiteY30" fmla="*/ 170371 h 594946"/>
              <a:gd name="connsiteX31" fmla="*/ 205526 w 540860"/>
              <a:gd name="connsiteY31" fmla="*/ 235950 h 594946"/>
              <a:gd name="connsiteX32" fmla="*/ 270429 w 540860"/>
              <a:gd name="connsiteY32" fmla="*/ 301529 h 594946"/>
              <a:gd name="connsiteX33" fmla="*/ 303557 w 540860"/>
              <a:gd name="connsiteY33" fmla="*/ 293416 h 594946"/>
              <a:gd name="connsiteX34" fmla="*/ 319107 w 540860"/>
              <a:gd name="connsiteY34" fmla="*/ 298149 h 594946"/>
              <a:gd name="connsiteX35" fmla="*/ 314374 w 540860"/>
              <a:gd name="connsiteY35" fmla="*/ 313698 h 594946"/>
              <a:gd name="connsiteX36" fmla="*/ 270429 w 540860"/>
              <a:gd name="connsiteY36" fmla="*/ 324516 h 594946"/>
              <a:gd name="connsiteX37" fmla="*/ 183216 w 540860"/>
              <a:gd name="connsiteY37" fmla="*/ 235274 h 594946"/>
              <a:gd name="connsiteX38" fmla="*/ 271105 w 540860"/>
              <a:gd name="connsiteY38" fmla="*/ 147384 h 594946"/>
              <a:gd name="connsiteX39" fmla="*/ 135215 w 540860"/>
              <a:gd name="connsiteY39" fmla="*/ 108172 h 594946"/>
              <a:gd name="connsiteX40" fmla="*/ 135215 w 540860"/>
              <a:gd name="connsiteY40" fmla="*/ 333305 h 594946"/>
              <a:gd name="connsiteX41" fmla="*/ 196062 w 540860"/>
              <a:gd name="connsiteY41" fmla="*/ 391447 h 594946"/>
              <a:gd name="connsiteX42" fmla="*/ 344798 w 540860"/>
              <a:gd name="connsiteY42" fmla="*/ 391447 h 594946"/>
              <a:gd name="connsiteX43" fmla="*/ 405645 w 540860"/>
              <a:gd name="connsiteY43" fmla="*/ 333305 h 594946"/>
              <a:gd name="connsiteX44" fmla="*/ 405645 w 540860"/>
              <a:gd name="connsiteY44" fmla="*/ 108172 h 594946"/>
              <a:gd name="connsiteX45" fmla="*/ 270430 w 540860"/>
              <a:gd name="connsiteY45" fmla="*/ 0 h 594946"/>
              <a:gd name="connsiteX46" fmla="*/ 351559 w 540860"/>
              <a:gd name="connsiteY46" fmla="*/ 67608 h 594946"/>
              <a:gd name="connsiteX47" fmla="*/ 446210 w 540860"/>
              <a:gd name="connsiteY47" fmla="*/ 67608 h 594946"/>
              <a:gd name="connsiteX48" fmla="*/ 446210 w 540860"/>
              <a:gd name="connsiteY48" fmla="*/ 126426 h 594946"/>
              <a:gd name="connsiteX49" fmla="*/ 540860 w 540860"/>
              <a:gd name="connsiteY49" fmla="*/ 217020 h 594946"/>
              <a:gd name="connsiteX50" fmla="*/ 540860 w 540860"/>
              <a:gd name="connsiteY50" fmla="*/ 594946 h 594946"/>
              <a:gd name="connsiteX51" fmla="*/ 0 w 540860"/>
              <a:gd name="connsiteY51" fmla="*/ 594946 h 594946"/>
              <a:gd name="connsiteX52" fmla="*/ 0 w 540860"/>
              <a:gd name="connsiteY52" fmla="*/ 217020 h 594946"/>
              <a:gd name="connsiteX53" fmla="*/ 94651 w 540860"/>
              <a:gd name="connsiteY53" fmla="*/ 127102 h 594946"/>
              <a:gd name="connsiteX54" fmla="*/ 94651 w 540860"/>
              <a:gd name="connsiteY54" fmla="*/ 67608 h 594946"/>
              <a:gd name="connsiteX55" fmla="*/ 189301 w 540860"/>
              <a:gd name="connsiteY55" fmla="*/ 67608 h 594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540860" h="594946">
                <a:moveTo>
                  <a:pt x="270768" y="393307"/>
                </a:moveTo>
                <a:cubicBezTo>
                  <a:pt x="247275" y="393307"/>
                  <a:pt x="223781" y="401927"/>
                  <a:pt x="205527" y="419167"/>
                </a:cubicBezTo>
                <a:lnTo>
                  <a:pt x="196062" y="427956"/>
                </a:lnTo>
                <a:lnTo>
                  <a:pt x="62199" y="554382"/>
                </a:lnTo>
                <a:lnTo>
                  <a:pt x="478661" y="554382"/>
                </a:lnTo>
                <a:lnTo>
                  <a:pt x="345474" y="427956"/>
                </a:lnTo>
                <a:lnTo>
                  <a:pt x="336009" y="419167"/>
                </a:lnTo>
                <a:cubicBezTo>
                  <a:pt x="317755" y="401927"/>
                  <a:pt x="294262" y="393307"/>
                  <a:pt x="270768" y="393307"/>
                </a:cubicBezTo>
                <a:close/>
                <a:moveTo>
                  <a:pt x="500296" y="281247"/>
                </a:moveTo>
                <a:lnTo>
                  <a:pt x="365081" y="409701"/>
                </a:lnTo>
                <a:lnTo>
                  <a:pt x="500296" y="538156"/>
                </a:lnTo>
                <a:close/>
                <a:moveTo>
                  <a:pt x="40565" y="280571"/>
                </a:moveTo>
                <a:lnTo>
                  <a:pt x="40565" y="537480"/>
                </a:lnTo>
                <a:lnTo>
                  <a:pt x="175780" y="409025"/>
                </a:lnTo>
                <a:close/>
                <a:moveTo>
                  <a:pt x="270429" y="215668"/>
                </a:moveTo>
                <a:cubicBezTo>
                  <a:pt x="258936" y="215668"/>
                  <a:pt x="248795" y="225133"/>
                  <a:pt x="248795" y="237302"/>
                </a:cubicBezTo>
                <a:cubicBezTo>
                  <a:pt x="248795" y="248795"/>
                  <a:pt x="258260" y="258936"/>
                  <a:pt x="270429" y="258936"/>
                </a:cubicBezTo>
                <a:cubicBezTo>
                  <a:pt x="282599" y="258936"/>
                  <a:pt x="292064" y="249471"/>
                  <a:pt x="292064" y="237302"/>
                </a:cubicBezTo>
                <a:cubicBezTo>
                  <a:pt x="292064" y="225133"/>
                  <a:pt x="282599" y="215668"/>
                  <a:pt x="270429" y="215668"/>
                </a:cubicBezTo>
                <a:close/>
                <a:moveTo>
                  <a:pt x="271105" y="147384"/>
                </a:moveTo>
                <a:cubicBezTo>
                  <a:pt x="319783" y="147384"/>
                  <a:pt x="358995" y="186596"/>
                  <a:pt x="358995" y="235274"/>
                </a:cubicBezTo>
                <a:lnTo>
                  <a:pt x="358995" y="256908"/>
                </a:lnTo>
                <a:cubicBezTo>
                  <a:pt x="358995" y="269078"/>
                  <a:pt x="349530" y="278543"/>
                  <a:pt x="337361" y="278543"/>
                </a:cubicBezTo>
                <a:cubicBezTo>
                  <a:pt x="324515" y="278543"/>
                  <a:pt x="312346" y="273134"/>
                  <a:pt x="304233" y="263669"/>
                </a:cubicBezTo>
                <a:cubicBezTo>
                  <a:pt x="290035" y="279895"/>
                  <a:pt x="266373" y="283275"/>
                  <a:pt x="248119" y="272458"/>
                </a:cubicBezTo>
                <a:cubicBezTo>
                  <a:pt x="229865" y="261641"/>
                  <a:pt x="222428" y="238654"/>
                  <a:pt x="229865" y="219048"/>
                </a:cubicBezTo>
                <a:cubicBezTo>
                  <a:pt x="237302" y="199442"/>
                  <a:pt x="258260" y="187949"/>
                  <a:pt x="279218" y="192005"/>
                </a:cubicBezTo>
                <a:cubicBezTo>
                  <a:pt x="300177" y="196061"/>
                  <a:pt x="315050" y="214315"/>
                  <a:pt x="315050" y="235950"/>
                </a:cubicBezTo>
                <a:cubicBezTo>
                  <a:pt x="315050" y="248119"/>
                  <a:pt x="324515" y="257584"/>
                  <a:pt x="336685" y="257584"/>
                </a:cubicBezTo>
                <a:lnTo>
                  <a:pt x="336685" y="235950"/>
                </a:lnTo>
                <a:cubicBezTo>
                  <a:pt x="336685" y="199442"/>
                  <a:pt x="306937" y="170371"/>
                  <a:pt x="271105" y="170371"/>
                </a:cubicBezTo>
                <a:cubicBezTo>
                  <a:pt x="235273" y="170371"/>
                  <a:pt x="205526" y="200118"/>
                  <a:pt x="205526" y="235950"/>
                </a:cubicBezTo>
                <a:cubicBezTo>
                  <a:pt x="204850" y="271782"/>
                  <a:pt x="234597" y="301529"/>
                  <a:pt x="270429" y="301529"/>
                </a:cubicBezTo>
                <a:cubicBezTo>
                  <a:pt x="281923" y="301529"/>
                  <a:pt x="293416" y="298825"/>
                  <a:pt x="303557" y="293416"/>
                </a:cubicBezTo>
                <a:cubicBezTo>
                  <a:pt x="308966" y="290712"/>
                  <a:pt x="315726" y="292740"/>
                  <a:pt x="319107" y="298149"/>
                </a:cubicBezTo>
                <a:cubicBezTo>
                  <a:pt x="321811" y="303557"/>
                  <a:pt x="319783" y="310318"/>
                  <a:pt x="314374" y="313698"/>
                </a:cubicBezTo>
                <a:cubicBezTo>
                  <a:pt x="300853" y="320459"/>
                  <a:pt x="285979" y="324516"/>
                  <a:pt x="270429" y="324516"/>
                </a:cubicBezTo>
                <a:cubicBezTo>
                  <a:pt x="221752" y="323840"/>
                  <a:pt x="182540" y="284627"/>
                  <a:pt x="183216" y="235274"/>
                </a:cubicBezTo>
                <a:cubicBezTo>
                  <a:pt x="183216" y="186596"/>
                  <a:pt x="222428" y="147384"/>
                  <a:pt x="271105" y="147384"/>
                </a:cubicBezTo>
                <a:close/>
                <a:moveTo>
                  <a:pt x="135215" y="108172"/>
                </a:moveTo>
                <a:lnTo>
                  <a:pt x="135215" y="333305"/>
                </a:lnTo>
                <a:lnTo>
                  <a:pt x="196062" y="391447"/>
                </a:lnTo>
                <a:cubicBezTo>
                  <a:pt x="240007" y="357644"/>
                  <a:pt x="300853" y="357644"/>
                  <a:pt x="344798" y="391447"/>
                </a:cubicBezTo>
                <a:lnTo>
                  <a:pt x="405645" y="333305"/>
                </a:lnTo>
                <a:lnTo>
                  <a:pt x="405645" y="108172"/>
                </a:lnTo>
                <a:close/>
                <a:moveTo>
                  <a:pt x="270430" y="0"/>
                </a:moveTo>
                <a:lnTo>
                  <a:pt x="351559" y="67608"/>
                </a:lnTo>
                <a:lnTo>
                  <a:pt x="446210" y="67608"/>
                </a:lnTo>
                <a:lnTo>
                  <a:pt x="446210" y="126426"/>
                </a:lnTo>
                <a:lnTo>
                  <a:pt x="540860" y="217020"/>
                </a:lnTo>
                <a:lnTo>
                  <a:pt x="540860" y="594946"/>
                </a:lnTo>
                <a:lnTo>
                  <a:pt x="0" y="594946"/>
                </a:lnTo>
                <a:lnTo>
                  <a:pt x="0" y="217020"/>
                </a:lnTo>
                <a:lnTo>
                  <a:pt x="94651" y="127102"/>
                </a:lnTo>
                <a:lnTo>
                  <a:pt x="94651" y="67608"/>
                </a:lnTo>
                <a:lnTo>
                  <a:pt x="189301" y="6760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 algn="ctr">
              <a:defRPr lang="en-GB" sz="1000" b="1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/>
            <a:endParaRPr lang="en-GB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A5C516E-37FE-FE29-E8D2-8893C69A5B90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825911" y="3715116"/>
            <a:ext cx="539842" cy="541115"/>
          </a:xfrm>
          <a:custGeom>
            <a:avLst/>
            <a:gdLst>
              <a:gd name="connsiteX0" fmla="*/ 417472 w 539842"/>
              <a:gd name="connsiteY0" fmla="*/ 321135 h 541115"/>
              <a:gd name="connsiteX1" fmla="*/ 438431 w 539842"/>
              <a:gd name="connsiteY1" fmla="*/ 329924 h 541115"/>
              <a:gd name="connsiteX2" fmla="*/ 531729 w 539842"/>
              <a:gd name="connsiteY2" fmla="*/ 423222 h 541115"/>
              <a:gd name="connsiteX3" fmla="*/ 539842 w 539842"/>
              <a:gd name="connsiteY3" fmla="*/ 444181 h 541115"/>
              <a:gd name="connsiteX4" fmla="*/ 531053 w 539842"/>
              <a:gd name="connsiteY4" fmla="*/ 465139 h 541115"/>
              <a:gd name="connsiteX5" fmla="*/ 520912 w 539842"/>
              <a:gd name="connsiteY5" fmla="*/ 475280 h 541115"/>
              <a:gd name="connsiteX6" fmla="*/ 386373 w 539842"/>
              <a:gd name="connsiteY6" fmla="*/ 340741 h 541115"/>
              <a:gd name="connsiteX7" fmla="*/ 396514 w 539842"/>
              <a:gd name="connsiteY7" fmla="*/ 329924 h 541115"/>
              <a:gd name="connsiteX8" fmla="*/ 417472 w 539842"/>
              <a:gd name="connsiteY8" fmla="*/ 321135 h 541115"/>
              <a:gd name="connsiteX9" fmla="*/ 44956 w 539842"/>
              <a:gd name="connsiteY9" fmla="*/ 39888 h 541115"/>
              <a:gd name="connsiteX10" fmla="*/ 179495 w 539842"/>
              <a:gd name="connsiteY10" fmla="*/ 174427 h 541115"/>
              <a:gd name="connsiteX11" fmla="*/ 158536 w 539842"/>
              <a:gd name="connsiteY11" fmla="*/ 194709 h 541115"/>
              <a:gd name="connsiteX12" fmla="*/ 154480 w 539842"/>
              <a:gd name="connsiteY12" fmla="*/ 204850 h 541115"/>
              <a:gd name="connsiteX13" fmla="*/ 158536 w 539842"/>
              <a:gd name="connsiteY13" fmla="*/ 214991 h 541115"/>
              <a:gd name="connsiteX14" fmla="*/ 326203 w 539842"/>
              <a:gd name="connsiteY14" fmla="*/ 381982 h 541115"/>
              <a:gd name="connsiteX15" fmla="*/ 336344 w 539842"/>
              <a:gd name="connsiteY15" fmla="*/ 386038 h 541115"/>
              <a:gd name="connsiteX16" fmla="*/ 346485 w 539842"/>
              <a:gd name="connsiteY16" fmla="*/ 381982 h 541115"/>
              <a:gd name="connsiteX17" fmla="*/ 366767 w 539842"/>
              <a:gd name="connsiteY17" fmla="*/ 361024 h 541115"/>
              <a:gd name="connsiteX18" fmla="*/ 500630 w 539842"/>
              <a:gd name="connsiteY18" fmla="*/ 495563 h 541115"/>
              <a:gd name="connsiteX19" fmla="*/ 482376 w 539842"/>
              <a:gd name="connsiteY19" fmla="*/ 513817 h 541115"/>
              <a:gd name="connsiteX20" fmla="*/ 413417 w 539842"/>
              <a:gd name="connsiteY20" fmla="*/ 540860 h 541115"/>
              <a:gd name="connsiteX21" fmla="*/ 305245 w 539842"/>
              <a:gd name="connsiteY21" fmla="*/ 509084 h 541115"/>
              <a:gd name="connsiteX22" fmla="*/ 262652 w 539842"/>
              <a:gd name="connsiteY22" fmla="*/ 482041 h 541115"/>
              <a:gd name="connsiteX23" fmla="*/ 56449 w 539842"/>
              <a:gd name="connsiteY23" fmla="*/ 269077 h 541115"/>
              <a:gd name="connsiteX24" fmla="*/ 15885 w 539842"/>
              <a:gd name="connsiteY24" fmla="*/ 198090 h 541115"/>
              <a:gd name="connsiteX25" fmla="*/ 335 w 539842"/>
              <a:gd name="connsiteY25" fmla="*/ 110200 h 541115"/>
              <a:gd name="connsiteX26" fmla="*/ 22645 w 539842"/>
              <a:gd name="connsiteY26" fmla="*/ 62198 h 541115"/>
              <a:gd name="connsiteX27" fmla="*/ 44956 w 539842"/>
              <a:gd name="connsiteY27" fmla="*/ 39888 h 541115"/>
              <a:gd name="connsiteX28" fmla="*/ 97013 w 539842"/>
              <a:gd name="connsiteY28" fmla="*/ 0 h 541115"/>
              <a:gd name="connsiteX29" fmla="*/ 117296 w 539842"/>
              <a:gd name="connsiteY29" fmla="*/ 8789 h 541115"/>
              <a:gd name="connsiteX30" fmla="*/ 210594 w 539842"/>
              <a:gd name="connsiteY30" fmla="*/ 101411 h 541115"/>
              <a:gd name="connsiteX31" fmla="*/ 219383 w 539842"/>
              <a:gd name="connsiteY31" fmla="*/ 122370 h 541115"/>
              <a:gd name="connsiteX32" fmla="*/ 210594 w 539842"/>
              <a:gd name="connsiteY32" fmla="*/ 143328 h 541115"/>
              <a:gd name="connsiteX33" fmla="*/ 200453 w 539842"/>
              <a:gd name="connsiteY33" fmla="*/ 153469 h 541115"/>
              <a:gd name="connsiteX34" fmla="*/ 65914 w 539842"/>
              <a:gd name="connsiteY34" fmla="*/ 18930 h 541115"/>
              <a:gd name="connsiteX35" fmla="*/ 76055 w 539842"/>
              <a:gd name="connsiteY35" fmla="*/ 8789 h 541115"/>
              <a:gd name="connsiteX36" fmla="*/ 97013 w 539842"/>
              <a:gd name="connsiteY36" fmla="*/ 0 h 541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539842" h="541115">
                <a:moveTo>
                  <a:pt x="417472" y="321135"/>
                </a:moveTo>
                <a:cubicBezTo>
                  <a:pt x="425585" y="321135"/>
                  <a:pt x="433022" y="324515"/>
                  <a:pt x="438431" y="329924"/>
                </a:cubicBezTo>
                <a:lnTo>
                  <a:pt x="531729" y="423222"/>
                </a:lnTo>
                <a:cubicBezTo>
                  <a:pt x="537138" y="428631"/>
                  <a:pt x="539842" y="436068"/>
                  <a:pt x="539842" y="444181"/>
                </a:cubicBezTo>
                <a:cubicBezTo>
                  <a:pt x="539842" y="452294"/>
                  <a:pt x="536462" y="459730"/>
                  <a:pt x="531053" y="465139"/>
                </a:cubicBezTo>
                <a:lnTo>
                  <a:pt x="520912" y="475280"/>
                </a:lnTo>
                <a:lnTo>
                  <a:pt x="386373" y="340741"/>
                </a:lnTo>
                <a:lnTo>
                  <a:pt x="396514" y="329924"/>
                </a:lnTo>
                <a:cubicBezTo>
                  <a:pt x="401923" y="324515"/>
                  <a:pt x="409360" y="321135"/>
                  <a:pt x="417472" y="321135"/>
                </a:cubicBezTo>
                <a:close/>
                <a:moveTo>
                  <a:pt x="44956" y="39888"/>
                </a:moveTo>
                <a:lnTo>
                  <a:pt x="179495" y="174427"/>
                </a:lnTo>
                <a:lnTo>
                  <a:pt x="158536" y="194709"/>
                </a:lnTo>
                <a:cubicBezTo>
                  <a:pt x="155832" y="197413"/>
                  <a:pt x="154480" y="201470"/>
                  <a:pt x="154480" y="204850"/>
                </a:cubicBezTo>
                <a:cubicBezTo>
                  <a:pt x="154480" y="208231"/>
                  <a:pt x="155832" y="212287"/>
                  <a:pt x="158536" y="214991"/>
                </a:cubicBezTo>
                <a:lnTo>
                  <a:pt x="326203" y="381982"/>
                </a:lnTo>
                <a:cubicBezTo>
                  <a:pt x="328907" y="384686"/>
                  <a:pt x="332964" y="386038"/>
                  <a:pt x="336344" y="386038"/>
                </a:cubicBezTo>
                <a:cubicBezTo>
                  <a:pt x="339724" y="386038"/>
                  <a:pt x="343781" y="384686"/>
                  <a:pt x="346485" y="381982"/>
                </a:cubicBezTo>
                <a:lnTo>
                  <a:pt x="366767" y="361024"/>
                </a:lnTo>
                <a:lnTo>
                  <a:pt x="500630" y="495563"/>
                </a:lnTo>
                <a:lnTo>
                  <a:pt x="482376" y="513817"/>
                </a:lnTo>
                <a:cubicBezTo>
                  <a:pt x="464798" y="532747"/>
                  <a:pt x="439107" y="542888"/>
                  <a:pt x="413417" y="540860"/>
                </a:cubicBezTo>
                <a:cubicBezTo>
                  <a:pt x="374880" y="538155"/>
                  <a:pt x="339048" y="525986"/>
                  <a:pt x="305245" y="509084"/>
                </a:cubicBezTo>
                <a:cubicBezTo>
                  <a:pt x="290371" y="500971"/>
                  <a:pt x="276173" y="492182"/>
                  <a:pt x="262652" y="482041"/>
                </a:cubicBezTo>
                <a:cubicBezTo>
                  <a:pt x="181523" y="424575"/>
                  <a:pt x="111887" y="352235"/>
                  <a:pt x="56449" y="269077"/>
                </a:cubicBezTo>
                <a:cubicBezTo>
                  <a:pt x="40899" y="246767"/>
                  <a:pt x="26702" y="223104"/>
                  <a:pt x="15885" y="198090"/>
                </a:cubicBezTo>
                <a:cubicBezTo>
                  <a:pt x="5743" y="169694"/>
                  <a:pt x="-1693" y="140623"/>
                  <a:pt x="335" y="110200"/>
                </a:cubicBezTo>
                <a:cubicBezTo>
                  <a:pt x="1011" y="91946"/>
                  <a:pt x="9124" y="75044"/>
                  <a:pt x="22645" y="62198"/>
                </a:cubicBezTo>
                <a:cubicBezTo>
                  <a:pt x="28054" y="56790"/>
                  <a:pt x="36167" y="48677"/>
                  <a:pt x="44956" y="39888"/>
                </a:cubicBezTo>
                <a:close/>
                <a:moveTo>
                  <a:pt x="97013" y="0"/>
                </a:moveTo>
                <a:cubicBezTo>
                  <a:pt x="104450" y="0"/>
                  <a:pt x="111887" y="3380"/>
                  <a:pt x="117296" y="8789"/>
                </a:cubicBezTo>
                <a:lnTo>
                  <a:pt x="210594" y="101411"/>
                </a:lnTo>
                <a:cubicBezTo>
                  <a:pt x="216003" y="106820"/>
                  <a:pt x="219383" y="114257"/>
                  <a:pt x="219383" y="122370"/>
                </a:cubicBezTo>
                <a:cubicBezTo>
                  <a:pt x="219383" y="130482"/>
                  <a:pt x="216003" y="137919"/>
                  <a:pt x="210594" y="143328"/>
                </a:cubicBezTo>
                <a:lnTo>
                  <a:pt x="200453" y="153469"/>
                </a:lnTo>
                <a:lnTo>
                  <a:pt x="65914" y="18930"/>
                </a:lnTo>
                <a:lnTo>
                  <a:pt x="76055" y="8789"/>
                </a:lnTo>
                <a:cubicBezTo>
                  <a:pt x="81464" y="3380"/>
                  <a:pt x="89577" y="0"/>
                  <a:pt x="9701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 algn="ctr">
              <a:defRPr lang="en-GB" sz="1000" b="1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/>
            <a:endParaRPr lang="en-GB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67C01B7-7FCB-6F35-4A4C-02BB1C499AB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5954486" y="4874403"/>
            <a:ext cx="283026" cy="459731"/>
          </a:xfrm>
          <a:custGeom>
            <a:avLst/>
            <a:gdLst>
              <a:gd name="connsiteX0" fmla="*/ 141514 w 283026"/>
              <a:gd name="connsiteY0" fmla="*/ 81129 h 459731"/>
              <a:gd name="connsiteX1" fmla="*/ 80667 w 283026"/>
              <a:gd name="connsiteY1" fmla="*/ 141976 h 459731"/>
              <a:gd name="connsiteX2" fmla="*/ 141514 w 283026"/>
              <a:gd name="connsiteY2" fmla="*/ 202823 h 459731"/>
              <a:gd name="connsiteX3" fmla="*/ 202361 w 283026"/>
              <a:gd name="connsiteY3" fmla="*/ 141976 h 459731"/>
              <a:gd name="connsiteX4" fmla="*/ 141514 w 283026"/>
              <a:gd name="connsiteY4" fmla="*/ 81129 h 459731"/>
              <a:gd name="connsiteX5" fmla="*/ 141514 w 283026"/>
              <a:gd name="connsiteY5" fmla="*/ 0 h 459731"/>
              <a:gd name="connsiteX6" fmla="*/ 258475 w 283026"/>
              <a:gd name="connsiteY6" fmla="*/ 62199 h 459731"/>
              <a:gd name="connsiteX7" fmla="*/ 273348 w 283026"/>
              <a:gd name="connsiteY7" fmla="*/ 194034 h 459731"/>
              <a:gd name="connsiteX8" fmla="*/ 209121 w 283026"/>
              <a:gd name="connsiteY8" fmla="*/ 336009 h 459731"/>
              <a:gd name="connsiteX9" fmla="*/ 153683 w 283026"/>
              <a:gd name="connsiteY9" fmla="*/ 452294 h 459731"/>
              <a:gd name="connsiteX10" fmla="*/ 141514 w 283026"/>
              <a:gd name="connsiteY10" fmla="*/ 459731 h 459731"/>
              <a:gd name="connsiteX11" fmla="*/ 129344 w 283026"/>
              <a:gd name="connsiteY11" fmla="*/ 452294 h 459731"/>
              <a:gd name="connsiteX12" fmla="*/ 73906 w 283026"/>
              <a:gd name="connsiteY12" fmla="*/ 336009 h 459731"/>
              <a:gd name="connsiteX13" fmla="*/ 9679 w 283026"/>
              <a:gd name="connsiteY13" fmla="*/ 194034 h 459731"/>
              <a:gd name="connsiteX14" fmla="*/ 24553 w 283026"/>
              <a:gd name="connsiteY14" fmla="*/ 62199 h 459731"/>
              <a:gd name="connsiteX15" fmla="*/ 141514 w 283026"/>
              <a:gd name="connsiteY15" fmla="*/ 0 h 4597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83026" h="459731">
                <a:moveTo>
                  <a:pt x="141514" y="81129"/>
                </a:moveTo>
                <a:cubicBezTo>
                  <a:pt x="107710" y="81129"/>
                  <a:pt x="80667" y="108172"/>
                  <a:pt x="80667" y="141976"/>
                </a:cubicBezTo>
                <a:cubicBezTo>
                  <a:pt x="80667" y="175780"/>
                  <a:pt x="107710" y="202823"/>
                  <a:pt x="141514" y="202823"/>
                </a:cubicBezTo>
                <a:cubicBezTo>
                  <a:pt x="175318" y="202823"/>
                  <a:pt x="202361" y="175780"/>
                  <a:pt x="202361" y="141976"/>
                </a:cubicBezTo>
                <a:cubicBezTo>
                  <a:pt x="202361" y="108172"/>
                  <a:pt x="175318" y="81129"/>
                  <a:pt x="141514" y="81129"/>
                </a:cubicBezTo>
                <a:close/>
                <a:moveTo>
                  <a:pt x="141514" y="0"/>
                </a:moveTo>
                <a:cubicBezTo>
                  <a:pt x="188163" y="0"/>
                  <a:pt x="232108" y="22987"/>
                  <a:pt x="258475" y="62199"/>
                </a:cubicBezTo>
                <a:cubicBezTo>
                  <a:pt x="284842" y="100735"/>
                  <a:pt x="290250" y="150089"/>
                  <a:pt x="273348" y="194034"/>
                </a:cubicBezTo>
                <a:lnTo>
                  <a:pt x="209121" y="336009"/>
                </a:lnTo>
                <a:lnTo>
                  <a:pt x="153683" y="452294"/>
                </a:lnTo>
                <a:cubicBezTo>
                  <a:pt x="151655" y="457027"/>
                  <a:pt x="146922" y="459731"/>
                  <a:pt x="141514" y="459731"/>
                </a:cubicBezTo>
                <a:cubicBezTo>
                  <a:pt x="136105" y="459731"/>
                  <a:pt x="131373" y="457027"/>
                  <a:pt x="129344" y="452294"/>
                </a:cubicBezTo>
                <a:lnTo>
                  <a:pt x="73906" y="336009"/>
                </a:lnTo>
                <a:lnTo>
                  <a:pt x="9679" y="194034"/>
                </a:lnTo>
                <a:cubicBezTo>
                  <a:pt x="-7223" y="150089"/>
                  <a:pt x="-1814" y="100735"/>
                  <a:pt x="24553" y="62199"/>
                </a:cubicBezTo>
                <a:cubicBezTo>
                  <a:pt x="50920" y="22987"/>
                  <a:pt x="94865" y="0"/>
                  <a:pt x="14151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 algn="ctr">
              <a:defRPr lang="en-GB" sz="1000" b="1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8434982"/>
      </p:ext>
    </p:extLst>
  </p:cSld>
  <p:clrMapOvr>
    <a:masterClrMapping/>
  </p:clrMapOvr>
  <p:transition>
    <p:cover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06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4986CB4B-8D0F-4F5D-E6A8-37A1BE8D903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79875" y="4909237"/>
            <a:ext cx="6080125" cy="1364562"/>
          </a:xfrm>
        </p:spPr>
        <p:txBody>
          <a:bodyPr anchor="t" anchorCtr="0">
            <a:noAutofit/>
          </a:bodyPr>
          <a:lstStyle>
            <a:lvl1pPr algn="r">
              <a:lnSpc>
                <a:spcPct val="150000"/>
              </a:lnSpc>
              <a:spcBef>
                <a:spcPts val="0"/>
              </a:spcBef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6711E10-61DA-0C4E-6449-6C1C595C3EE0}"/>
              </a:ext>
            </a:extLst>
          </p:cNvPr>
          <p:cNvCxnSpPr>
            <a:cxnSpLocks/>
          </p:cNvCxnSpPr>
          <p:nvPr userDrawn="1"/>
        </p:nvCxnSpPr>
        <p:spPr>
          <a:xfrm>
            <a:off x="8610000" y="4754735"/>
            <a:ext cx="144000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36501A14-3AE7-B43F-7906-530D98D6A5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7238" y="2681328"/>
            <a:ext cx="8137525" cy="1918905"/>
          </a:xfrm>
        </p:spPr>
        <p:txBody>
          <a:bodyPr anchor="b">
            <a:noAutofit/>
          </a:bodyPr>
          <a:lstStyle>
            <a:lvl1pPr algn="r">
              <a:defRPr sz="6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B5B859C5-4116-6170-969B-8FCA477F4F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 rot="16200000">
            <a:off x="10053420" y="2182593"/>
            <a:ext cx="3667561" cy="469900"/>
          </a:xfrm>
        </p:spPr>
        <p:txBody>
          <a:bodyPr/>
          <a:lstStyle/>
          <a:p>
            <a:r>
              <a:rPr lang="en-ID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932928344"/>
      </p:ext>
    </p:extLst>
  </p:cSld>
  <p:clrMapOvr>
    <a:masterClrMapping/>
  </p:clrMapOvr>
  <p:transition>
    <p:cover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06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505D570-0790-413B-5C88-0435CC3CB2E0}"/>
              </a:ext>
            </a:extLst>
          </p:cNvPr>
          <p:cNvSpPr/>
          <p:nvPr userDrawn="1"/>
        </p:nvSpPr>
        <p:spPr>
          <a:xfrm>
            <a:off x="0" y="1844040"/>
            <a:ext cx="10160000" cy="3169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4986CB4B-8D0F-4F5D-E6A8-37A1BE8D903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7377" y="4276723"/>
            <a:ext cx="9211944" cy="546737"/>
          </a:xfrm>
        </p:spPr>
        <p:txBody>
          <a:bodyPr anchor="t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6711E10-61DA-0C4E-6449-6C1C595C3EE0}"/>
              </a:ext>
            </a:extLst>
          </p:cNvPr>
          <p:cNvCxnSpPr>
            <a:cxnSpLocks/>
          </p:cNvCxnSpPr>
          <p:nvPr userDrawn="1"/>
        </p:nvCxnSpPr>
        <p:spPr>
          <a:xfrm>
            <a:off x="8359320" y="4040700"/>
            <a:ext cx="144000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36501A14-3AE7-B43F-7906-530D98D6A5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7376" y="2029854"/>
            <a:ext cx="9211944" cy="1774823"/>
          </a:xfrm>
        </p:spPr>
        <p:txBody>
          <a:bodyPr anchor="ctr">
            <a:noAutofit/>
          </a:bodyPr>
          <a:lstStyle>
            <a:lvl1pPr algn="r">
              <a:defRPr sz="6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B5B859C5-4116-6170-969B-8FCA477F4F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 rot="16200000">
            <a:off x="10053420" y="2182593"/>
            <a:ext cx="3667561" cy="469900"/>
          </a:xfrm>
        </p:spPr>
        <p:txBody>
          <a:bodyPr/>
          <a:lstStyle/>
          <a:p>
            <a:r>
              <a:rPr lang="en-ID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4042041355"/>
      </p:ext>
    </p:extLst>
  </p:cSld>
  <p:clrMapOvr>
    <a:masterClrMapping/>
  </p:clrMapOvr>
  <p:transition>
    <p:cover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06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505D570-0790-413B-5C88-0435CC3CB2E0}"/>
              </a:ext>
            </a:extLst>
          </p:cNvPr>
          <p:cNvSpPr/>
          <p:nvPr userDrawn="1"/>
        </p:nvSpPr>
        <p:spPr>
          <a:xfrm>
            <a:off x="587374" y="584200"/>
            <a:ext cx="9572625" cy="5689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4986CB4B-8D0F-4F5D-E6A8-37A1BE8D903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90296" y="5053963"/>
            <a:ext cx="5005704" cy="546737"/>
          </a:xfrm>
        </p:spPr>
        <p:txBody>
          <a:bodyPr anchor="t" anchorCtr="0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6711E10-61DA-0C4E-6449-6C1C595C3EE0}"/>
              </a:ext>
            </a:extLst>
          </p:cNvPr>
          <p:cNvCxnSpPr>
            <a:cxnSpLocks/>
          </p:cNvCxnSpPr>
          <p:nvPr userDrawn="1"/>
        </p:nvCxnSpPr>
        <p:spPr>
          <a:xfrm>
            <a:off x="1090296" y="4817940"/>
            <a:ext cx="78248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36501A14-3AE7-B43F-7906-530D98D6A5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90296" y="1531620"/>
            <a:ext cx="5005704" cy="3050297"/>
          </a:xfrm>
        </p:spPr>
        <p:txBody>
          <a:bodyPr anchor="b">
            <a:noAutofit/>
          </a:bodyPr>
          <a:lstStyle>
            <a:lvl1pPr algn="l">
              <a:defRPr sz="6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B5B859C5-4116-6170-969B-8FCA477F4F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 rot="16200000">
            <a:off x="10053420" y="2182593"/>
            <a:ext cx="3667561" cy="469900"/>
          </a:xfrm>
        </p:spPr>
        <p:txBody>
          <a:bodyPr/>
          <a:lstStyle/>
          <a:p>
            <a:r>
              <a:rPr lang="en-ID"/>
              <a:t>PRESENTATION TITLE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87F563DA-38D0-622E-BA6B-9C612683979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56020" y="920750"/>
            <a:ext cx="5204143" cy="5016500"/>
          </a:xfrm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02232949"/>
      </p:ext>
    </p:extLst>
  </p:cSld>
  <p:clrMapOvr>
    <a:masterClrMapping/>
  </p:clrMapOvr>
  <p:transition>
    <p:cover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ext Box T20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5E2A2-57CA-76B4-7FC7-0E7E733D4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733" y="585048"/>
            <a:ext cx="5139174" cy="2020734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902CC6-0866-F6F1-FFC1-330B30DD739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D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CFEAA7-A226-2E50-AD23-5FE2A5B9860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6F24BE-8BEB-403A-BDCC-38E201D0662D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69D59CD-16F0-1FCD-4958-4D193785951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0" y="584200"/>
            <a:ext cx="5486399" cy="5689600"/>
          </a:xfrm>
        </p:spPr>
        <p:txBody>
          <a:bodyPr/>
          <a:lstStyle/>
          <a:p>
            <a:endParaRPr lang="en-ID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1694355-D2F1-6177-CA10-2FB2BDCA94F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4733" y="3044021"/>
            <a:ext cx="5139174" cy="3228931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/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3686FCB5-A714-48C5-F801-8BC93CA09E3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94733" y="2640102"/>
            <a:ext cx="5139174" cy="369600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4651759"/>
      </p:ext>
    </p:extLst>
  </p:cSld>
  <p:clrMapOvr>
    <a:masterClrMapping/>
  </p:clrMapOvr>
  <p:transition>
    <p:cover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ext Box T20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25B17-B4A1-EB92-A298-388D035BB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84199"/>
            <a:ext cx="3139574" cy="5689601"/>
          </a:xfrm>
        </p:spPr>
        <p:txBody>
          <a:bodyPr anchor="ctr">
            <a:noAutofit/>
          </a:bodyPr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6CE9A8-062F-E52A-B822-F2C682A3C03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z="1400"/>
            </a:lvl1pPr>
          </a:lstStyle>
          <a:p>
            <a:r>
              <a:rPr lang="en-ID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6EDBD3-C06B-F685-6F3A-17047C93B3B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6F24BE-8BEB-403A-BDCC-38E201D0662D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CDEB065-BE89-3D91-17A6-55B54A05854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079875" y="584199"/>
            <a:ext cx="2016125" cy="5689601"/>
          </a:xfrm>
        </p:spPr>
        <p:txBody>
          <a:bodyPr/>
          <a:lstStyle/>
          <a:p>
            <a:endParaRPr lang="en-ID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304667DD-7185-0E65-48DA-18D2EBC01A0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48926" y="998877"/>
            <a:ext cx="5011237" cy="527492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/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FADECA56-D80F-3AD5-037C-9E28C2782D4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48926" y="594958"/>
            <a:ext cx="5011237" cy="3696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4115513"/>
      </p:ext>
    </p:extLst>
  </p:cSld>
  <p:clrMapOvr>
    <a:masterClrMapping/>
  </p:clrMapOvr>
  <p:transition>
    <p:cover/>
  </p:transition>
  <p:extLst>
    <p:ext uri="{DCECCB84-F9BA-43D5-87BE-67443E8EF086}">
      <p15:sldGuideLst xmlns:p15="http://schemas.microsoft.com/office/powerpoint/2012/main">
        <p15:guide id="2" pos="7219" userDrawn="1">
          <p15:clr>
            <a:srgbClr val="5ACBF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ext Box T20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25B17-B4A1-EB92-A298-388D035BB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639" y="584200"/>
            <a:ext cx="7014524" cy="131583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6CE9A8-062F-E52A-B822-F2C682A3C03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D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6EDBD3-C06B-F685-6F3A-17047C93B3B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6F24BE-8BEB-403A-BDCC-38E201D0662D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CDEB065-BE89-3D91-17A6-55B54A05854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87375" y="584200"/>
            <a:ext cx="3492500" cy="5689600"/>
          </a:xfrm>
        </p:spPr>
        <p:txBody>
          <a:bodyPr/>
          <a:lstStyle/>
          <a:p>
            <a:endParaRPr lang="en-ID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6873FB4D-3191-8151-C064-9EECD744176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45634" y="2339801"/>
            <a:ext cx="7014523" cy="393399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/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FF0670D4-0039-A043-64E8-E076E96B2F3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45634" y="1935882"/>
            <a:ext cx="7014523" cy="369600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77519661"/>
      </p:ext>
    </p:extLst>
  </p:cSld>
  <p:clrMapOvr>
    <a:masterClrMapping/>
  </p:clrMapOvr>
  <p:transition>
    <p:cover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ext Box T20V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007C1-A2D2-F1A6-D730-4F0C404CB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020" y="3724275"/>
            <a:ext cx="5140800" cy="2549962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CDCB85-C1AE-389B-180B-F0755C7558F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z="1400"/>
            </a:lvl1pPr>
          </a:lstStyle>
          <a:p>
            <a:r>
              <a:rPr lang="en-ID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CB6781-E0BB-8244-2B18-81C5A89ABE5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6F24BE-8BEB-403A-BDCC-38E201D0662D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5E5AE0EA-E418-F652-0112-3BBECBF9F31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89864" y="596463"/>
            <a:ext cx="3279453" cy="2832538"/>
          </a:xfrm>
        </p:spPr>
        <p:txBody>
          <a:bodyPr/>
          <a:lstStyle/>
          <a:p>
            <a:endParaRPr lang="en-ID"/>
          </a:p>
        </p:txBody>
      </p:sp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A7ED85CF-BEC5-15F1-62CF-8326B6EF318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180710" y="596463"/>
            <a:ext cx="3279453" cy="2832538"/>
          </a:xfrm>
        </p:spPr>
        <p:txBody>
          <a:bodyPr/>
          <a:lstStyle/>
          <a:p>
            <a:endParaRPr lang="en-ID"/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30C6ED5E-424B-D5DA-A879-D025C9ADAAE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99018" y="596463"/>
            <a:ext cx="3279453" cy="2832538"/>
          </a:xfrm>
        </p:spPr>
        <p:txBody>
          <a:bodyPr/>
          <a:lstStyle/>
          <a:p>
            <a:endParaRPr lang="en-ID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0A71C7C2-73FB-2D78-6ABE-C37B2354D66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96000" y="4128194"/>
            <a:ext cx="5139174" cy="214604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/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54CF75B1-5A69-01B6-2D5A-143528AD52A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096000" y="3724274"/>
            <a:ext cx="5139174" cy="3696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5897740"/>
      </p:ext>
    </p:extLst>
  </p:cSld>
  <p:clrMapOvr>
    <a:masterClrMapping/>
  </p:clrMapOvr>
  <p:transition>
    <p:cover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ext Box T20V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E07BE-2E01-93C2-881C-035E1AEEA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634" y="584199"/>
            <a:ext cx="1650365" cy="5689601"/>
          </a:xfrm>
        </p:spPr>
        <p:txBody>
          <a:bodyPr vert="vert270"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844A2B-1547-1655-29B9-2804D5FE372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z="1400"/>
            </a:lvl1pPr>
          </a:lstStyle>
          <a:p>
            <a:r>
              <a:rPr lang="en-ID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814879-2CE9-2FEA-4087-F8FC1C8C052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6F24BE-8BEB-403A-BDCC-38E201D0662D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EEB0609-9FA3-D912-5F69-9CD9658CA1C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99017" y="1150559"/>
            <a:ext cx="3480858" cy="4556882"/>
          </a:xfrm>
        </p:spPr>
        <p:txBody>
          <a:bodyPr/>
          <a:lstStyle/>
          <a:p>
            <a:endParaRPr lang="en-ID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87E3A761-DD88-1A4D-D287-EAB395AECBA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80173" y="1554478"/>
            <a:ext cx="4979990" cy="415296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/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0DBEB85F-9F20-B58A-98E3-68DFAED6E49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480173" y="1150559"/>
            <a:ext cx="4979990" cy="3696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50786339"/>
      </p:ext>
    </p:extLst>
  </p:cSld>
  <p:clrMapOvr>
    <a:masterClrMapping/>
  </p:clrMapOvr>
  <p:transition>
    <p:cover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ext Box T20V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E07BE-2E01-93C2-881C-035E1AEEA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760" y="584200"/>
            <a:ext cx="4998403" cy="1855857"/>
          </a:xfrm>
        </p:spPr>
        <p:txBody>
          <a:bodyPr anchor="b">
            <a:noAutofit/>
          </a:bodyPr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844A2B-1547-1655-29B9-2804D5FE372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z="1400"/>
            </a:lvl1pPr>
          </a:lstStyle>
          <a:p>
            <a:r>
              <a:rPr lang="en-ID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814879-2CE9-2FEA-4087-F8FC1C8C052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6F24BE-8BEB-403A-BDCC-38E201D0662D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EEB0609-9FA3-D912-5F69-9CD9658CA1C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84200" y="584200"/>
            <a:ext cx="5511800" cy="5689600"/>
          </a:xfrm>
        </p:spPr>
        <p:txBody>
          <a:bodyPr/>
          <a:lstStyle/>
          <a:p>
            <a:endParaRPr lang="en-ID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1A2439D-33F0-4626-5731-8FB5D5295A2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61760" y="2878789"/>
            <a:ext cx="4998403" cy="339501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89F0EDF-ED0D-7DF6-3D16-36E44C839E5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61760" y="2474023"/>
            <a:ext cx="4998403" cy="3708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06522678"/>
      </p:ext>
    </p:extLst>
  </p:cSld>
  <p:clrMapOvr>
    <a:masterClrMapping/>
  </p:clrMapOvr>
  <p:transition>
    <p:cover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ext Box T20V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D8E67-9FD7-A8F8-75F6-2FF3CD0DE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78148"/>
            <a:ext cx="5508625" cy="1222077"/>
          </a:xfrm>
        </p:spPr>
        <p:txBody>
          <a:bodyPr anchor="b">
            <a:noAutofit/>
          </a:bodyPr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EFFE8E-6F6C-1E23-79C9-808201616E4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D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C39AAF-82A4-7672-8873-E691CE5C39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6F24BE-8BEB-403A-BDCC-38E201D0662D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7F44B7A2-957C-93E8-8209-7EE97327682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84200" y="2241723"/>
            <a:ext cx="5508625" cy="81592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7F51D89-C7C9-35E8-B687-68AAC511FED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87375" y="1835574"/>
            <a:ext cx="5508625" cy="370800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254B69B1-46F8-4EE3-2769-27D7BB2C74F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50649" y="3429000"/>
            <a:ext cx="3348038" cy="2832538"/>
          </a:xfrm>
        </p:spPr>
        <p:txBody>
          <a:bodyPr/>
          <a:lstStyle/>
          <a:p>
            <a:endParaRPr lang="en-ID"/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60EE32E6-020E-2EA6-0E4A-ACC9A5124ED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112126" y="584200"/>
            <a:ext cx="3348038" cy="5677338"/>
          </a:xfrm>
        </p:spPr>
        <p:txBody>
          <a:bodyPr/>
          <a:lstStyle/>
          <a:p>
            <a:endParaRPr lang="en-ID"/>
          </a:p>
        </p:txBody>
      </p:sp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61E56390-07F6-777F-3A8D-7CA44307437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89172" y="3429000"/>
            <a:ext cx="3348038" cy="2832538"/>
          </a:xfrm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48175432"/>
      </p:ext>
    </p:extLst>
  </p:cSld>
  <p:clrMapOvr>
    <a:masterClrMapping/>
  </p:clrMapOvr>
  <p:transition>
    <p:cover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ext Box T20V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FB309-9F80-5BE3-F82C-91733414C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017" y="3793682"/>
            <a:ext cx="3480858" cy="2480118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A27C05-E3B0-EFC4-2286-5860D4A1ACF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z="1400"/>
            </a:lvl1pPr>
          </a:lstStyle>
          <a:p>
            <a:r>
              <a:rPr lang="en-ID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33CF6B-04E5-9AB9-2466-0284576F03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6F24BE-8BEB-403A-BDCC-38E201D0662D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54F23F8-6331-43CC-E76A-052E46B7754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84200" y="584200"/>
            <a:ext cx="4994450" cy="2844800"/>
          </a:xfrm>
        </p:spPr>
        <p:txBody>
          <a:bodyPr/>
          <a:lstStyle/>
          <a:p>
            <a:endParaRPr lang="en-ID"/>
          </a:p>
        </p:txBody>
      </p:sp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79263BE0-4D84-7BD4-D81B-B266C5C1C47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584200"/>
            <a:ext cx="4994450" cy="2844800"/>
          </a:xfrm>
        </p:spPr>
        <p:txBody>
          <a:bodyPr/>
          <a:lstStyle/>
          <a:p>
            <a:endParaRPr lang="en-ID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E5B9D621-1404-9D23-66C0-394A9905E51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445634" y="4197601"/>
            <a:ext cx="6644816" cy="207619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/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3C11B87C-ADE1-5F3D-8204-B8C3AFBE3A0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5634" y="3793682"/>
            <a:ext cx="6644816" cy="3696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7659370"/>
      </p:ext>
    </p:extLst>
  </p:cSld>
  <p:clrMapOvr>
    <a:masterClrMapping/>
  </p:clrMapOvr>
  <p:transition>
    <p:cover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 Boxes T21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007C1-A2D2-F1A6-D730-4F0C404CB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845" y="583762"/>
            <a:ext cx="5903917" cy="1363279"/>
          </a:xfrm>
        </p:spPr>
        <p:txBody>
          <a:bodyPr anchor="b">
            <a:noAutofit/>
          </a:bodyPr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CDCB85-C1AE-389B-180B-F0755C7558F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z="1400"/>
            </a:lvl1pPr>
          </a:lstStyle>
          <a:p>
            <a:r>
              <a:rPr lang="en-ID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CB6781-E0BB-8244-2B18-81C5A89ABE5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6F24BE-8BEB-403A-BDCC-38E201D0662D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13D6F03-414F-3442-0C5B-EC885137816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87375" y="583762"/>
            <a:ext cx="3307710" cy="2845238"/>
          </a:xfrm>
        </p:spPr>
        <p:txBody>
          <a:bodyPr/>
          <a:lstStyle/>
          <a:p>
            <a:endParaRPr lang="en-ID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30F909D4-E12E-D857-5C0F-AC49137ECED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98648" y="4204262"/>
            <a:ext cx="5497351" cy="206997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/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D9A7C6B9-F9E3-11CA-996C-1400E78E8C4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98648" y="3800342"/>
            <a:ext cx="5497351" cy="3696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2D5D7C07-6B3C-15BC-89D7-C350EEEDCC8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60845" y="2389035"/>
            <a:ext cx="5903917" cy="1039965"/>
          </a:xfrm>
          <a:solidFill>
            <a:schemeClr val="accent1"/>
          </a:solidFill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E8838539-7911-12CA-D3CA-8D3DCC5FBDA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260845" y="1985115"/>
            <a:ext cx="5903917" cy="369600"/>
          </a:xfrm>
          <a:solidFill>
            <a:schemeClr val="accent1"/>
          </a:solidFill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5">
            <a:extLst>
              <a:ext uri="{FF2B5EF4-FFF2-40B4-BE49-F238E27FC236}">
                <a16:creationId xmlns:a16="http://schemas.microsoft.com/office/drawing/2014/main" id="{51A6B93B-6DAC-B391-38AC-0BDB74ED2E9A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461760" y="3800342"/>
            <a:ext cx="4998403" cy="2473458"/>
          </a:xfrm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41053391"/>
      </p:ext>
    </p:extLst>
  </p:cSld>
  <p:clrMapOvr>
    <a:masterClrMapping/>
  </p:clrMapOvr>
  <p:transition>
    <p:cover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 Boxes T21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4419B-0A7A-D6A9-278B-3CB3F6B13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760" y="583760"/>
            <a:ext cx="4998403" cy="1968969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475DCC-A5DC-45EE-5280-E6AF55C5FB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z="1400"/>
            </a:lvl1pPr>
          </a:lstStyle>
          <a:p>
            <a:r>
              <a:rPr lang="en-ID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554E76-F34B-95F8-FD2E-0312C265AEC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6F24BE-8BEB-403A-BDCC-38E201D0662D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FD592EB7-0888-4601-189D-47D758F2EA2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87374" y="583762"/>
            <a:ext cx="5508626" cy="2852921"/>
          </a:xfrm>
        </p:spPr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CE0B81CE-6929-E4CC-C71A-EF2B068F196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67108" y="2993316"/>
            <a:ext cx="4993056" cy="328048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/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D8EAAF9-B567-F3DE-EADE-BD3C4999F98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467108" y="2589397"/>
            <a:ext cx="4993056" cy="369600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02A0E491-4E40-2D59-0554-83237080D02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6096" y="4206364"/>
            <a:ext cx="5484556" cy="206743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/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045C4D4-8C2A-BFF6-183B-55B8DAEE397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06096" y="3802444"/>
            <a:ext cx="5484556" cy="3696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53104475"/>
      </p:ext>
    </p:extLst>
  </p:cSld>
  <p:clrMapOvr>
    <a:masterClrMapping/>
  </p:clrMapOvr>
  <p:transition>
    <p:cover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 Boxes T22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6442312-9E63-3A81-2CB4-8F85F5C2CD49}"/>
              </a:ext>
            </a:extLst>
          </p:cNvPr>
          <p:cNvSpPr/>
          <p:nvPr userDrawn="1"/>
        </p:nvSpPr>
        <p:spPr>
          <a:xfrm>
            <a:off x="0" y="2229057"/>
            <a:ext cx="3820054" cy="462894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ID" sz="12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70176E-FDDF-30CB-EB74-A75B39D05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016" y="583762"/>
            <a:ext cx="9565747" cy="1268686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C0C34D-8F75-41B3-4243-E45FBD015B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z="1400"/>
            </a:lvl1pPr>
          </a:lstStyle>
          <a:p>
            <a:r>
              <a:rPr lang="en-ID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A13D18-EF04-D403-494B-02A03A28BC5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CF6F24BE-8BEB-403A-BDCC-38E201D0662D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57034BD1-3E18-E6CE-0E8A-82F140EB207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99016" y="2861765"/>
            <a:ext cx="2822364" cy="328048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A571BB85-BAEA-6CBC-7B71-2E4FD0C098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99016" y="2457846"/>
            <a:ext cx="2822364" cy="3696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57C9BE17-F195-B7D7-9906-3F68C4E5F43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349220" y="2861765"/>
            <a:ext cx="2822364" cy="328048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tx1"/>
                </a:solidFill>
              </a:defRPr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0A29CEF9-B40D-3AB5-A905-56DCD5DA44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49220" y="2457846"/>
            <a:ext cx="2822364" cy="3696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91C5E184-0D58-02CC-7762-06D06939DFB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300720" y="2861765"/>
            <a:ext cx="2822364" cy="328048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tx1"/>
                </a:solidFill>
              </a:defRPr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BF881EC9-285A-E749-A5F7-8E31B9915AC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300720" y="2457846"/>
            <a:ext cx="2822364" cy="3696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2271824434"/>
      </p:ext>
    </p:extLst>
  </p:cSld>
  <p:clrMapOvr>
    <a:masterClrMapping/>
  </p:clrMapOvr>
  <p:transition>
    <p:cover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xt Boxes T23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0176E-FDDF-30CB-EB74-A75B39D05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016" y="583762"/>
            <a:ext cx="9565747" cy="1268686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C0C34D-8F75-41B3-4243-E45FBD015B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z="1400"/>
            </a:lvl1pPr>
          </a:lstStyle>
          <a:p>
            <a:r>
              <a:rPr lang="en-ID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A13D18-EF04-D403-494B-02A03A28BC5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CF6F24BE-8BEB-403A-BDCC-38E201D0662D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57C9BE17-F195-B7D7-9906-3F68C4E5F43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99016" y="2584172"/>
            <a:ext cx="5239722" cy="139221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tx1"/>
                </a:solidFill>
              </a:defRPr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0A29CEF9-B40D-3AB5-A905-56DCD5DA44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99016" y="1886767"/>
            <a:ext cx="5239722" cy="663086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6A71BB10-AD00-843A-1FFB-93ADC940B4F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04389" y="2584172"/>
            <a:ext cx="5239722" cy="139221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tx1"/>
                </a:solidFill>
              </a:defRPr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2AADFBA3-0DBF-FA7E-0DDF-6F474644EED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4389" y="1886767"/>
            <a:ext cx="5239722" cy="663086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9572FB44-099F-1077-F7E9-A4C1C9EBC7F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9016" y="4874366"/>
            <a:ext cx="5239722" cy="139221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tx1"/>
                </a:solidFill>
              </a:defRPr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51136387-EB08-5D89-0A1C-BD89021A82A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9016" y="4176961"/>
            <a:ext cx="5239722" cy="663086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6DC24102-CEA0-0AE0-D672-8FC711A83AE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104389" y="4874366"/>
            <a:ext cx="5239722" cy="139221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tx1"/>
                </a:solidFill>
              </a:defRPr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FD2407FE-387F-857B-BA6E-2DEF03C6A8E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104389" y="4176961"/>
            <a:ext cx="5239722" cy="663086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2719444032"/>
      </p:ext>
    </p:extLst>
  </p:cSld>
  <p:clrMapOvr>
    <a:masterClrMapping/>
  </p:clrMapOvr>
  <p:transition>
    <p:cover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with Contents C40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8A9BB-4EB7-026F-4816-EB928B5DD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016" y="583764"/>
            <a:ext cx="10490623" cy="960000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15F750-4EF6-B33F-4FD2-2D9576B1F34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D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B428C6-0B9B-0025-A8AE-3EE85EAAD7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6F24BE-8BEB-403A-BDCC-38E201D0662D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C73C4683-1814-6BFA-2362-08272BB995A4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599016" y="2463922"/>
            <a:ext cx="10490453" cy="3809878"/>
          </a:xfrm>
        </p:spPr>
        <p:txBody>
          <a:bodyPr/>
          <a:lstStyle>
            <a:lvl1pPr algn="ctr">
              <a:defRPr/>
            </a:lvl1pPr>
          </a:lstStyle>
          <a:p>
            <a:endParaRPr lang="en-UZ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524791E-5C2D-05F7-7815-AE0E39BA94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9184" y="1580745"/>
            <a:ext cx="10490454" cy="846196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600"/>
            </a:lvl1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50696451"/>
      </p:ext>
    </p:extLst>
  </p:cSld>
  <p:clrMapOvr>
    <a:masterClrMapping/>
  </p:clrMapOvr>
  <p:transition>
    <p:cover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Radial Bars C41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7397F2-212D-3A9C-585D-F7362936EAC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D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C6FE0-5103-FAEE-F71B-5E68DD283B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6F24BE-8BEB-403A-BDCC-38E201D0662D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473C5E4-D933-2FBD-3307-9533856AB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016" y="583764"/>
            <a:ext cx="10490623" cy="960000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3FCEF7BF-5BDE-8E62-534D-F49978DA827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60121" y="3939475"/>
            <a:ext cx="2747009" cy="2334325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600"/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FE048E6-9648-7D23-4F6A-972290F836A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60121" y="3535556"/>
            <a:ext cx="2747009" cy="3696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800" b="1"/>
            </a:lvl1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C2B4AD44-066F-B3FB-0920-1B34C2B8DDEC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8484873" y="3939475"/>
            <a:ext cx="2747009" cy="2334325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600"/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4FC28948-6A09-90B2-311E-F69B86F2C6B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484873" y="3535556"/>
            <a:ext cx="2747009" cy="3696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800" b="1"/>
            </a:lvl1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5F6DD5D0-74CF-AAB7-33F9-F712C8B0282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896002" y="1711314"/>
            <a:ext cx="2400000" cy="5146685"/>
          </a:xfrm>
        </p:spPr>
        <p:txBody>
          <a:bodyPr/>
          <a:lstStyle/>
          <a:p>
            <a:endParaRPr lang="en-UZ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7733980-62BC-E577-31FD-E6DB1A1918F1}"/>
              </a:ext>
            </a:extLst>
          </p:cNvPr>
          <p:cNvSpPr/>
          <p:nvPr userDrawn="1"/>
        </p:nvSpPr>
        <p:spPr>
          <a:xfrm>
            <a:off x="1542979" y="1789592"/>
            <a:ext cx="1581292" cy="1581292"/>
          </a:xfrm>
          <a:prstGeom prst="ellipse">
            <a:avLst/>
          </a:prstGeom>
          <a:noFill/>
          <a:ln w="762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340BB3D-94E4-3141-F812-FA2B5313EF0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542979" y="1789592"/>
            <a:ext cx="1581292" cy="1581292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algn="ctr">
              <a:defRPr lang="en-GB" sz="1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r>
              <a:rPr lang="en-US"/>
              <a:t> </a:t>
            </a:r>
            <a:endParaRPr lang="en-GB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F01C872-00F4-50B2-8CA5-917B0645BB7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704046" y="2209897"/>
            <a:ext cx="1259160" cy="760184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8116344-FE97-1FDB-2637-B3EA944E742C}"/>
              </a:ext>
            </a:extLst>
          </p:cNvPr>
          <p:cNvSpPr/>
          <p:nvPr userDrawn="1"/>
        </p:nvSpPr>
        <p:spPr>
          <a:xfrm>
            <a:off x="9067731" y="1789592"/>
            <a:ext cx="1581292" cy="1581292"/>
          </a:xfrm>
          <a:prstGeom prst="ellipse">
            <a:avLst/>
          </a:prstGeom>
          <a:noFill/>
          <a:ln w="762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/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DB8245CA-6DF2-144E-8887-FEBF0C0F954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067731" y="1789592"/>
            <a:ext cx="1581292" cy="1581292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algn="ctr">
              <a:defRPr lang="en-GB" sz="1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r>
              <a:rPr lang="en-US"/>
              <a:t> </a:t>
            </a:r>
            <a:endParaRPr lang="en-GB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48579A99-016E-7EC1-C8A9-9CC3DBA4F4E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228797" y="2209897"/>
            <a:ext cx="1259160" cy="760184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2097629210"/>
      </p:ext>
    </p:extLst>
  </p:cSld>
  <p:clrMapOvr>
    <a:masterClrMapping/>
  </p:clrMapOvr>
  <p:transition>
    <p:cover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Radial Bars C42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7397F2-212D-3A9C-585D-F7362936EAC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D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C6FE0-5103-FAEE-F71B-5E68DD283B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6F24BE-8BEB-403A-BDCC-38E201D0662D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473C5E4-D933-2FBD-3307-9533856AB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016" y="583764"/>
            <a:ext cx="10490623" cy="960000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3FCEF7BF-5BDE-8E62-534D-F49978DA827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60121" y="3939475"/>
            <a:ext cx="2747009" cy="2334325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600"/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FE048E6-9648-7D23-4F6A-972290F836A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60121" y="3535556"/>
            <a:ext cx="2747009" cy="3696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800" b="1"/>
            </a:lvl1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C2B4AD44-066F-B3FB-0920-1B34C2B8DDEC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8484873" y="3939475"/>
            <a:ext cx="2747009" cy="2334325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600"/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4FC28948-6A09-90B2-311E-F69B86F2C6B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484873" y="3535556"/>
            <a:ext cx="2747009" cy="3696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800" b="1"/>
            </a:lvl1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7733980-62BC-E577-31FD-E6DB1A1918F1}"/>
              </a:ext>
            </a:extLst>
          </p:cNvPr>
          <p:cNvSpPr/>
          <p:nvPr userDrawn="1"/>
        </p:nvSpPr>
        <p:spPr>
          <a:xfrm>
            <a:off x="1542979" y="1789592"/>
            <a:ext cx="1581292" cy="1581292"/>
          </a:xfrm>
          <a:prstGeom prst="ellipse">
            <a:avLst/>
          </a:prstGeom>
          <a:noFill/>
          <a:ln w="762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340BB3D-94E4-3141-F812-FA2B5313EF0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542979" y="1789592"/>
            <a:ext cx="1581292" cy="1581292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algn="ctr">
              <a:defRPr lang="en-GB" sz="1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r>
              <a:rPr lang="en-US"/>
              <a:t> </a:t>
            </a:r>
            <a:endParaRPr lang="en-GB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F01C872-00F4-50B2-8CA5-917B0645BB7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704046" y="2209897"/>
            <a:ext cx="1259160" cy="760184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8116344-FE97-1FDB-2637-B3EA944E742C}"/>
              </a:ext>
            </a:extLst>
          </p:cNvPr>
          <p:cNvSpPr/>
          <p:nvPr userDrawn="1"/>
        </p:nvSpPr>
        <p:spPr>
          <a:xfrm>
            <a:off x="9067731" y="1789592"/>
            <a:ext cx="1581292" cy="1581292"/>
          </a:xfrm>
          <a:prstGeom prst="ellipse">
            <a:avLst/>
          </a:prstGeom>
          <a:noFill/>
          <a:ln w="762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/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DB8245CA-6DF2-144E-8887-FEBF0C0F954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067731" y="1789592"/>
            <a:ext cx="1581292" cy="1581292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algn="ctr">
              <a:defRPr lang="en-GB" sz="1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r>
              <a:rPr lang="en-US"/>
              <a:t> </a:t>
            </a:r>
            <a:endParaRPr lang="en-GB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48579A99-016E-7EC1-C8A9-9CC3DBA4F4E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228797" y="2209897"/>
            <a:ext cx="1259160" cy="760184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C162F774-A6FB-1B55-2359-887EAC6FD5A5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742327" y="3939475"/>
            <a:ext cx="2747009" cy="2334325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600"/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55863A07-BAE4-0605-C236-504D2E4FC98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742327" y="3535556"/>
            <a:ext cx="2747009" cy="3696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800" b="1"/>
            </a:lvl1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907218F-AE28-4184-69E2-DC195279F072}"/>
              </a:ext>
            </a:extLst>
          </p:cNvPr>
          <p:cNvSpPr/>
          <p:nvPr userDrawn="1"/>
        </p:nvSpPr>
        <p:spPr>
          <a:xfrm>
            <a:off x="5325185" y="1789592"/>
            <a:ext cx="1581292" cy="1581292"/>
          </a:xfrm>
          <a:prstGeom prst="ellipse">
            <a:avLst/>
          </a:prstGeom>
          <a:noFill/>
          <a:ln w="762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/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CD461EAF-A8B3-07EA-40D1-3B2C41D9971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325185" y="1789592"/>
            <a:ext cx="1581292" cy="1581292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algn="ctr">
              <a:defRPr lang="en-GB" sz="1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r>
              <a:rPr lang="en-US"/>
              <a:t> </a:t>
            </a:r>
            <a:endParaRPr lang="en-GB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BD01ED4A-6B95-531E-599C-2B0FDB67CD3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86252" y="2209897"/>
            <a:ext cx="1259160" cy="760184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3840074849"/>
      </p:ext>
    </p:extLst>
  </p:cSld>
  <p:clrMapOvr>
    <a:masterClrMapping/>
  </p:clrMapOvr>
  <p:transition>
    <p:cover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Radial Bars C43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7397F2-212D-3A9C-585D-F7362936EAC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D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C6FE0-5103-FAEE-F71B-5E68DD283B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6F24BE-8BEB-403A-BDCC-38E201D0662D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473C5E4-D933-2FBD-3307-9533856AB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016" y="583764"/>
            <a:ext cx="10490623" cy="960000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3FCEF7BF-5BDE-8E62-534D-F49978DA827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99017" y="3939475"/>
            <a:ext cx="2410884" cy="2334325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600"/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FE048E6-9648-7D23-4F6A-972290F836A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99017" y="3535556"/>
            <a:ext cx="2410884" cy="3696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800" b="1"/>
            </a:lvl1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7733980-62BC-E577-31FD-E6DB1A1918F1}"/>
              </a:ext>
            </a:extLst>
          </p:cNvPr>
          <p:cNvSpPr/>
          <p:nvPr userDrawn="1"/>
        </p:nvSpPr>
        <p:spPr>
          <a:xfrm>
            <a:off x="1013813" y="1789592"/>
            <a:ext cx="1581292" cy="1581292"/>
          </a:xfrm>
          <a:prstGeom prst="ellipse">
            <a:avLst/>
          </a:prstGeom>
          <a:noFill/>
          <a:ln w="762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340BB3D-94E4-3141-F812-FA2B5313EF0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013813" y="1789592"/>
            <a:ext cx="1581292" cy="1581292"/>
          </a:xfrm>
          <a:prstGeom prst="arc">
            <a:avLst>
              <a:gd name="adj1" fmla="val 16200000"/>
              <a:gd name="adj2" fmla="val 2692824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algn="ctr">
              <a:defRPr lang="en-GB" sz="1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r>
              <a:rPr lang="en-US"/>
              <a:t> </a:t>
            </a:r>
            <a:endParaRPr lang="en-GB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F01C872-00F4-50B2-8CA5-917B0645BB7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174879" y="2209897"/>
            <a:ext cx="1259160" cy="760184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CF4FE029-7CD7-9255-1267-D7B27E92720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3413831" y="3939475"/>
            <a:ext cx="2410884" cy="2334325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600"/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C26BAF25-84ED-E1A7-940E-2E3FC707CC7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413831" y="3535556"/>
            <a:ext cx="2410884" cy="3696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800" b="1"/>
            </a:lvl1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58B982C-10BC-2E64-7045-87660A6D4AD7}"/>
              </a:ext>
            </a:extLst>
          </p:cNvPr>
          <p:cNvSpPr/>
          <p:nvPr userDrawn="1"/>
        </p:nvSpPr>
        <p:spPr>
          <a:xfrm>
            <a:off x="3828627" y="1789592"/>
            <a:ext cx="1581292" cy="1581292"/>
          </a:xfrm>
          <a:prstGeom prst="ellipse">
            <a:avLst/>
          </a:prstGeom>
          <a:noFill/>
          <a:ln w="762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/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EA6DDF2A-09B9-38FA-BA74-F86D1A1A313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828627" y="1789592"/>
            <a:ext cx="1581292" cy="1581292"/>
          </a:xfrm>
          <a:prstGeom prst="arc">
            <a:avLst>
              <a:gd name="adj1" fmla="val 16200000"/>
              <a:gd name="adj2" fmla="val 10464074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algn="ctr">
              <a:defRPr lang="en-GB" sz="1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r>
              <a:rPr lang="en-US"/>
              <a:t> </a:t>
            </a:r>
            <a:endParaRPr lang="en-GB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416F275A-EF44-7E75-2A25-82BF95529C48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989693" y="2209897"/>
            <a:ext cx="1259160" cy="760184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D5B72D90-DC25-0463-4B13-99EC1C89FF63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28645" y="3939475"/>
            <a:ext cx="2410884" cy="2334325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600"/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25E95D4F-5B24-55B9-9D08-BE92A4F97D5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228645" y="3535556"/>
            <a:ext cx="2410884" cy="3696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800" b="1"/>
            </a:lvl1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76C846C-A9BA-DF4C-CA41-747879368C73}"/>
              </a:ext>
            </a:extLst>
          </p:cNvPr>
          <p:cNvSpPr/>
          <p:nvPr userDrawn="1"/>
        </p:nvSpPr>
        <p:spPr>
          <a:xfrm>
            <a:off x="6643441" y="1789592"/>
            <a:ext cx="1581292" cy="1581292"/>
          </a:xfrm>
          <a:prstGeom prst="ellipse">
            <a:avLst/>
          </a:prstGeom>
          <a:noFill/>
          <a:ln w="762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/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7C803BA4-F705-8724-6FF4-D65A322575E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643441" y="1789592"/>
            <a:ext cx="1581292" cy="1581292"/>
          </a:xfrm>
          <a:prstGeom prst="arc">
            <a:avLst>
              <a:gd name="adj1" fmla="val 16200000"/>
              <a:gd name="adj2" fmla="val 14005237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algn="ctr">
              <a:defRPr lang="en-GB" sz="1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r>
              <a:rPr lang="en-US"/>
              <a:t> </a:t>
            </a:r>
            <a:endParaRPr lang="en-GB"/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880D6167-C21A-C555-BA54-31FD28F4BDC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804507" y="2209897"/>
            <a:ext cx="1259160" cy="760184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4B2D5247-5BBE-A4FC-BF79-FDB17DD7484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043458" y="3939475"/>
            <a:ext cx="2410884" cy="2334325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600"/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A6B4D810-41EF-8C67-7FCF-93F3CE43FA4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043458" y="3535556"/>
            <a:ext cx="2410884" cy="3696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800" b="1"/>
            </a:lvl1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4ECCCD7-EBDF-A863-CD23-F3DAB5D9306D}"/>
              </a:ext>
            </a:extLst>
          </p:cNvPr>
          <p:cNvSpPr/>
          <p:nvPr userDrawn="1"/>
        </p:nvSpPr>
        <p:spPr>
          <a:xfrm>
            <a:off x="9458254" y="1789592"/>
            <a:ext cx="1581292" cy="1581292"/>
          </a:xfrm>
          <a:prstGeom prst="ellipse">
            <a:avLst/>
          </a:prstGeom>
          <a:noFill/>
          <a:ln w="762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/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48DC3989-3D21-3AF9-A556-3422150BE70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458254" y="1789592"/>
            <a:ext cx="1581292" cy="1581292"/>
          </a:xfrm>
          <a:prstGeom prst="arc">
            <a:avLst>
              <a:gd name="adj1" fmla="val 16200000"/>
              <a:gd name="adj2" fmla="val 19635751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algn="ctr">
              <a:defRPr lang="en-GB" sz="1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r>
              <a:rPr lang="en-US"/>
              <a:t> </a:t>
            </a:r>
            <a:endParaRPr lang="en-GB"/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C02AA878-71DA-6E58-9211-C909D3380D8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619320" y="2209897"/>
            <a:ext cx="1259160" cy="760184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1553553249"/>
      </p:ext>
    </p:extLst>
  </p:cSld>
  <p:clrMapOvr>
    <a:masterClrMapping/>
  </p:clrMapOvr>
  <p:transition>
    <p:cover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hart C44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7397F2-212D-3A9C-585D-F7362936EAC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D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C6FE0-5103-FAEE-F71B-5E68DD283B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6F24BE-8BEB-403A-BDCC-38E201D0662D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473C5E4-D933-2FBD-3307-9533856AB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016" y="583764"/>
            <a:ext cx="10490623" cy="960000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8" name="Chart Placeholder 7">
            <a:extLst>
              <a:ext uri="{FF2B5EF4-FFF2-40B4-BE49-F238E27FC236}">
                <a16:creationId xmlns:a16="http://schemas.microsoft.com/office/drawing/2014/main" id="{AF0E4F90-3DBB-812E-9DDA-CF3270CD7068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599015" y="1684338"/>
            <a:ext cx="5496985" cy="4589462"/>
          </a:xfrm>
        </p:spPr>
        <p:txBody>
          <a:bodyPr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884E95D3-2824-B5BC-6C5B-129117E1627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302677" y="2343997"/>
            <a:ext cx="4786962" cy="3929803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600"/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3056BDF4-B8EC-E5EC-B40B-EDA02353129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02677" y="1684338"/>
            <a:ext cx="4786962" cy="62534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800" b="1"/>
            </a:lvl1pPr>
          </a:lstStyle>
          <a:p>
            <a:pPr lvl="0"/>
            <a:r>
              <a:rPr lang="en-US"/>
              <a:t>Click to edit master</a:t>
            </a:r>
          </a:p>
        </p:txBody>
      </p:sp>
    </p:spTree>
    <p:extLst>
      <p:ext uri="{BB962C8B-B14F-4D97-AF65-F5344CB8AC3E}">
        <p14:creationId xmlns:p14="http://schemas.microsoft.com/office/powerpoint/2010/main" val="3257180963"/>
      </p:ext>
    </p:extLst>
  </p:cSld>
  <p:clrMapOvr>
    <a:masterClrMapping/>
  </p:clrMapOvr>
  <p:transition>
    <p:cover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hart C44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7397F2-212D-3A9C-585D-F7362936EAC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D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C6FE0-5103-FAEE-F71B-5E68DD283B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6F24BE-8BEB-403A-BDCC-38E201D0662D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473C5E4-D933-2FBD-3307-9533856AB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016" y="583764"/>
            <a:ext cx="10490623" cy="960000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8" name="Chart Placeholder 7">
            <a:extLst>
              <a:ext uri="{FF2B5EF4-FFF2-40B4-BE49-F238E27FC236}">
                <a16:creationId xmlns:a16="http://schemas.microsoft.com/office/drawing/2014/main" id="{AF0E4F90-3DBB-812E-9DDA-CF3270CD7068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5592654" y="1684338"/>
            <a:ext cx="5496985" cy="4589462"/>
          </a:xfrm>
        </p:spPr>
        <p:txBody>
          <a:bodyPr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898DEADD-CD43-6F52-71F8-23E079E2976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99015" y="2343997"/>
            <a:ext cx="4786962" cy="3929803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600"/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E114CADB-0157-1981-4638-C51FE1BA536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99015" y="1684338"/>
            <a:ext cx="4786962" cy="62534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800" b="1"/>
            </a:lvl1pPr>
          </a:lstStyle>
          <a:p>
            <a:pPr lvl="0"/>
            <a:r>
              <a:rPr lang="en-US"/>
              <a:t>Click to edit master</a:t>
            </a:r>
          </a:p>
        </p:txBody>
      </p:sp>
    </p:spTree>
    <p:extLst>
      <p:ext uri="{BB962C8B-B14F-4D97-AF65-F5344CB8AC3E}">
        <p14:creationId xmlns:p14="http://schemas.microsoft.com/office/powerpoint/2010/main" val="1593932313"/>
      </p:ext>
    </p:extLst>
  </p:cSld>
  <p:clrMapOvr>
    <a:masterClrMapping/>
  </p:clrMapOvr>
  <p:transition>
    <p:cover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A8118FB-1A8E-A9E5-5B2F-3B986FD69E93}"/>
              </a:ext>
            </a:extLst>
          </p:cNvPr>
          <p:cNvCxnSpPr>
            <a:cxnSpLocks/>
          </p:cNvCxnSpPr>
          <p:nvPr userDrawn="1"/>
        </p:nvCxnSpPr>
        <p:spPr>
          <a:xfrm>
            <a:off x="587375" y="3908782"/>
            <a:ext cx="11254105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7397F2-212D-3A9C-585D-F7362936EAC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D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C6FE0-5103-FAEE-F71B-5E68DD283B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6F24BE-8BEB-403A-BDCC-38E201D0662D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473C5E4-D933-2FBD-3307-9533856AB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016" y="583764"/>
            <a:ext cx="10490623" cy="960000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11596524-C63D-A1E8-4A0B-8CBD7E2FD6B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174749" y="3686645"/>
            <a:ext cx="1920196" cy="444274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100000"/>
              </a:lnSpc>
              <a:spcBef>
                <a:spcPts val="0"/>
              </a:spcBef>
              <a:defRPr lang="en-US" sz="1700" b="1" dirty="0">
                <a:solidFill>
                  <a:schemeClr val="bg1"/>
                </a:solidFill>
              </a:defRPr>
            </a:lvl1pPr>
          </a:lstStyle>
          <a:p>
            <a:pPr lvl="0" algn="ctr" defTabSz="914400"/>
            <a:r>
              <a:rPr lang="en-US"/>
              <a:t>Text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B15F961B-67C8-92B6-1667-5E989350E3E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74749" y="4916152"/>
            <a:ext cx="3328671" cy="1235017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600"/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6">
            <a:extLst>
              <a:ext uri="{FF2B5EF4-FFF2-40B4-BE49-F238E27FC236}">
                <a16:creationId xmlns:a16="http://schemas.microsoft.com/office/drawing/2014/main" id="{A0245317-5EE6-BFFC-1AF7-10F3DE47907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74749" y="4238550"/>
            <a:ext cx="3328671" cy="643283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800" b="1"/>
            </a:lvl1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37" name="Text Placeholder 6">
            <a:extLst>
              <a:ext uri="{FF2B5EF4-FFF2-40B4-BE49-F238E27FC236}">
                <a16:creationId xmlns:a16="http://schemas.microsoft.com/office/drawing/2014/main" id="{D3D8BF67-4747-1427-640D-72AB1B7600B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643437" y="3686645"/>
            <a:ext cx="1920196" cy="444274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100000"/>
              </a:lnSpc>
              <a:spcBef>
                <a:spcPts val="0"/>
              </a:spcBef>
              <a:defRPr lang="en-US" sz="1700" b="1" dirty="0">
                <a:solidFill>
                  <a:schemeClr val="bg1"/>
                </a:solidFill>
              </a:defRPr>
            </a:lvl1pPr>
          </a:lstStyle>
          <a:p>
            <a:pPr lvl="0" algn="ctr" defTabSz="914400"/>
            <a:r>
              <a:rPr lang="en-US"/>
              <a:t>Text</a:t>
            </a:r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4E4CC1F2-2050-D1E9-A6B3-5315DCC85331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5757" y="2343997"/>
            <a:ext cx="3328671" cy="1235017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600"/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6">
            <a:extLst>
              <a:ext uri="{FF2B5EF4-FFF2-40B4-BE49-F238E27FC236}">
                <a16:creationId xmlns:a16="http://schemas.microsoft.com/office/drawing/2014/main" id="{3EBDA7ED-7F68-ACA2-70A8-83C36B99F12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645757" y="1666395"/>
            <a:ext cx="3328671" cy="643283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800" b="1"/>
            </a:lvl1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40" name="Text Placeholder 6">
            <a:extLst>
              <a:ext uri="{FF2B5EF4-FFF2-40B4-BE49-F238E27FC236}">
                <a16:creationId xmlns:a16="http://schemas.microsoft.com/office/drawing/2014/main" id="{916D14CC-A00F-677A-9AEC-9FCF12084F7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112125" y="3686645"/>
            <a:ext cx="1920196" cy="444274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100000"/>
              </a:lnSpc>
              <a:spcBef>
                <a:spcPts val="0"/>
              </a:spcBef>
              <a:defRPr lang="en-US" sz="1700" b="1" dirty="0">
                <a:solidFill>
                  <a:schemeClr val="bg1"/>
                </a:solidFill>
              </a:defRPr>
            </a:lvl1pPr>
          </a:lstStyle>
          <a:p>
            <a:pPr lvl="0" algn="ctr" defTabSz="914400"/>
            <a:r>
              <a:rPr lang="en-US"/>
              <a:t>Text</a:t>
            </a:r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37ECB2B9-C198-4F4A-4D80-D3929D6AFF68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116764" y="4916152"/>
            <a:ext cx="3328671" cy="1235017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600"/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6">
            <a:extLst>
              <a:ext uri="{FF2B5EF4-FFF2-40B4-BE49-F238E27FC236}">
                <a16:creationId xmlns:a16="http://schemas.microsoft.com/office/drawing/2014/main" id="{A43587C9-E8FC-986E-E624-AFF3B038C7F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116764" y="4238550"/>
            <a:ext cx="3328671" cy="643283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800" b="1"/>
            </a:lvl1pPr>
          </a:lstStyle>
          <a:p>
            <a:pPr lvl="0"/>
            <a:r>
              <a:rPr lang="en-US"/>
              <a:t>Click to edit master</a:t>
            </a:r>
          </a:p>
        </p:txBody>
      </p:sp>
    </p:spTree>
    <p:extLst>
      <p:ext uri="{BB962C8B-B14F-4D97-AF65-F5344CB8AC3E}">
        <p14:creationId xmlns:p14="http://schemas.microsoft.com/office/powerpoint/2010/main" val="4182109562"/>
      </p:ext>
    </p:extLst>
  </p:cSld>
  <p:clrMapOvr>
    <a:masterClrMapping/>
  </p:clrMapOvr>
  <p:transition>
    <p:cover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A8118FB-1A8E-A9E5-5B2F-3B986FD69E93}"/>
              </a:ext>
            </a:extLst>
          </p:cNvPr>
          <p:cNvCxnSpPr>
            <a:cxnSpLocks/>
          </p:cNvCxnSpPr>
          <p:nvPr userDrawn="1"/>
        </p:nvCxnSpPr>
        <p:spPr>
          <a:xfrm>
            <a:off x="587375" y="3908782"/>
            <a:ext cx="11254105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7397F2-212D-3A9C-585D-F7362936EAC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D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C6FE0-5103-FAEE-F71B-5E68DD283B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6F24BE-8BEB-403A-BDCC-38E201D0662D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473C5E4-D933-2FBD-3307-9533856AB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016" y="583764"/>
            <a:ext cx="10490623" cy="960000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11596524-C63D-A1E8-4A0B-8CBD7E2FD6B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174749" y="3686645"/>
            <a:ext cx="1332231" cy="444274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100000"/>
              </a:lnSpc>
              <a:spcBef>
                <a:spcPts val="0"/>
              </a:spcBef>
              <a:defRPr lang="en-US" sz="1700" b="1" dirty="0">
                <a:solidFill>
                  <a:schemeClr val="bg1"/>
                </a:solidFill>
              </a:defRPr>
            </a:lvl1pPr>
          </a:lstStyle>
          <a:p>
            <a:pPr lvl="0" algn="ctr" defTabSz="914400"/>
            <a:r>
              <a:rPr lang="en-US"/>
              <a:t>Text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B15F961B-67C8-92B6-1667-5E989350E3E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74749" y="4916152"/>
            <a:ext cx="2309430" cy="1235017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600"/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6">
            <a:extLst>
              <a:ext uri="{FF2B5EF4-FFF2-40B4-BE49-F238E27FC236}">
                <a16:creationId xmlns:a16="http://schemas.microsoft.com/office/drawing/2014/main" id="{A0245317-5EE6-BFFC-1AF7-10F3DE47907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74749" y="4238550"/>
            <a:ext cx="2309430" cy="643283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800" b="1"/>
            </a:lvl1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37" name="Text Placeholder 6">
            <a:extLst>
              <a:ext uri="{FF2B5EF4-FFF2-40B4-BE49-F238E27FC236}">
                <a16:creationId xmlns:a16="http://schemas.microsoft.com/office/drawing/2014/main" id="{D3D8BF67-4747-1427-640D-72AB1B7600B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836757" y="3686645"/>
            <a:ext cx="1332231" cy="444274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100000"/>
              </a:lnSpc>
              <a:spcBef>
                <a:spcPts val="0"/>
              </a:spcBef>
              <a:defRPr lang="en-US" sz="1700" b="1" dirty="0">
                <a:solidFill>
                  <a:schemeClr val="bg1"/>
                </a:solidFill>
              </a:defRPr>
            </a:lvl1pPr>
          </a:lstStyle>
          <a:p>
            <a:pPr lvl="0" algn="ctr" defTabSz="914400"/>
            <a:r>
              <a:rPr lang="en-US"/>
              <a:t>Text</a:t>
            </a:r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4E4CC1F2-2050-D1E9-A6B3-5315DCC85331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836756" y="2343997"/>
            <a:ext cx="2309430" cy="1235017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600"/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6">
            <a:extLst>
              <a:ext uri="{FF2B5EF4-FFF2-40B4-BE49-F238E27FC236}">
                <a16:creationId xmlns:a16="http://schemas.microsoft.com/office/drawing/2014/main" id="{3EBDA7ED-7F68-ACA2-70A8-83C36B99F12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836756" y="1666395"/>
            <a:ext cx="2309430" cy="643283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800" b="1"/>
            </a:lvl1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40" name="Text Placeholder 6">
            <a:extLst>
              <a:ext uri="{FF2B5EF4-FFF2-40B4-BE49-F238E27FC236}">
                <a16:creationId xmlns:a16="http://schemas.microsoft.com/office/drawing/2014/main" id="{916D14CC-A00F-677A-9AEC-9FCF12084F7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98765" y="3686645"/>
            <a:ext cx="1332231" cy="444274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100000"/>
              </a:lnSpc>
              <a:spcBef>
                <a:spcPts val="0"/>
              </a:spcBef>
              <a:defRPr lang="en-US" sz="1700" b="1" dirty="0">
                <a:solidFill>
                  <a:schemeClr val="bg1"/>
                </a:solidFill>
              </a:defRPr>
            </a:lvl1pPr>
          </a:lstStyle>
          <a:p>
            <a:pPr lvl="0" algn="ctr" defTabSz="914400"/>
            <a:r>
              <a:rPr lang="en-US"/>
              <a:t>Text</a:t>
            </a:r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37ECB2B9-C198-4F4A-4D80-D3929D6AFF68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503404" y="4916152"/>
            <a:ext cx="2309430" cy="1235017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600"/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6">
            <a:extLst>
              <a:ext uri="{FF2B5EF4-FFF2-40B4-BE49-F238E27FC236}">
                <a16:creationId xmlns:a16="http://schemas.microsoft.com/office/drawing/2014/main" id="{A43587C9-E8FC-986E-E624-AFF3B038C7F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503404" y="4238550"/>
            <a:ext cx="2309430" cy="643283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800" b="1"/>
            </a:lvl1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43" name="Text Placeholder 6">
            <a:extLst>
              <a:ext uri="{FF2B5EF4-FFF2-40B4-BE49-F238E27FC236}">
                <a16:creationId xmlns:a16="http://schemas.microsoft.com/office/drawing/2014/main" id="{D83A1A4B-CC72-A628-3554-98281CA8226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60772" y="3686645"/>
            <a:ext cx="1332231" cy="444274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100000"/>
              </a:lnSpc>
              <a:spcBef>
                <a:spcPts val="0"/>
              </a:spcBef>
              <a:defRPr lang="en-US" sz="1700" b="1" dirty="0">
                <a:solidFill>
                  <a:schemeClr val="bg1"/>
                </a:solidFill>
              </a:defRPr>
            </a:lvl1pPr>
          </a:lstStyle>
          <a:p>
            <a:pPr lvl="0" algn="ctr" defTabSz="914400"/>
            <a:r>
              <a:rPr lang="en-US"/>
              <a:t>Text</a:t>
            </a:r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4876ED48-7273-33B6-8061-085A75175A7C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9160772" y="2343997"/>
            <a:ext cx="2309430" cy="1235017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600"/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6">
            <a:extLst>
              <a:ext uri="{FF2B5EF4-FFF2-40B4-BE49-F238E27FC236}">
                <a16:creationId xmlns:a16="http://schemas.microsoft.com/office/drawing/2014/main" id="{93DE216C-79DC-AA12-A45F-E857C40709C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160772" y="1666395"/>
            <a:ext cx="2309430" cy="643283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800" b="1"/>
            </a:lvl1pPr>
          </a:lstStyle>
          <a:p>
            <a:pPr lvl="0"/>
            <a:r>
              <a:rPr lang="en-US"/>
              <a:t>Click to edit master</a:t>
            </a:r>
          </a:p>
        </p:txBody>
      </p:sp>
    </p:spTree>
    <p:extLst>
      <p:ext uri="{BB962C8B-B14F-4D97-AF65-F5344CB8AC3E}">
        <p14:creationId xmlns:p14="http://schemas.microsoft.com/office/powerpoint/2010/main" val="3544654885"/>
      </p:ext>
    </p:extLst>
  </p:cSld>
  <p:clrMapOvr>
    <a:masterClrMapping/>
  </p:clrMapOvr>
  <p:transition>
    <p:cover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A8118FB-1A8E-A9E5-5B2F-3B986FD69E93}"/>
              </a:ext>
            </a:extLst>
          </p:cNvPr>
          <p:cNvCxnSpPr>
            <a:cxnSpLocks/>
          </p:cNvCxnSpPr>
          <p:nvPr userDrawn="1"/>
        </p:nvCxnSpPr>
        <p:spPr>
          <a:xfrm>
            <a:off x="587375" y="3908782"/>
            <a:ext cx="11254105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7397F2-212D-3A9C-585D-F7362936EAC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D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C6FE0-5103-FAEE-F71B-5E68DD283B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6F24BE-8BEB-403A-BDCC-38E201D0662D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473C5E4-D933-2FBD-3307-9533856AB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016" y="583764"/>
            <a:ext cx="10490623" cy="960000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11596524-C63D-A1E8-4A0B-8CBD7E2FD6B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31849" y="3686645"/>
            <a:ext cx="1332231" cy="444274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100000"/>
              </a:lnSpc>
              <a:spcBef>
                <a:spcPts val="0"/>
              </a:spcBef>
              <a:defRPr lang="en-US" sz="1300" b="1" dirty="0">
                <a:solidFill>
                  <a:schemeClr val="bg1"/>
                </a:solidFill>
              </a:defRPr>
            </a:lvl1pPr>
          </a:lstStyle>
          <a:p>
            <a:pPr lvl="0" algn="ctr" defTabSz="914400"/>
            <a:r>
              <a:rPr lang="en-US"/>
              <a:t>Text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B15F961B-67C8-92B6-1667-5E989350E3E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1849" y="4916152"/>
            <a:ext cx="2010411" cy="1235017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200"/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6">
            <a:extLst>
              <a:ext uri="{FF2B5EF4-FFF2-40B4-BE49-F238E27FC236}">
                <a16:creationId xmlns:a16="http://schemas.microsoft.com/office/drawing/2014/main" id="{A0245317-5EE6-BFFC-1AF7-10F3DE47907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1849" y="4238550"/>
            <a:ext cx="2010411" cy="643283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400" b="1"/>
            </a:lvl1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64E96895-7DF8-A302-AE9D-A41B2950A80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986325" y="3686645"/>
            <a:ext cx="1332231" cy="444274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100000"/>
              </a:lnSpc>
              <a:spcBef>
                <a:spcPts val="0"/>
              </a:spcBef>
              <a:defRPr lang="en-US" sz="1300" b="1" dirty="0">
                <a:solidFill>
                  <a:schemeClr val="bg1"/>
                </a:solidFill>
              </a:defRPr>
            </a:lvl1pPr>
          </a:lstStyle>
          <a:p>
            <a:pPr lvl="0" algn="ctr" defTabSz="914400"/>
            <a:r>
              <a:rPr lang="en-US"/>
              <a:t>Text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AB5ECC78-3D0B-8F28-ADB8-A6F8A8E3ACA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986325" y="2338326"/>
            <a:ext cx="2010411" cy="1235017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200"/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7F39E01E-E59C-1455-FFB0-BEE5206EAF3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986325" y="1660724"/>
            <a:ext cx="2010411" cy="643283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400" b="1"/>
            </a:lvl1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BA68FBDD-2EF6-F3C8-7EFC-0FC4A295901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40801" y="3686645"/>
            <a:ext cx="1332231" cy="444274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100000"/>
              </a:lnSpc>
              <a:spcBef>
                <a:spcPts val="0"/>
              </a:spcBef>
              <a:defRPr lang="en-US" sz="1300" b="1" dirty="0">
                <a:solidFill>
                  <a:schemeClr val="bg1"/>
                </a:solidFill>
              </a:defRPr>
            </a:lvl1pPr>
          </a:lstStyle>
          <a:p>
            <a:pPr lvl="0" algn="ctr" defTabSz="914400"/>
            <a:r>
              <a:rPr lang="en-US"/>
              <a:t>Text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88F5672C-C63C-FC84-5F7D-AC97DE32B65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5140801" y="4916152"/>
            <a:ext cx="2010411" cy="1235017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200"/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98C9B05A-C7FD-3970-F0B2-D24E0F48C2E8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140801" y="4238550"/>
            <a:ext cx="2010411" cy="643283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400" b="1"/>
            </a:lvl1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70B3089B-4547-E9D0-DA20-E5636CCCFCB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295277" y="3686645"/>
            <a:ext cx="1332231" cy="444274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100000"/>
              </a:lnSpc>
              <a:spcBef>
                <a:spcPts val="0"/>
              </a:spcBef>
              <a:defRPr lang="en-US" sz="1300" b="1" dirty="0">
                <a:solidFill>
                  <a:schemeClr val="bg1"/>
                </a:solidFill>
              </a:defRPr>
            </a:lvl1pPr>
          </a:lstStyle>
          <a:p>
            <a:pPr lvl="0" algn="ctr" defTabSz="914400"/>
            <a:r>
              <a:rPr lang="en-US"/>
              <a:t>Text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BD807E12-201D-0268-EB3F-D7CF455CAB47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295277" y="2338326"/>
            <a:ext cx="2010411" cy="1235017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en-US"/>
              <a:t>Click to edit Master text styles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39DCEE70-D5A4-BECE-40B3-40501159876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295277" y="1660724"/>
            <a:ext cx="2010411" cy="643283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400" b="1"/>
            </a:lvl1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426E0747-8B11-FE54-1A33-E18FE086D77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449752" y="3686645"/>
            <a:ext cx="1332231" cy="444274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100000"/>
              </a:lnSpc>
              <a:spcBef>
                <a:spcPts val="0"/>
              </a:spcBef>
              <a:defRPr lang="en-US" sz="1300" b="1" dirty="0">
                <a:solidFill>
                  <a:schemeClr val="bg1"/>
                </a:solidFill>
              </a:defRPr>
            </a:lvl1pPr>
          </a:lstStyle>
          <a:p>
            <a:pPr lvl="0" algn="ctr" defTabSz="914400"/>
            <a:r>
              <a:rPr lang="en-US"/>
              <a:t>Text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D457E5EC-6D1B-63CF-FCD9-BBB65B5F1DB1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449752" y="4916152"/>
            <a:ext cx="2010411" cy="1235017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200"/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5F032212-E93D-714F-2DDA-CFD42B10382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449752" y="4238550"/>
            <a:ext cx="2010411" cy="643283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400" b="1"/>
            </a:lvl1pPr>
          </a:lstStyle>
          <a:p>
            <a:pPr lvl="0"/>
            <a:r>
              <a:rPr lang="en-US"/>
              <a:t>Click to edit master</a:t>
            </a:r>
          </a:p>
        </p:txBody>
      </p:sp>
    </p:spTree>
    <p:extLst>
      <p:ext uri="{BB962C8B-B14F-4D97-AF65-F5344CB8AC3E}">
        <p14:creationId xmlns:p14="http://schemas.microsoft.com/office/powerpoint/2010/main" val="4058184718"/>
      </p:ext>
    </p:extLst>
  </p:cSld>
  <p:clrMapOvr>
    <a:masterClrMapping/>
  </p:clrMapOvr>
  <p:transition>
    <p:cover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A8118FB-1A8E-A9E5-5B2F-3B986FD69E93}"/>
              </a:ext>
            </a:extLst>
          </p:cNvPr>
          <p:cNvCxnSpPr>
            <a:cxnSpLocks/>
          </p:cNvCxnSpPr>
          <p:nvPr userDrawn="1"/>
        </p:nvCxnSpPr>
        <p:spPr>
          <a:xfrm>
            <a:off x="587375" y="3908782"/>
            <a:ext cx="11254105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7397F2-212D-3A9C-585D-F7362936EAC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D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C6FE0-5103-FAEE-F71B-5E68DD283B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6F24BE-8BEB-403A-BDCC-38E201D0662D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473C5E4-D933-2FBD-3307-9533856AB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016" y="583764"/>
            <a:ext cx="10490623" cy="960000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11596524-C63D-A1E8-4A0B-8CBD7E2FD6B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31849" y="3686645"/>
            <a:ext cx="1332231" cy="444274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100000"/>
              </a:lnSpc>
              <a:spcBef>
                <a:spcPts val="0"/>
              </a:spcBef>
              <a:defRPr lang="en-US" sz="1300" b="1" dirty="0">
                <a:solidFill>
                  <a:schemeClr val="bg1"/>
                </a:solidFill>
              </a:defRPr>
            </a:lvl1pPr>
          </a:lstStyle>
          <a:p>
            <a:pPr lvl="0" algn="ctr" defTabSz="914400"/>
            <a:r>
              <a:rPr lang="en-US"/>
              <a:t>Text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B15F961B-67C8-92B6-1667-5E989350E3E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1849" y="4916152"/>
            <a:ext cx="1736091" cy="1235017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200"/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6">
            <a:extLst>
              <a:ext uri="{FF2B5EF4-FFF2-40B4-BE49-F238E27FC236}">
                <a16:creationId xmlns:a16="http://schemas.microsoft.com/office/drawing/2014/main" id="{A0245317-5EE6-BFFC-1AF7-10F3DE47907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1849" y="4238550"/>
            <a:ext cx="1736091" cy="643283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400" b="1"/>
            </a:lvl1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0DA26576-B202-6AC2-9689-3EEABBDA14F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610294" y="3686645"/>
            <a:ext cx="1332231" cy="444274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100000"/>
              </a:lnSpc>
              <a:spcBef>
                <a:spcPts val="0"/>
              </a:spcBef>
              <a:defRPr lang="en-US" sz="1300" b="1" dirty="0">
                <a:solidFill>
                  <a:schemeClr val="bg1"/>
                </a:solidFill>
              </a:defRPr>
            </a:lvl1pPr>
          </a:lstStyle>
          <a:p>
            <a:pPr lvl="0" algn="ctr" defTabSz="914400"/>
            <a:r>
              <a:rPr lang="en-US"/>
              <a:t>Text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A0D16EF9-8384-1055-C127-7048AB24E7C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610294" y="2345946"/>
            <a:ext cx="1736091" cy="1235017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200"/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3667C0E7-16E2-C01E-CE7D-3D9E1019A0F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610294" y="1668344"/>
            <a:ext cx="1736091" cy="643283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400" b="1"/>
            </a:lvl1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202BF6FD-1D76-D725-4261-D40532DBA7F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388739" y="3686645"/>
            <a:ext cx="1332231" cy="444274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100000"/>
              </a:lnSpc>
              <a:spcBef>
                <a:spcPts val="0"/>
              </a:spcBef>
              <a:defRPr lang="en-US" sz="1300" b="1" dirty="0">
                <a:solidFill>
                  <a:schemeClr val="bg1"/>
                </a:solidFill>
              </a:defRPr>
            </a:lvl1pPr>
          </a:lstStyle>
          <a:p>
            <a:pPr lvl="0" algn="ctr" defTabSz="914400"/>
            <a:r>
              <a:rPr lang="en-US"/>
              <a:t>Text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C7227A46-16C5-1326-5B31-2B84E5328E84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388739" y="4916152"/>
            <a:ext cx="1736091" cy="1235017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200"/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B3639672-608F-3F1A-68F6-01F77222DD1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88739" y="4238550"/>
            <a:ext cx="1736091" cy="643283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400" b="1"/>
            </a:lvl1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E4E39ABD-6E62-976C-5203-1165ABE66F6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167184" y="3686645"/>
            <a:ext cx="1332231" cy="444274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100000"/>
              </a:lnSpc>
              <a:spcBef>
                <a:spcPts val="0"/>
              </a:spcBef>
              <a:defRPr lang="en-US" sz="1300" b="1" dirty="0">
                <a:solidFill>
                  <a:schemeClr val="bg1"/>
                </a:solidFill>
              </a:defRPr>
            </a:lvl1pPr>
          </a:lstStyle>
          <a:p>
            <a:pPr lvl="0" algn="ctr" defTabSz="914400"/>
            <a:r>
              <a:rPr lang="en-US"/>
              <a:t>Text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8280A1EC-6003-A331-3875-30DFB8D233AF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6167184" y="2345946"/>
            <a:ext cx="1736091" cy="1235017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200"/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4F7C0C8B-5027-4437-6973-6BFD5938145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167184" y="1668344"/>
            <a:ext cx="1736091" cy="643283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400" b="1"/>
            </a:lvl1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935EC69B-AB43-D625-5F8C-2DE4912AD65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945629" y="3686645"/>
            <a:ext cx="1332231" cy="444274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100000"/>
              </a:lnSpc>
              <a:spcBef>
                <a:spcPts val="0"/>
              </a:spcBef>
              <a:defRPr lang="en-US" sz="1300" b="1" dirty="0">
                <a:solidFill>
                  <a:schemeClr val="bg1"/>
                </a:solidFill>
              </a:defRPr>
            </a:lvl1pPr>
          </a:lstStyle>
          <a:p>
            <a:pPr lvl="0" algn="ctr" defTabSz="914400"/>
            <a:r>
              <a:rPr lang="en-US"/>
              <a:t>Text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E370718D-618B-8F27-E26D-5DD670AF224E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7945629" y="4916152"/>
            <a:ext cx="1736091" cy="1235017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200"/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D5B4730C-34A2-B28A-50C5-91B8FB86784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945629" y="4238550"/>
            <a:ext cx="1736091" cy="643283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400" b="1"/>
            </a:lvl1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2CA75D45-2622-1360-594F-3DCE9F2F9FD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724072" y="3686645"/>
            <a:ext cx="1332231" cy="444274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100000"/>
              </a:lnSpc>
              <a:spcBef>
                <a:spcPts val="0"/>
              </a:spcBef>
              <a:defRPr lang="en-US" sz="1300" b="1" dirty="0">
                <a:solidFill>
                  <a:schemeClr val="bg1"/>
                </a:solidFill>
              </a:defRPr>
            </a:lvl1pPr>
          </a:lstStyle>
          <a:p>
            <a:pPr lvl="0" algn="ctr" defTabSz="914400"/>
            <a:r>
              <a:rPr lang="en-US"/>
              <a:t>Text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0B236297-95CD-85FB-4A94-A39A5F426A7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724072" y="2345946"/>
            <a:ext cx="1736091" cy="1235017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200"/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6">
            <a:extLst>
              <a:ext uri="{FF2B5EF4-FFF2-40B4-BE49-F238E27FC236}">
                <a16:creationId xmlns:a16="http://schemas.microsoft.com/office/drawing/2014/main" id="{17F46EE3-52E0-F13E-5A0F-12B9217EB1B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724072" y="1668344"/>
            <a:ext cx="1736091" cy="643283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400" b="1"/>
            </a:lvl1pPr>
          </a:lstStyle>
          <a:p>
            <a:pPr lvl="0"/>
            <a:r>
              <a:rPr lang="en-US"/>
              <a:t>Click to edit master</a:t>
            </a:r>
          </a:p>
        </p:txBody>
      </p:sp>
    </p:spTree>
    <p:extLst>
      <p:ext uri="{BB962C8B-B14F-4D97-AF65-F5344CB8AC3E}">
        <p14:creationId xmlns:p14="http://schemas.microsoft.com/office/powerpoint/2010/main" val="3211703703"/>
      </p:ext>
    </p:extLst>
  </p:cSld>
  <p:clrMapOvr>
    <a:masterClrMapping/>
  </p:clrMapOvr>
  <p:transition>
    <p:cover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7397F2-212D-3A9C-585D-F7362936EAC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D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C6FE0-5103-FAEE-F71B-5E68DD283B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6F24BE-8BEB-403A-BDCC-38E201D0662D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473C5E4-D933-2FBD-3307-9533856AB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016" y="583764"/>
            <a:ext cx="10490623" cy="960000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11596524-C63D-A1E8-4A0B-8CBD7E2FD6B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128078" y="3789749"/>
            <a:ext cx="1167822" cy="4442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lnSpc>
                <a:spcPct val="100000"/>
              </a:lnSpc>
              <a:spcBef>
                <a:spcPts val="0"/>
              </a:spcBef>
              <a:defRPr lang="en-US" sz="1700" b="1" dirty="0">
                <a:solidFill>
                  <a:schemeClr val="accent1"/>
                </a:solidFill>
              </a:defRPr>
            </a:lvl1pPr>
          </a:lstStyle>
          <a:p>
            <a:pPr lvl="0" algn="ctr" defTabSz="914400"/>
            <a:r>
              <a:rPr lang="en-US"/>
              <a:t>Text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B15F961B-67C8-92B6-1667-5E989350E3E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87376" y="2415645"/>
            <a:ext cx="3552332" cy="942335"/>
          </a:xfrm>
        </p:spPr>
        <p:txBody>
          <a:bodyPr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1600"/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6">
            <a:extLst>
              <a:ext uri="{FF2B5EF4-FFF2-40B4-BE49-F238E27FC236}">
                <a16:creationId xmlns:a16="http://schemas.microsoft.com/office/drawing/2014/main" id="{A0245317-5EE6-BFFC-1AF7-10F3DE47907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87376" y="1738043"/>
            <a:ext cx="3552332" cy="643283"/>
          </a:xfrm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1800" b="1"/>
            </a:lvl1pPr>
          </a:lstStyle>
          <a:p>
            <a:pPr lvl="0"/>
            <a:r>
              <a:rPr lang="en-US"/>
              <a:t>Click to edit master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FA0294A3-50D0-D364-A0B0-D52FD4EFFA07}"/>
              </a:ext>
            </a:extLst>
          </p:cNvPr>
          <p:cNvGrpSpPr/>
          <p:nvPr userDrawn="1"/>
        </p:nvGrpSpPr>
        <p:grpSpPr>
          <a:xfrm>
            <a:off x="4058083" y="3357980"/>
            <a:ext cx="3923434" cy="1307812"/>
            <a:chOff x="4134283" y="2771991"/>
            <a:chExt cx="3923434" cy="1307812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B14BC7E9-C609-0806-9B5E-C9CC94346E1E}"/>
                </a:ext>
              </a:extLst>
            </p:cNvPr>
            <p:cNvGrpSpPr/>
            <p:nvPr userDrawn="1"/>
          </p:nvGrpSpPr>
          <p:grpSpPr>
            <a:xfrm>
              <a:off x="4134283" y="2771991"/>
              <a:ext cx="3923434" cy="1307812"/>
              <a:chOff x="4134283" y="2768888"/>
              <a:chExt cx="3923434" cy="1307812"/>
            </a:xfrm>
          </p:grpSpPr>
          <p:sp>
            <p:nvSpPr>
              <p:cNvPr id="48" name="Arc 47">
                <a:extLst>
                  <a:ext uri="{FF2B5EF4-FFF2-40B4-BE49-F238E27FC236}">
                    <a16:creationId xmlns:a16="http://schemas.microsoft.com/office/drawing/2014/main" id="{2E0450EB-66B2-DC14-F393-BD8A7A0A9157}"/>
                  </a:ext>
                </a:extLst>
              </p:cNvPr>
              <p:cNvSpPr/>
              <p:nvPr userDrawn="1"/>
            </p:nvSpPr>
            <p:spPr>
              <a:xfrm>
                <a:off x="4134283" y="2768888"/>
                <a:ext cx="1307811" cy="1307812"/>
              </a:xfrm>
              <a:prstGeom prst="ellipse">
                <a:avLst/>
              </a:prstGeom>
              <a:ln w="57150"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9" name="Arc 48">
                <a:extLst>
                  <a:ext uri="{FF2B5EF4-FFF2-40B4-BE49-F238E27FC236}">
                    <a16:creationId xmlns:a16="http://schemas.microsoft.com/office/drawing/2014/main" id="{DD0AB41B-2216-D3DF-637B-CBCFC365A0AA}"/>
                  </a:ext>
                </a:extLst>
              </p:cNvPr>
              <p:cNvSpPr/>
              <p:nvPr userDrawn="1"/>
            </p:nvSpPr>
            <p:spPr>
              <a:xfrm flipV="1">
                <a:off x="5442094" y="2768888"/>
                <a:ext cx="1307811" cy="1307812"/>
              </a:xfrm>
              <a:prstGeom prst="ellipse">
                <a:avLst/>
              </a:prstGeom>
              <a:ln w="57150"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0" name="Arc 49">
                <a:extLst>
                  <a:ext uri="{FF2B5EF4-FFF2-40B4-BE49-F238E27FC236}">
                    <a16:creationId xmlns:a16="http://schemas.microsoft.com/office/drawing/2014/main" id="{DCD6E663-ED5D-FD5F-AAFF-9F5D89A0B56B}"/>
                  </a:ext>
                </a:extLst>
              </p:cNvPr>
              <p:cNvSpPr/>
              <p:nvPr userDrawn="1"/>
            </p:nvSpPr>
            <p:spPr>
              <a:xfrm>
                <a:off x="6749906" y="2768888"/>
                <a:ext cx="1307811" cy="1307812"/>
              </a:xfrm>
              <a:prstGeom prst="ellipse">
                <a:avLst/>
              </a:prstGeom>
              <a:ln w="57150"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1CA30F10-A9B6-4CC6-7BCA-91A948862A01}"/>
                </a:ext>
              </a:extLst>
            </p:cNvPr>
            <p:cNvGrpSpPr/>
            <p:nvPr userDrawn="1"/>
          </p:nvGrpSpPr>
          <p:grpSpPr>
            <a:xfrm>
              <a:off x="4134283" y="2771991"/>
              <a:ext cx="3923434" cy="1307812"/>
              <a:chOff x="4134283" y="2775094"/>
              <a:chExt cx="3923434" cy="1307812"/>
            </a:xfrm>
          </p:grpSpPr>
          <p:sp>
            <p:nvSpPr>
              <p:cNvPr id="30" name="Arc 29">
                <a:extLst>
                  <a:ext uri="{FF2B5EF4-FFF2-40B4-BE49-F238E27FC236}">
                    <a16:creationId xmlns:a16="http://schemas.microsoft.com/office/drawing/2014/main" id="{0FEC80B5-0AC6-5468-8EEE-9CC67824A202}"/>
                  </a:ext>
                </a:extLst>
              </p:cNvPr>
              <p:cNvSpPr/>
              <p:nvPr userDrawn="1"/>
            </p:nvSpPr>
            <p:spPr>
              <a:xfrm>
                <a:off x="4134283" y="2775094"/>
                <a:ext cx="1307811" cy="1307812"/>
              </a:xfrm>
              <a:prstGeom prst="arc">
                <a:avLst>
                  <a:gd name="adj1" fmla="val 10792152"/>
                  <a:gd name="adj2" fmla="val 0"/>
                </a:avLst>
              </a:prstGeom>
              <a:ln w="57150" cap="rnd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1" name="Arc 30">
                <a:extLst>
                  <a:ext uri="{FF2B5EF4-FFF2-40B4-BE49-F238E27FC236}">
                    <a16:creationId xmlns:a16="http://schemas.microsoft.com/office/drawing/2014/main" id="{4101E0C2-EB44-0B83-7434-2E13B56CA1E8}"/>
                  </a:ext>
                </a:extLst>
              </p:cNvPr>
              <p:cNvSpPr/>
              <p:nvPr userDrawn="1"/>
            </p:nvSpPr>
            <p:spPr>
              <a:xfrm flipV="1">
                <a:off x="5442094" y="2775094"/>
                <a:ext cx="1307811" cy="1307812"/>
              </a:xfrm>
              <a:prstGeom prst="arc">
                <a:avLst>
                  <a:gd name="adj1" fmla="val 10790197"/>
                  <a:gd name="adj2" fmla="val 0"/>
                </a:avLst>
              </a:prstGeom>
              <a:ln w="57150" cap="rnd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2" name="Arc 31">
                <a:extLst>
                  <a:ext uri="{FF2B5EF4-FFF2-40B4-BE49-F238E27FC236}">
                    <a16:creationId xmlns:a16="http://schemas.microsoft.com/office/drawing/2014/main" id="{02170D4F-0263-7D5D-C7F0-967EDA90CB75}"/>
                  </a:ext>
                </a:extLst>
              </p:cNvPr>
              <p:cNvSpPr/>
              <p:nvPr userDrawn="1"/>
            </p:nvSpPr>
            <p:spPr>
              <a:xfrm>
                <a:off x="6749906" y="2775094"/>
                <a:ext cx="1307811" cy="1307812"/>
              </a:xfrm>
              <a:prstGeom prst="arc">
                <a:avLst>
                  <a:gd name="adj1" fmla="val 10792152"/>
                  <a:gd name="adj2" fmla="val 0"/>
                </a:avLst>
              </a:prstGeom>
              <a:ln w="57150" cap="rnd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86C86BBE-B22B-6127-A31E-1B7A6E7A02B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899890" y="2415645"/>
            <a:ext cx="3560271" cy="942335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600"/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7" name="Text Placeholder 6">
            <a:extLst>
              <a:ext uri="{FF2B5EF4-FFF2-40B4-BE49-F238E27FC236}">
                <a16:creationId xmlns:a16="http://schemas.microsoft.com/office/drawing/2014/main" id="{B8597EDD-EFB7-E769-7E3F-A93C47B4CA0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99890" y="1738043"/>
            <a:ext cx="3560271" cy="643283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800" b="1"/>
            </a:lvl1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03A2CA72-0A69-6D1D-78DD-C3C5E931713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3067049" y="5360048"/>
            <a:ext cx="5924552" cy="643283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600"/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9" name="Text Placeholder 6">
            <a:extLst>
              <a:ext uri="{FF2B5EF4-FFF2-40B4-BE49-F238E27FC236}">
                <a16:creationId xmlns:a16="http://schemas.microsoft.com/office/drawing/2014/main" id="{581241C4-DC6C-24FB-8F09-8AFF83CC0F5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067049" y="4889798"/>
            <a:ext cx="5924552" cy="435931"/>
          </a:xfrm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800" b="1"/>
            </a:lvl1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0" name="Text Placeholder 6">
            <a:extLst>
              <a:ext uri="{FF2B5EF4-FFF2-40B4-BE49-F238E27FC236}">
                <a16:creationId xmlns:a16="http://schemas.microsoft.com/office/drawing/2014/main" id="{C50C57DB-A85B-86C2-041A-8F82ED06CDD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435889" y="3789749"/>
            <a:ext cx="1167822" cy="4442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lnSpc>
                <a:spcPct val="100000"/>
              </a:lnSpc>
              <a:spcBef>
                <a:spcPts val="0"/>
              </a:spcBef>
              <a:defRPr lang="en-US" sz="1700" b="1" dirty="0">
                <a:solidFill>
                  <a:schemeClr val="accent1"/>
                </a:solidFill>
              </a:defRPr>
            </a:lvl1pPr>
          </a:lstStyle>
          <a:p>
            <a:pPr lvl="0" algn="ctr" defTabSz="914400"/>
            <a:r>
              <a:rPr lang="en-US"/>
              <a:t>Text</a:t>
            </a:r>
          </a:p>
        </p:txBody>
      </p:sp>
      <p:sp>
        <p:nvSpPr>
          <p:cNvPr id="61" name="Text Placeholder 6">
            <a:extLst>
              <a:ext uri="{FF2B5EF4-FFF2-40B4-BE49-F238E27FC236}">
                <a16:creationId xmlns:a16="http://schemas.microsoft.com/office/drawing/2014/main" id="{57E1EEBA-9787-CC5F-4309-B2053969723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743700" y="3789749"/>
            <a:ext cx="1167822" cy="4442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lnSpc>
                <a:spcPct val="100000"/>
              </a:lnSpc>
              <a:spcBef>
                <a:spcPts val="0"/>
              </a:spcBef>
              <a:defRPr lang="en-US" sz="1700" b="1" dirty="0">
                <a:solidFill>
                  <a:schemeClr val="accent1"/>
                </a:solidFill>
              </a:defRPr>
            </a:lvl1pPr>
          </a:lstStyle>
          <a:p>
            <a:pPr lvl="0" algn="ctr" defTabSz="91440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85703382"/>
      </p:ext>
    </p:extLst>
  </p:cSld>
  <p:clrMapOvr>
    <a:masterClrMapping/>
  </p:clrMapOvr>
  <p:transition>
    <p:cover/>
  </p:transition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7397F2-212D-3A9C-585D-F7362936EAC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D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C6FE0-5103-FAEE-F71B-5E68DD283B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6F24BE-8BEB-403A-BDCC-38E201D0662D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473C5E4-D933-2FBD-3307-9533856AB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016" y="583764"/>
            <a:ext cx="10490623" cy="960000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11596524-C63D-A1E8-4A0B-8CBD7E2FD6B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493753" y="3789749"/>
            <a:ext cx="1167822" cy="4442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lnSpc>
                <a:spcPct val="100000"/>
              </a:lnSpc>
              <a:spcBef>
                <a:spcPts val="0"/>
              </a:spcBef>
              <a:defRPr lang="en-US" sz="1700" b="1" dirty="0">
                <a:solidFill>
                  <a:schemeClr val="accent1"/>
                </a:solidFill>
              </a:defRPr>
            </a:lvl1pPr>
          </a:lstStyle>
          <a:p>
            <a:pPr lvl="0" algn="ctr" defTabSz="914400"/>
            <a:r>
              <a:rPr lang="en-US"/>
              <a:t>Text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B15F961B-67C8-92B6-1667-5E989350E3E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0755" y="3925457"/>
            <a:ext cx="2730500" cy="832208"/>
          </a:xfrm>
        </p:spPr>
        <p:txBody>
          <a:bodyPr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1600"/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6">
            <a:extLst>
              <a:ext uri="{FF2B5EF4-FFF2-40B4-BE49-F238E27FC236}">
                <a16:creationId xmlns:a16="http://schemas.microsoft.com/office/drawing/2014/main" id="{A0245317-5EE6-BFFC-1AF7-10F3DE47907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0755" y="3247854"/>
            <a:ext cx="2730500" cy="643283"/>
          </a:xfrm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1800" b="1"/>
            </a:lvl1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0" name="Text Placeholder 6">
            <a:extLst>
              <a:ext uri="{FF2B5EF4-FFF2-40B4-BE49-F238E27FC236}">
                <a16:creationId xmlns:a16="http://schemas.microsoft.com/office/drawing/2014/main" id="{C50C57DB-A85B-86C2-041A-8F82ED06CDDB}"/>
              </a:ext>
            </a:extLst>
          </p:cNvPr>
          <p:cNvSpPr>
            <a:spLocks noGrp="1"/>
          </p:cNvSpPr>
          <p:nvPr userDrawn="1">
            <p:ph type="body" sz="quarter" idx="36" hasCustomPrompt="1"/>
          </p:nvPr>
        </p:nvSpPr>
        <p:spPr>
          <a:xfrm>
            <a:off x="4801564" y="3789749"/>
            <a:ext cx="1167822" cy="4442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lnSpc>
                <a:spcPct val="100000"/>
              </a:lnSpc>
              <a:spcBef>
                <a:spcPts val="0"/>
              </a:spcBef>
              <a:defRPr lang="en-US" sz="1700" b="1" dirty="0">
                <a:solidFill>
                  <a:schemeClr val="accent1"/>
                </a:solidFill>
              </a:defRPr>
            </a:lvl1pPr>
          </a:lstStyle>
          <a:p>
            <a:pPr lvl="0" algn="ctr" defTabSz="914400"/>
            <a:r>
              <a:rPr lang="en-US"/>
              <a:t>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FB3932ED-7DFC-8F1A-71CD-7B2944DAE2D2}"/>
              </a:ext>
            </a:extLst>
          </p:cNvPr>
          <p:cNvSpPr>
            <a:spLocks noGrp="1"/>
          </p:cNvSpPr>
          <p:nvPr userDrawn="1">
            <p:ph type="body" sz="quarter" idx="37" hasCustomPrompt="1"/>
          </p:nvPr>
        </p:nvSpPr>
        <p:spPr>
          <a:xfrm>
            <a:off x="6109375" y="3789749"/>
            <a:ext cx="1167822" cy="4442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lnSpc>
                <a:spcPct val="100000"/>
              </a:lnSpc>
              <a:spcBef>
                <a:spcPts val="0"/>
              </a:spcBef>
              <a:defRPr lang="en-US" sz="1700" b="1" dirty="0">
                <a:solidFill>
                  <a:schemeClr val="accent1"/>
                </a:solidFill>
              </a:defRPr>
            </a:lvl1pPr>
          </a:lstStyle>
          <a:p>
            <a:pPr lvl="0" algn="ctr" defTabSz="914400"/>
            <a:r>
              <a:rPr lang="en-US"/>
              <a:t>Text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9D58660-4CED-9B75-DF3A-8E784583BDBA}"/>
              </a:ext>
            </a:extLst>
          </p:cNvPr>
          <p:cNvGrpSpPr/>
          <p:nvPr userDrawn="1"/>
        </p:nvGrpSpPr>
        <p:grpSpPr>
          <a:xfrm>
            <a:off x="3423758" y="3357980"/>
            <a:ext cx="5231244" cy="1307812"/>
            <a:chOff x="4134283" y="3357980"/>
            <a:chExt cx="5231244" cy="1307812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586C29C9-1DC4-93E8-6286-D3BAABE2BA82}"/>
                </a:ext>
              </a:extLst>
            </p:cNvPr>
            <p:cNvGrpSpPr/>
            <p:nvPr userDrawn="1"/>
          </p:nvGrpSpPr>
          <p:grpSpPr>
            <a:xfrm>
              <a:off x="6749905" y="3357980"/>
              <a:ext cx="2615622" cy="1307812"/>
              <a:chOff x="4134283" y="2768888"/>
              <a:chExt cx="2615622" cy="1307812"/>
            </a:xfrm>
          </p:grpSpPr>
          <p:sp>
            <p:nvSpPr>
              <p:cNvPr id="11" name="Arc 47">
                <a:extLst>
                  <a:ext uri="{FF2B5EF4-FFF2-40B4-BE49-F238E27FC236}">
                    <a16:creationId xmlns:a16="http://schemas.microsoft.com/office/drawing/2014/main" id="{4DFCAD89-E639-B4AC-2D2E-780EBC33946B}"/>
                  </a:ext>
                </a:extLst>
              </p:cNvPr>
              <p:cNvSpPr/>
              <p:nvPr userDrawn="1"/>
            </p:nvSpPr>
            <p:spPr>
              <a:xfrm>
                <a:off x="4134283" y="2768888"/>
                <a:ext cx="1307811" cy="1307812"/>
              </a:xfrm>
              <a:prstGeom prst="ellipse">
                <a:avLst/>
              </a:prstGeom>
              <a:ln w="57150"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2" name="Arc 48">
                <a:extLst>
                  <a:ext uri="{FF2B5EF4-FFF2-40B4-BE49-F238E27FC236}">
                    <a16:creationId xmlns:a16="http://schemas.microsoft.com/office/drawing/2014/main" id="{47B1ADBE-455A-963E-1C2E-7F6C24DAA7AB}"/>
                  </a:ext>
                </a:extLst>
              </p:cNvPr>
              <p:cNvSpPr/>
              <p:nvPr userDrawn="1"/>
            </p:nvSpPr>
            <p:spPr>
              <a:xfrm flipV="1">
                <a:off x="5442094" y="2768888"/>
                <a:ext cx="1307811" cy="1307812"/>
              </a:xfrm>
              <a:prstGeom prst="ellipse">
                <a:avLst/>
              </a:prstGeom>
              <a:ln w="57150"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B14BC7E9-C609-0806-9B5E-C9CC94346E1E}"/>
                </a:ext>
              </a:extLst>
            </p:cNvPr>
            <p:cNvGrpSpPr/>
            <p:nvPr userDrawn="1"/>
          </p:nvGrpSpPr>
          <p:grpSpPr>
            <a:xfrm>
              <a:off x="4134283" y="3357980"/>
              <a:ext cx="2615622" cy="1307812"/>
              <a:chOff x="4134283" y="2768888"/>
              <a:chExt cx="2615622" cy="1307812"/>
            </a:xfrm>
          </p:grpSpPr>
          <p:sp>
            <p:nvSpPr>
              <p:cNvPr id="48" name="Arc 47">
                <a:extLst>
                  <a:ext uri="{FF2B5EF4-FFF2-40B4-BE49-F238E27FC236}">
                    <a16:creationId xmlns:a16="http://schemas.microsoft.com/office/drawing/2014/main" id="{2E0450EB-66B2-DC14-F393-BD8A7A0A9157}"/>
                  </a:ext>
                </a:extLst>
              </p:cNvPr>
              <p:cNvSpPr/>
              <p:nvPr userDrawn="1"/>
            </p:nvSpPr>
            <p:spPr>
              <a:xfrm>
                <a:off x="4134283" y="2768888"/>
                <a:ext cx="1307811" cy="1307812"/>
              </a:xfrm>
              <a:prstGeom prst="ellipse">
                <a:avLst/>
              </a:prstGeom>
              <a:ln w="57150"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9" name="Arc 48">
                <a:extLst>
                  <a:ext uri="{FF2B5EF4-FFF2-40B4-BE49-F238E27FC236}">
                    <a16:creationId xmlns:a16="http://schemas.microsoft.com/office/drawing/2014/main" id="{DD0AB41B-2216-D3DF-637B-CBCFC365A0AA}"/>
                  </a:ext>
                </a:extLst>
              </p:cNvPr>
              <p:cNvSpPr/>
              <p:nvPr userDrawn="1"/>
            </p:nvSpPr>
            <p:spPr>
              <a:xfrm flipV="1">
                <a:off x="5442094" y="2768888"/>
                <a:ext cx="1307811" cy="1307812"/>
              </a:xfrm>
              <a:prstGeom prst="ellipse">
                <a:avLst/>
              </a:prstGeom>
              <a:ln w="57150"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1CA30F10-A9B6-4CC6-7BCA-91A948862A01}"/>
                </a:ext>
              </a:extLst>
            </p:cNvPr>
            <p:cNvGrpSpPr/>
            <p:nvPr userDrawn="1"/>
          </p:nvGrpSpPr>
          <p:grpSpPr>
            <a:xfrm>
              <a:off x="4134283" y="3357980"/>
              <a:ext cx="2615622" cy="1307812"/>
              <a:chOff x="4134283" y="2775094"/>
              <a:chExt cx="2615622" cy="1307812"/>
            </a:xfrm>
          </p:grpSpPr>
          <p:sp>
            <p:nvSpPr>
              <p:cNvPr id="30" name="Arc 29">
                <a:extLst>
                  <a:ext uri="{FF2B5EF4-FFF2-40B4-BE49-F238E27FC236}">
                    <a16:creationId xmlns:a16="http://schemas.microsoft.com/office/drawing/2014/main" id="{0FEC80B5-0AC6-5468-8EEE-9CC67824A202}"/>
                  </a:ext>
                </a:extLst>
              </p:cNvPr>
              <p:cNvSpPr/>
              <p:nvPr userDrawn="1"/>
            </p:nvSpPr>
            <p:spPr>
              <a:xfrm>
                <a:off x="4134283" y="2775094"/>
                <a:ext cx="1307811" cy="1307812"/>
              </a:xfrm>
              <a:prstGeom prst="arc">
                <a:avLst>
                  <a:gd name="adj1" fmla="val 10792152"/>
                  <a:gd name="adj2" fmla="val 0"/>
                </a:avLst>
              </a:prstGeom>
              <a:ln w="57150" cap="rnd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1" name="Arc 30">
                <a:extLst>
                  <a:ext uri="{FF2B5EF4-FFF2-40B4-BE49-F238E27FC236}">
                    <a16:creationId xmlns:a16="http://schemas.microsoft.com/office/drawing/2014/main" id="{4101E0C2-EB44-0B83-7434-2E13B56CA1E8}"/>
                  </a:ext>
                </a:extLst>
              </p:cNvPr>
              <p:cNvSpPr/>
              <p:nvPr userDrawn="1"/>
            </p:nvSpPr>
            <p:spPr>
              <a:xfrm flipV="1">
                <a:off x="5442094" y="2775094"/>
                <a:ext cx="1307811" cy="1307812"/>
              </a:xfrm>
              <a:prstGeom prst="arc">
                <a:avLst>
                  <a:gd name="adj1" fmla="val 10790197"/>
                  <a:gd name="adj2" fmla="val 0"/>
                </a:avLst>
              </a:prstGeom>
              <a:ln w="57150" cap="rnd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5F27569-90D2-D3B0-E172-F3393CEA159C}"/>
                </a:ext>
              </a:extLst>
            </p:cNvPr>
            <p:cNvGrpSpPr/>
            <p:nvPr userDrawn="1"/>
          </p:nvGrpSpPr>
          <p:grpSpPr>
            <a:xfrm>
              <a:off x="6749905" y="3357980"/>
              <a:ext cx="2615622" cy="1307812"/>
              <a:chOff x="4134283" y="2775094"/>
              <a:chExt cx="2615622" cy="1307812"/>
            </a:xfrm>
          </p:grpSpPr>
          <p:sp>
            <p:nvSpPr>
              <p:cNvPr id="9" name="Arc 8">
                <a:extLst>
                  <a:ext uri="{FF2B5EF4-FFF2-40B4-BE49-F238E27FC236}">
                    <a16:creationId xmlns:a16="http://schemas.microsoft.com/office/drawing/2014/main" id="{78D106D0-F083-A044-5D3E-99D03C0C04A3}"/>
                  </a:ext>
                </a:extLst>
              </p:cNvPr>
              <p:cNvSpPr/>
              <p:nvPr userDrawn="1"/>
            </p:nvSpPr>
            <p:spPr>
              <a:xfrm>
                <a:off x="4134283" y="2775094"/>
                <a:ext cx="1307811" cy="1307812"/>
              </a:xfrm>
              <a:prstGeom prst="arc">
                <a:avLst>
                  <a:gd name="adj1" fmla="val 10792152"/>
                  <a:gd name="adj2" fmla="val 0"/>
                </a:avLst>
              </a:prstGeom>
              <a:ln w="57150" cap="rnd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" name="Arc 9">
                <a:extLst>
                  <a:ext uri="{FF2B5EF4-FFF2-40B4-BE49-F238E27FC236}">
                    <a16:creationId xmlns:a16="http://schemas.microsoft.com/office/drawing/2014/main" id="{0E88438E-4324-590F-143C-8F2AF64D60A4}"/>
                  </a:ext>
                </a:extLst>
              </p:cNvPr>
              <p:cNvSpPr/>
              <p:nvPr userDrawn="1"/>
            </p:nvSpPr>
            <p:spPr>
              <a:xfrm flipV="1">
                <a:off x="5442094" y="2775094"/>
                <a:ext cx="1307811" cy="1307812"/>
              </a:xfrm>
              <a:prstGeom prst="arc">
                <a:avLst>
                  <a:gd name="adj1" fmla="val 10790197"/>
                  <a:gd name="adj2" fmla="val 0"/>
                </a:avLst>
              </a:prstGeom>
              <a:ln w="57150" cap="rnd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8DCF427D-CCD6-828C-2DB4-669BCE8B561D}"/>
              </a:ext>
            </a:extLst>
          </p:cNvPr>
          <p:cNvSpPr>
            <a:spLocks noGrp="1"/>
          </p:cNvSpPr>
          <p:nvPr userDrawn="1">
            <p:ph type="body" sz="quarter" idx="38" hasCustomPrompt="1"/>
          </p:nvPr>
        </p:nvSpPr>
        <p:spPr>
          <a:xfrm>
            <a:off x="7417186" y="3789749"/>
            <a:ext cx="1167822" cy="4442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lnSpc>
                <a:spcPct val="100000"/>
              </a:lnSpc>
              <a:spcBef>
                <a:spcPts val="0"/>
              </a:spcBef>
              <a:defRPr lang="en-US" sz="1700" b="1" dirty="0">
                <a:solidFill>
                  <a:schemeClr val="accent1"/>
                </a:solidFill>
              </a:defRPr>
            </a:lvl1pPr>
          </a:lstStyle>
          <a:p>
            <a:pPr lvl="0" algn="ctr" defTabSz="914400"/>
            <a:r>
              <a:rPr lang="en-US"/>
              <a:t>Text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8BE2AA73-FE32-2E96-C786-6F5F62D49ACC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7508" y="3925457"/>
            <a:ext cx="2586036" cy="832208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600"/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3F1E8BBE-0517-4DB5-4F7E-DA0E822124F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17508" y="3247854"/>
            <a:ext cx="2586036" cy="643283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800" b="1"/>
            </a:lvl1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5AEB787C-A2EA-C726-133A-259B1A3EC554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3857695" y="5453522"/>
            <a:ext cx="3077786" cy="832208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600"/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9E885A0A-11D5-2701-45CF-67730EF8032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857695" y="4775919"/>
            <a:ext cx="3077786" cy="643283"/>
          </a:xfrm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800" b="1"/>
            </a:lvl1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4EE37933-C74B-39A0-1A65-1390CDD39AD3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193908" y="2415646"/>
            <a:ext cx="3077786" cy="832208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600"/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7D529DE7-717B-5B8A-375A-4A4217E2111D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193908" y="1738043"/>
            <a:ext cx="3077786" cy="643283"/>
          </a:xfrm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800" b="1"/>
            </a:lvl1pPr>
          </a:lstStyle>
          <a:p>
            <a:pPr lvl="0"/>
            <a:r>
              <a:rPr lang="en-US"/>
              <a:t>Click to edit master</a:t>
            </a:r>
          </a:p>
        </p:txBody>
      </p:sp>
    </p:spTree>
    <p:extLst>
      <p:ext uri="{BB962C8B-B14F-4D97-AF65-F5344CB8AC3E}">
        <p14:creationId xmlns:p14="http://schemas.microsoft.com/office/powerpoint/2010/main" val="88351006"/>
      </p:ext>
    </p:extLst>
  </p:cSld>
  <p:clrMapOvr>
    <a:masterClrMapping/>
  </p:clrMapOvr>
  <p:transition>
    <p:cover/>
  </p:transition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7397F2-212D-3A9C-585D-F7362936EAC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D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C6FE0-5103-FAEE-F71B-5E68DD283B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6F24BE-8BEB-403A-BDCC-38E201D0662D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473C5E4-D933-2FBD-3307-9533856AB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016" y="583764"/>
            <a:ext cx="10490623" cy="960000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11596524-C63D-A1E8-4A0B-8CBD7E2FD6B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820267" y="3789749"/>
            <a:ext cx="1167822" cy="4442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lnSpc>
                <a:spcPct val="100000"/>
              </a:lnSpc>
              <a:spcBef>
                <a:spcPts val="0"/>
              </a:spcBef>
              <a:defRPr lang="en-US" sz="1300" b="1" dirty="0">
                <a:solidFill>
                  <a:schemeClr val="accent1"/>
                </a:solidFill>
              </a:defRPr>
            </a:lvl1pPr>
          </a:lstStyle>
          <a:p>
            <a:pPr lvl="0" algn="ctr" defTabSz="914400"/>
            <a:r>
              <a:rPr lang="en-US"/>
              <a:t>Text</a:t>
            </a:r>
          </a:p>
        </p:txBody>
      </p:sp>
      <p:sp>
        <p:nvSpPr>
          <p:cNvPr id="60" name="Text Placeholder 6">
            <a:extLst>
              <a:ext uri="{FF2B5EF4-FFF2-40B4-BE49-F238E27FC236}">
                <a16:creationId xmlns:a16="http://schemas.microsoft.com/office/drawing/2014/main" id="{C50C57DB-A85B-86C2-041A-8F82ED06CDDB}"/>
              </a:ext>
            </a:extLst>
          </p:cNvPr>
          <p:cNvSpPr>
            <a:spLocks noGrp="1"/>
          </p:cNvSpPr>
          <p:nvPr userDrawn="1">
            <p:ph type="body" sz="quarter" idx="36" hasCustomPrompt="1"/>
          </p:nvPr>
        </p:nvSpPr>
        <p:spPr>
          <a:xfrm>
            <a:off x="4128078" y="3789749"/>
            <a:ext cx="1167822" cy="4442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lnSpc>
                <a:spcPct val="100000"/>
              </a:lnSpc>
              <a:spcBef>
                <a:spcPts val="0"/>
              </a:spcBef>
              <a:defRPr lang="en-US" sz="1300" b="1" dirty="0">
                <a:solidFill>
                  <a:schemeClr val="accent1"/>
                </a:solidFill>
              </a:defRPr>
            </a:lvl1pPr>
          </a:lstStyle>
          <a:p>
            <a:pPr lvl="0" algn="ctr" defTabSz="914400"/>
            <a:r>
              <a:rPr lang="en-US"/>
              <a:t>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FB3932ED-7DFC-8F1A-71CD-7B2944DAE2D2}"/>
              </a:ext>
            </a:extLst>
          </p:cNvPr>
          <p:cNvSpPr>
            <a:spLocks noGrp="1"/>
          </p:cNvSpPr>
          <p:nvPr userDrawn="1">
            <p:ph type="body" sz="quarter" idx="37" hasCustomPrompt="1"/>
          </p:nvPr>
        </p:nvSpPr>
        <p:spPr>
          <a:xfrm>
            <a:off x="5435889" y="3789749"/>
            <a:ext cx="1167822" cy="4442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lnSpc>
                <a:spcPct val="100000"/>
              </a:lnSpc>
              <a:spcBef>
                <a:spcPts val="0"/>
              </a:spcBef>
              <a:defRPr lang="en-US" sz="1300" b="1" dirty="0">
                <a:solidFill>
                  <a:schemeClr val="accent1"/>
                </a:solidFill>
              </a:defRPr>
            </a:lvl1pPr>
          </a:lstStyle>
          <a:p>
            <a:pPr lvl="0" algn="ctr" defTabSz="914400"/>
            <a:r>
              <a:rPr lang="en-US"/>
              <a:t>Text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8DCF427D-CCD6-828C-2DB4-669BCE8B561D}"/>
              </a:ext>
            </a:extLst>
          </p:cNvPr>
          <p:cNvSpPr>
            <a:spLocks noGrp="1"/>
          </p:cNvSpPr>
          <p:nvPr userDrawn="1">
            <p:ph type="body" sz="quarter" idx="38" hasCustomPrompt="1"/>
          </p:nvPr>
        </p:nvSpPr>
        <p:spPr>
          <a:xfrm>
            <a:off x="6743700" y="3789749"/>
            <a:ext cx="1167822" cy="4442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lnSpc>
                <a:spcPct val="100000"/>
              </a:lnSpc>
              <a:spcBef>
                <a:spcPts val="0"/>
              </a:spcBef>
              <a:defRPr lang="en-US" sz="1300" b="1" dirty="0">
                <a:solidFill>
                  <a:schemeClr val="accent1"/>
                </a:solidFill>
              </a:defRPr>
            </a:lvl1pPr>
          </a:lstStyle>
          <a:p>
            <a:pPr lvl="0" algn="ctr" defTabSz="914400"/>
            <a:r>
              <a:rPr lang="en-US"/>
              <a:t>Text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DCAFB0B1-1EF4-B799-4BD1-0823AEB6E46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051511" y="3789749"/>
            <a:ext cx="1167822" cy="4442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lnSpc>
                <a:spcPct val="100000"/>
              </a:lnSpc>
              <a:spcBef>
                <a:spcPts val="0"/>
              </a:spcBef>
              <a:defRPr lang="en-US" sz="1300" b="1" dirty="0">
                <a:solidFill>
                  <a:schemeClr val="accent1"/>
                </a:solidFill>
              </a:defRPr>
            </a:lvl1pPr>
          </a:lstStyle>
          <a:p>
            <a:pPr lvl="0" algn="ctr" defTabSz="914400"/>
            <a:r>
              <a:rPr lang="en-US"/>
              <a:t>Text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125C3D8-A158-9B36-F7C2-010D21D87B2A}"/>
              </a:ext>
            </a:extLst>
          </p:cNvPr>
          <p:cNvGrpSpPr/>
          <p:nvPr userDrawn="1"/>
        </p:nvGrpSpPr>
        <p:grpSpPr>
          <a:xfrm>
            <a:off x="2750272" y="3357980"/>
            <a:ext cx="6539055" cy="1307812"/>
            <a:chOff x="3480378" y="3357980"/>
            <a:chExt cx="6539055" cy="1307812"/>
          </a:xfrm>
        </p:grpSpPr>
        <p:sp>
          <p:nvSpPr>
            <p:cNvPr id="21" name="Arc 47">
              <a:extLst>
                <a:ext uri="{FF2B5EF4-FFF2-40B4-BE49-F238E27FC236}">
                  <a16:creationId xmlns:a16="http://schemas.microsoft.com/office/drawing/2014/main" id="{FF13ACB4-5EAC-6E24-4772-3CC881898752}"/>
                </a:ext>
              </a:extLst>
            </p:cNvPr>
            <p:cNvSpPr/>
            <p:nvPr userDrawn="1"/>
          </p:nvSpPr>
          <p:spPr>
            <a:xfrm>
              <a:off x="8711622" y="3357980"/>
              <a:ext cx="1307811" cy="1307812"/>
            </a:xfrm>
            <a:prstGeom prst="ellipse">
              <a:avLst/>
            </a:prstGeom>
            <a:ln w="571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Arc 47">
              <a:extLst>
                <a:ext uri="{FF2B5EF4-FFF2-40B4-BE49-F238E27FC236}">
                  <a16:creationId xmlns:a16="http://schemas.microsoft.com/office/drawing/2014/main" id="{4DFCAD89-E639-B4AC-2D2E-780EBC33946B}"/>
                </a:ext>
              </a:extLst>
            </p:cNvPr>
            <p:cNvSpPr/>
            <p:nvPr userDrawn="1"/>
          </p:nvSpPr>
          <p:spPr>
            <a:xfrm>
              <a:off x="6096000" y="3357980"/>
              <a:ext cx="1307811" cy="1307812"/>
            </a:xfrm>
            <a:prstGeom prst="ellipse">
              <a:avLst/>
            </a:prstGeom>
            <a:ln w="571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Arc 48">
              <a:extLst>
                <a:ext uri="{FF2B5EF4-FFF2-40B4-BE49-F238E27FC236}">
                  <a16:creationId xmlns:a16="http://schemas.microsoft.com/office/drawing/2014/main" id="{47B1ADBE-455A-963E-1C2E-7F6C24DAA7AB}"/>
                </a:ext>
              </a:extLst>
            </p:cNvPr>
            <p:cNvSpPr/>
            <p:nvPr userDrawn="1"/>
          </p:nvSpPr>
          <p:spPr>
            <a:xfrm flipV="1">
              <a:off x="7403811" y="3357980"/>
              <a:ext cx="1307811" cy="1307812"/>
            </a:xfrm>
            <a:prstGeom prst="ellipse">
              <a:avLst/>
            </a:prstGeom>
            <a:ln w="571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8" name="Arc 47">
              <a:extLst>
                <a:ext uri="{FF2B5EF4-FFF2-40B4-BE49-F238E27FC236}">
                  <a16:creationId xmlns:a16="http://schemas.microsoft.com/office/drawing/2014/main" id="{2E0450EB-66B2-DC14-F393-BD8A7A0A9157}"/>
                </a:ext>
              </a:extLst>
            </p:cNvPr>
            <p:cNvSpPr/>
            <p:nvPr userDrawn="1"/>
          </p:nvSpPr>
          <p:spPr>
            <a:xfrm>
              <a:off x="3480378" y="3357980"/>
              <a:ext cx="1307811" cy="1307812"/>
            </a:xfrm>
            <a:prstGeom prst="ellipse">
              <a:avLst/>
            </a:prstGeom>
            <a:ln w="571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9" name="Arc 48">
              <a:extLst>
                <a:ext uri="{FF2B5EF4-FFF2-40B4-BE49-F238E27FC236}">
                  <a16:creationId xmlns:a16="http://schemas.microsoft.com/office/drawing/2014/main" id="{DD0AB41B-2216-D3DF-637B-CBCFC365A0AA}"/>
                </a:ext>
              </a:extLst>
            </p:cNvPr>
            <p:cNvSpPr/>
            <p:nvPr userDrawn="1"/>
          </p:nvSpPr>
          <p:spPr>
            <a:xfrm flipV="1">
              <a:off x="4788189" y="3357980"/>
              <a:ext cx="1307811" cy="1307812"/>
            </a:xfrm>
            <a:prstGeom prst="ellipse">
              <a:avLst/>
            </a:prstGeom>
            <a:ln w="571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" name="Arc 29">
              <a:extLst>
                <a:ext uri="{FF2B5EF4-FFF2-40B4-BE49-F238E27FC236}">
                  <a16:creationId xmlns:a16="http://schemas.microsoft.com/office/drawing/2014/main" id="{0FEC80B5-0AC6-5468-8EEE-9CC67824A202}"/>
                </a:ext>
              </a:extLst>
            </p:cNvPr>
            <p:cNvSpPr/>
            <p:nvPr userDrawn="1"/>
          </p:nvSpPr>
          <p:spPr>
            <a:xfrm>
              <a:off x="3480378" y="3357980"/>
              <a:ext cx="1307811" cy="1307812"/>
            </a:xfrm>
            <a:prstGeom prst="arc">
              <a:avLst>
                <a:gd name="adj1" fmla="val 10792152"/>
                <a:gd name="adj2" fmla="val 0"/>
              </a:avLst>
            </a:prstGeom>
            <a:ln w="571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" name="Arc 30">
              <a:extLst>
                <a:ext uri="{FF2B5EF4-FFF2-40B4-BE49-F238E27FC236}">
                  <a16:creationId xmlns:a16="http://schemas.microsoft.com/office/drawing/2014/main" id="{4101E0C2-EB44-0B83-7434-2E13B56CA1E8}"/>
                </a:ext>
              </a:extLst>
            </p:cNvPr>
            <p:cNvSpPr/>
            <p:nvPr userDrawn="1"/>
          </p:nvSpPr>
          <p:spPr>
            <a:xfrm flipV="1">
              <a:off x="4788189" y="3357980"/>
              <a:ext cx="1307811" cy="1307812"/>
            </a:xfrm>
            <a:prstGeom prst="arc">
              <a:avLst>
                <a:gd name="adj1" fmla="val 10790197"/>
                <a:gd name="adj2" fmla="val 0"/>
              </a:avLst>
            </a:prstGeom>
            <a:ln w="571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Arc 8">
              <a:extLst>
                <a:ext uri="{FF2B5EF4-FFF2-40B4-BE49-F238E27FC236}">
                  <a16:creationId xmlns:a16="http://schemas.microsoft.com/office/drawing/2014/main" id="{78D106D0-F083-A044-5D3E-99D03C0C04A3}"/>
                </a:ext>
              </a:extLst>
            </p:cNvPr>
            <p:cNvSpPr/>
            <p:nvPr userDrawn="1"/>
          </p:nvSpPr>
          <p:spPr>
            <a:xfrm>
              <a:off x="6096000" y="3357980"/>
              <a:ext cx="1307811" cy="1307812"/>
            </a:xfrm>
            <a:prstGeom prst="arc">
              <a:avLst>
                <a:gd name="adj1" fmla="val 10792152"/>
                <a:gd name="adj2" fmla="val 0"/>
              </a:avLst>
            </a:prstGeom>
            <a:ln w="571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Arc 9">
              <a:extLst>
                <a:ext uri="{FF2B5EF4-FFF2-40B4-BE49-F238E27FC236}">
                  <a16:creationId xmlns:a16="http://schemas.microsoft.com/office/drawing/2014/main" id="{0E88438E-4324-590F-143C-8F2AF64D60A4}"/>
                </a:ext>
              </a:extLst>
            </p:cNvPr>
            <p:cNvSpPr/>
            <p:nvPr userDrawn="1"/>
          </p:nvSpPr>
          <p:spPr>
            <a:xfrm flipV="1">
              <a:off x="7403811" y="3357980"/>
              <a:ext cx="1307811" cy="1307812"/>
            </a:xfrm>
            <a:prstGeom prst="arc">
              <a:avLst>
                <a:gd name="adj1" fmla="val 10790197"/>
                <a:gd name="adj2" fmla="val 0"/>
              </a:avLst>
            </a:prstGeom>
            <a:ln w="571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Arc 21">
              <a:extLst>
                <a:ext uri="{FF2B5EF4-FFF2-40B4-BE49-F238E27FC236}">
                  <a16:creationId xmlns:a16="http://schemas.microsoft.com/office/drawing/2014/main" id="{5933DD6D-7612-2211-9F85-2788C511AC3F}"/>
                </a:ext>
              </a:extLst>
            </p:cNvPr>
            <p:cNvSpPr/>
            <p:nvPr userDrawn="1"/>
          </p:nvSpPr>
          <p:spPr>
            <a:xfrm>
              <a:off x="8711622" y="3357980"/>
              <a:ext cx="1307811" cy="1307812"/>
            </a:xfrm>
            <a:prstGeom prst="arc">
              <a:avLst>
                <a:gd name="adj1" fmla="val 10792152"/>
                <a:gd name="adj2" fmla="val 0"/>
              </a:avLst>
            </a:prstGeom>
            <a:ln w="571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0C80C2D5-FBC0-7694-D92B-796EAC59D25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373515" y="2381497"/>
            <a:ext cx="2061326" cy="816353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200"/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D9FC636E-821A-9F7D-C08A-511A6BA2850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373515" y="1703894"/>
            <a:ext cx="2061326" cy="643283"/>
          </a:xfrm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400" b="1"/>
            </a:lvl1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A8A1D0B3-26E4-3001-57ED-EC984A5B03A0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4989137" y="2381497"/>
            <a:ext cx="2061326" cy="816353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200"/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5F0020E0-506A-75A6-1201-AD6F6EF5717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989137" y="1703894"/>
            <a:ext cx="2061326" cy="643283"/>
          </a:xfrm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400" b="1"/>
            </a:lvl1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7B02848F-53B4-F2FA-FC8A-E17300CE5569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7604759" y="2381497"/>
            <a:ext cx="2061326" cy="816353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200"/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0F51AAA0-5B8F-462D-472E-7118D99CAE4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604759" y="1703894"/>
            <a:ext cx="2061326" cy="643283"/>
          </a:xfrm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400" b="1"/>
            </a:lvl1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0650EE1F-926B-F03A-FD76-864F6578C2B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3680459" y="5455255"/>
            <a:ext cx="2061326" cy="816353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200"/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45886628-E69F-EA44-6727-D3B44CEF1FA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680459" y="4777652"/>
            <a:ext cx="2061326" cy="643283"/>
          </a:xfrm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400" b="1"/>
            </a:lvl1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D2C2018F-11EE-504E-FB05-4A3F7F1B3543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297818" y="5455255"/>
            <a:ext cx="2061326" cy="816353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200"/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6">
            <a:extLst>
              <a:ext uri="{FF2B5EF4-FFF2-40B4-BE49-F238E27FC236}">
                <a16:creationId xmlns:a16="http://schemas.microsoft.com/office/drawing/2014/main" id="{28F9AE6F-F3CC-00A2-7E50-0B576D2D033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297818" y="4777652"/>
            <a:ext cx="2061326" cy="643283"/>
          </a:xfrm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400" b="1"/>
            </a:lvl1pPr>
          </a:lstStyle>
          <a:p>
            <a:pPr lvl="0"/>
            <a:r>
              <a:rPr lang="en-US"/>
              <a:t>Click to edit master</a:t>
            </a:r>
          </a:p>
        </p:txBody>
      </p:sp>
    </p:spTree>
    <p:extLst>
      <p:ext uri="{BB962C8B-B14F-4D97-AF65-F5344CB8AC3E}">
        <p14:creationId xmlns:p14="http://schemas.microsoft.com/office/powerpoint/2010/main" val="123295844"/>
      </p:ext>
    </p:extLst>
  </p:cSld>
  <p:clrMapOvr>
    <a:masterClrMapping/>
  </p:clrMapOvr>
  <p:transition>
    <p:cover/>
  </p:transition>
  <p:extLst>
    <p:ext uri="{DCECCB84-F9BA-43D5-87BE-67443E8EF086}">
      <p15:sldGuideLst xmlns:p15="http://schemas.microsoft.com/office/powerpoint/2012/main"/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7397F2-212D-3A9C-585D-F7362936EAC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D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C6FE0-5103-FAEE-F71B-5E68DD283B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6F24BE-8BEB-403A-BDCC-38E201D0662D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473C5E4-D933-2FBD-3307-9533856AB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016" y="583764"/>
            <a:ext cx="10490623" cy="960000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11596524-C63D-A1E8-4A0B-8CBD7E2FD6B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175887" y="3789749"/>
            <a:ext cx="1167822" cy="4442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lnSpc>
                <a:spcPct val="100000"/>
              </a:lnSpc>
              <a:spcBef>
                <a:spcPts val="0"/>
              </a:spcBef>
              <a:defRPr lang="en-US" sz="1300" b="1" dirty="0">
                <a:solidFill>
                  <a:schemeClr val="accent1"/>
                </a:solidFill>
              </a:defRPr>
            </a:lvl1pPr>
          </a:lstStyle>
          <a:p>
            <a:pPr lvl="0" algn="ctr" defTabSz="914400"/>
            <a:r>
              <a:rPr lang="en-US"/>
              <a:t>Text</a:t>
            </a:r>
          </a:p>
        </p:txBody>
      </p:sp>
      <p:sp>
        <p:nvSpPr>
          <p:cNvPr id="60" name="Text Placeholder 6">
            <a:extLst>
              <a:ext uri="{FF2B5EF4-FFF2-40B4-BE49-F238E27FC236}">
                <a16:creationId xmlns:a16="http://schemas.microsoft.com/office/drawing/2014/main" id="{C50C57DB-A85B-86C2-041A-8F82ED06CDDB}"/>
              </a:ext>
            </a:extLst>
          </p:cNvPr>
          <p:cNvSpPr>
            <a:spLocks noGrp="1"/>
          </p:cNvSpPr>
          <p:nvPr userDrawn="1">
            <p:ph type="body" sz="quarter" idx="36" hasCustomPrompt="1"/>
          </p:nvPr>
        </p:nvSpPr>
        <p:spPr>
          <a:xfrm>
            <a:off x="3483698" y="3789749"/>
            <a:ext cx="1167822" cy="4442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lnSpc>
                <a:spcPct val="100000"/>
              </a:lnSpc>
              <a:spcBef>
                <a:spcPts val="0"/>
              </a:spcBef>
              <a:defRPr lang="en-US" sz="1300" b="1" dirty="0">
                <a:solidFill>
                  <a:schemeClr val="accent1"/>
                </a:solidFill>
              </a:defRPr>
            </a:lvl1pPr>
          </a:lstStyle>
          <a:p>
            <a:pPr lvl="0" algn="ctr" defTabSz="914400"/>
            <a:r>
              <a:rPr lang="en-US"/>
              <a:t>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FB3932ED-7DFC-8F1A-71CD-7B2944DAE2D2}"/>
              </a:ext>
            </a:extLst>
          </p:cNvPr>
          <p:cNvSpPr>
            <a:spLocks noGrp="1"/>
          </p:cNvSpPr>
          <p:nvPr userDrawn="1">
            <p:ph type="body" sz="quarter" idx="37" hasCustomPrompt="1"/>
          </p:nvPr>
        </p:nvSpPr>
        <p:spPr>
          <a:xfrm>
            <a:off x="4791509" y="3789749"/>
            <a:ext cx="1167822" cy="4442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lnSpc>
                <a:spcPct val="100000"/>
              </a:lnSpc>
              <a:spcBef>
                <a:spcPts val="0"/>
              </a:spcBef>
              <a:defRPr lang="en-US" sz="1300" b="1" dirty="0">
                <a:solidFill>
                  <a:schemeClr val="accent1"/>
                </a:solidFill>
              </a:defRPr>
            </a:lvl1pPr>
          </a:lstStyle>
          <a:p>
            <a:pPr lvl="0" algn="ctr" defTabSz="914400"/>
            <a:r>
              <a:rPr lang="en-US"/>
              <a:t>Text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8DCF427D-CCD6-828C-2DB4-669BCE8B561D}"/>
              </a:ext>
            </a:extLst>
          </p:cNvPr>
          <p:cNvSpPr>
            <a:spLocks noGrp="1"/>
          </p:cNvSpPr>
          <p:nvPr userDrawn="1">
            <p:ph type="body" sz="quarter" idx="38" hasCustomPrompt="1"/>
          </p:nvPr>
        </p:nvSpPr>
        <p:spPr>
          <a:xfrm>
            <a:off x="6099320" y="3789749"/>
            <a:ext cx="1167822" cy="4442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lnSpc>
                <a:spcPct val="100000"/>
              </a:lnSpc>
              <a:spcBef>
                <a:spcPts val="0"/>
              </a:spcBef>
              <a:defRPr lang="en-US" sz="1300" b="1" dirty="0">
                <a:solidFill>
                  <a:schemeClr val="accent1"/>
                </a:solidFill>
              </a:defRPr>
            </a:lvl1pPr>
          </a:lstStyle>
          <a:p>
            <a:pPr lvl="0" algn="ctr" defTabSz="914400"/>
            <a:r>
              <a:rPr lang="en-US"/>
              <a:t>Text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DCAFB0B1-1EF4-B799-4BD1-0823AEB6E46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407131" y="3789749"/>
            <a:ext cx="1167822" cy="4442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lnSpc>
                <a:spcPct val="100000"/>
              </a:lnSpc>
              <a:spcBef>
                <a:spcPts val="0"/>
              </a:spcBef>
              <a:defRPr lang="en-US" sz="1300" b="1" dirty="0">
                <a:solidFill>
                  <a:schemeClr val="accent1"/>
                </a:solidFill>
              </a:defRPr>
            </a:lvl1pPr>
          </a:lstStyle>
          <a:p>
            <a:pPr lvl="0" algn="ctr" defTabSz="914400"/>
            <a:r>
              <a:rPr lang="en-US"/>
              <a:t>Text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0C80C2D5-FBC0-7694-D92B-796EAC59D258}"/>
              </a:ext>
            </a:extLst>
          </p:cNvPr>
          <p:cNvSpPr>
            <a:spLocks noGrp="1"/>
          </p:cNvSpPr>
          <p:nvPr userDrawn="1">
            <p:ph type="body" sz="quarter" idx="33"/>
          </p:nvPr>
        </p:nvSpPr>
        <p:spPr>
          <a:xfrm>
            <a:off x="1684830" y="2381497"/>
            <a:ext cx="2149936" cy="816353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200"/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D9FC636E-821A-9F7D-C08A-511A6BA2850B}"/>
              </a:ext>
            </a:extLst>
          </p:cNvPr>
          <p:cNvSpPr>
            <a:spLocks noGrp="1"/>
          </p:cNvSpPr>
          <p:nvPr userDrawn="1">
            <p:ph type="body" sz="quarter" idx="34" hasCustomPrompt="1"/>
          </p:nvPr>
        </p:nvSpPr>
        <p:spPr>
          <a:xfrm>
            <a:off x="1684830" y="1703894"/>
            <a:ext cx="2149936" cy="643283"/>
          </a:xfrm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400" b="1"/>
            </a:lvl1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A8A1D0B3-26E4-3001-57ED-EC984A5B03A0}"/>
              </a:ext>
            </a:extLst>
          </p:cNvPr>
          <p:cNvSpPr>
            <a:spLocks noGrp="1"/>
          </p:cNvSpPr>
          <p:nvPr userDrawn="1">
            <p:ph type="body" sz="quarter" idx="40"/>
          </p:nvPr>
        </p:nvSpPr>
        <p:spPr>
          <a:xfrm>
            <a:off x="4300452" y="2381497"/>
            <a:ext cx="2149936" cy="816353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200"/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5F0020E0-506A-75A6-1201-AD6F6EF5717E}"/>
              </a:ext>
            </a:extLst>
          </p:cNvPr>
          <p:cNvSpPr>
            <a:spLocks noGrp="1"/>
          </p:cNvSpPr>
          <p:nvPr userDrawn="1">
            <p:ph type="body" sz="quarter" idx="41" hasCustomPrompt="1"/>
          </p:nvPr>
        </p:nvSpPr>
        <p:spPr>
          <a:xfrm>
            <a:off x="4300452" y="1703894"/>
            <a:ext cx="2149936" cy="643283"/>
          </a:xfrm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400" b="1"/>
            </a:lvl1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7B02848F-53B4-F2FA-FC8A-E17300CE5569}"/>
              </a:ext>
            </a:extLst>
          </p:cNvPr>
          <p:cNvSpPr>
            <a:spLocks noGrp="1"/>
          </p:cNvSpPr>
          <p:nvPr userDrawn="1">
            <p:ph type="body" sz="quarter" idx="42"/>
          </p:nvPr>
        </p:nvSpPr>
        <p:spPr>
          <a:xfrm>
            <a:off x="6916074" y="2381497"/>
            <a:ext cx="2149936" cy="816353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200"/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0F51AAA0-5B8F-462D-472E-7118D99CAE4A}"/>
              </a:ext>
            </a:extLst>
          </p:cNvPr>
          <p:cNvSpPr>
            <a:spLocks noGrp="1"/>
          </p:cNvSpPr>
          <p:nvPr userDrawn="1">
            <p:ph type="body" sz="quarter" idx="43" hasCustomPrompt="1"/>
          </p:nvPr>
        </p:nvSpPr>
        <p:spPr>
          <a:xfrm>
            <a:off x="6916074" y="1703894"/>
            <a:ext cx="2149936" cy="643283"/>
          </a:xfrm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400" b="1"/>
            </a:lvl1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0650EE1F-926B-F03A-FD76-864F6578C2B4}"/>
              </a:ext>
            </a:extLst>
          </p:cNvPr>
          <p:cNvSpPr>
            <a:spLocks noGrp="1"/>
          </p:cNvSpPr>
          <p:nvPr userDrawn="1">
            <p:ph type="body" sz="quarter" idx="44"/>
          </p:nvPr>
        </p:nvSpPr>
        <p:spPr>
          <a:xfrm>
            <a:off x="2991774" y="5455255"/>
            <a:ext cx="2149936" cy="816353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200"/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45886628-E69F-EA44-6727-D3B44CEF1FAD}"/>
              </a:ext>
            </a:extLst>
          </p:cNvPr>
          <p:cNvSpPr>
            <a:spLocks noGrp="1"/>
          </p:cNvSpPr>
          <p:nvPr userDrawn="1">
            <p:ph type="body" sz="quarter" idx="45" hasCustomPrompt="1"/>
          </p:nvPr>
        </p:nvSpPr>
        <p:spPr>
          <a:xfrm>
            <a:off x="2991774" y="4777652"/>
            <a:ext cx="2149936" cy="643283"/>
          </a:xfrm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400" b="1"/>
            </a:lvl1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D2C2018F-11EE-504E-FB05-4A3F7F1B3543}"/>
              </a:ext>
            </a:extLst>
          </p:cNvPr>
          <p:cNvSpPr>
            <a:spLocks noGrp="1"/>
          </p:cNvSpPr>
          <p:nvPr userDrawn="1">
            <p:ph type="body" sz="quarter" idx="46"/>
          </p:nvPr>
        </p:nvSpPr>
        <p:spPr>
          <a:xfrm>
            <a:off x="5609133" y="5455255"/>
            <a:ext cx="2149936" cy="816353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200"/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6">
            <a:extLst>
              <a:ext uri="{FF2B5EF4-FFF2-40B4-BE49-F238E27FC236}">
                <a16:creationId xmlns:a16="http://schemas.microsoft.com/office/drawing/2014/main" id="{28F9AE6F-F3CC-00A2-7E50-0B576D2D0331}"/>
              </a:ext>
            </a:extLst>
          </p:cNvPr>
          <p:cNvSpPr>
            <a:spLocks noGrp="1"/>
          </p:cNvSpPr>
          <p:nvPr userDrawn="1">
            <p:ph type="body" sz="quarter" idx="47" hasCustomPrompt="1"/>
          </p:nvPr>
        </p:nvSpPr>
        <p:spPr>
          <a:xfrm>
            <a:off x="5609133" y="4777652"/>
            <a:ext cx="2149936" cy="643283"/>
          </a:xfrm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400" b="1"/>
            </a:lvl1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CE35E0-2B49-B13B-6324-7B39107ADB6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714942" y="3789749"/>
            <a:ext cx="1167822" cy="4442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lnSpc>
                <a:spcPct val="100000"/>
              </a:lnSpc>
              <a:spcBef>
                <a:spcPts val="0"/>
              </a:spcBef>
              <a:defRPr lang="en-US" sz="1300" b="1" dirty="0">
                <a:solidFill>
                  <a:schemeClr val="accent1"/>
                </a:solidFill>
              </a:defRPr>
            </a:lvl1pPr>
          </a:lstStyle>
          <a:p>
            <a:pPr lvl="0" algn="ctr" defTabSz="914400"/>
            <a:r>
              <a:rPr lang="en-US"/>
              <a:t>Text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D6BAD6B-7A61-1403-4E7B-249085C402F5}"/>
              </a:ext>
            </a:extLst>
          </p:cNvPr>
          <p:cNvGrpSpPr/>
          <p:nvPr userDrawn="1"/>
        </p:nvGrpSpPr>
        <p:grpSpPr>
          <a:xfrm>
            <a:off x="2105892" y="3357980"/>
            <a:ext cx="7846866" cy="1307812"/>
            <a:chOff x="2105892" y="3357980"/>
            <a:chExt cx="7846866" cy="1307812"/>
          </a:xfrm>
        </p:grpSpPr>
        <p:sp>
          <p:nvSpPr>
            <p:cNvPr id="8" name="Arc 48">
              <a:extLst>
                <a:ext uri="{FF2B5EF4-FFF2-40B4-BE49-F238E27FC236}">
                  <a16:creationId xmlns:a16="http://schemas.microsoft.com/office/drawing/2014/main" id="{0B88129D-D7BA-FDEC-E960-B17B187EB65A}"/>
                </a:ext>
              </a:extLst>
            </p:cNvPr>
            <p:cNvSpPr/>
            <p:nvPr userDrawn="1"/>
          </p:nvSpPr>
          <p:spPr>
            <a:xfrm flipV="1">
              <a:off x="8644947" y="3357980"/>
              <a:ext cx="1307811" cy="1307812"/>
            </a:xfrm>
            <a:prstGeom prst="ellipse">
              <a:avLst/>
            </a:prstGeom>
            <a:ln w="571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Arc 47">
              <a:extLst>
                <a:ext uri="{FF2B5EF4-FFF2-40B4-BE49-F238E27FC236}">
                  <a16:creationId xmlns:a16="http://schemas.microsoft.com/office/drawing/2014/main" id="{FF13ACB4-5EAC-6E24-4772-3CC881898752}"/>
                </a:ext>
              </a:extLst>
            </p:cNvPr>
            <p:cNvSpPr/>
            <p:nvPr userDrawn="1"/>
          </p:nvSpPr>
          <p:spPr>
            <a:xfrm>
              <a:off x="7337136" y="3357980"/>
              <a:ext cx="1307811" cy="1307812"/>
            </a:xfrm>
            <a:prstGeom prst="ellipse">
              <a:avLst/>
            </a:prstGeom>
            <a:ln w="571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Arc 47">
              <a:extLst>
                <a:ext uri="{FF2B5EF4-FFF2-40B4-BE49-F238E27FC236}">
                  <a16:creationId xmlns:a16="http://schemas.microsoft.com/office/drawing/2014/main" id="{4DFCAD89-E639-B4AC-2D2E-780EBC33946B}"/>
                </a:ext>
              </a:extLst>
            </p:cNvPr>
            <p:cNvSpPr/>
            <p:nvPr userDrawn="1"/>
          </p:nvSpPr>
          <p:spPr>
            <a:xfrm>
              <a:off x="4721514" y="3357980"/>
              <a:ext cx="1307811" cy="1307812"/>
            </a:xfrm>
            <a:prstGeom prst="ellipse">
              <a:avLst/>
            </a:prstGeom>
            <a:ln w="571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Arc 48">
              <a:extLst>
                <a:ext uri="{FF2B5EF4-FFF2-40B4-BE49-F238E27FC236}">
                  <a16:creationId xmlns:a16="http://schemas.microsoft.com/office/drawing/2014/main" id="{47B1ADBE-455A-963E-1C2E-7F6C24DAA7AB}"/>
                </a:ext>
              </a:extLst>
            </p:cNvPr>
            <p:cNvSpPr/>
            <p:nvPr userDrawn="1"/>
          </p:nvSpPr>
          <p:spPr>
            <a:xfrm flipV="1">
              <a:off x="6029325" y="3357980"/>
              <a:ext cx="1307811" cy="1307812"/>
            </a:xfrm>
            <a:prstGeom prst="ellipse">
              <a:avLst/>
            </a:prstGeom>
            <a:ln w="571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8" name="Arc 47">
              <a:extLst>
                <a:ext uri="{FF2B5EF4-FFF2-40B4-BE49-F238E27FC236}">
                  <a16:creationId xmlns:a16="http://schemas.microsoft.com/office/drawing/2014/main" id="{2E0450EB-66B2-DC14-F393-BD8A7A0A9157}"/>
                </a:ext>
              </a:extLst>
            </p:cNvPr>
            <p:cNvSpPr/>
            <p:nvPr userDrawn="1"/>
          </p:nvSpPr>
          <p:spPr>
            <a:xfrm>
              <a:off x="2105892" y="3357980"/>
              <a:ext cx="1307811" cy="1307812"/>
            </a:xfrm>
            <a:prstGeom prst="ellipse">
              <a:avLst/>
            </a:prstGeom>
            <a:ln w="571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9" name="Arc 48">
              <a:extLst>
                <a:ext uri="{FF2B5EF4-FFF2-40B4-BE49-F238E27FC236}">
                  <a16:creationId xmlns:a16="http://schemas.microsoft.com/office/drawing/2014/main" id="{DD0AB41B-2216-D3DF-637B-CBCFC365A0AA}"/>
                </a:ext>
              </a:extLst>
            </p:cNvPr>
            <p:cNvSpPr/>
            <p:nvPr userDrawn="1"/>
          </p:nvSpPr>
          <p:spPr>
            <a:xfrm flipV="1">
              <a:off x="3413703" y="3357980"/>
              <a:ext cx="1307811" cy="1307812"/>
            </a:xfrm>
            <a:prstGeom prst="ellipse">
              <a:avLst/>
            </a:prstGeom>
            <a:ln w="571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" name="Arc 29">
              <a:extLst>
                <a:ext uri="{FF2B5EF4-FFF2-40B4-BE49-F238E27FC236}">
                  <a16:creationId xmlns:a16="http://schemas.microsoft.com/office/drawing/2014/main" id="{0FEC80B5-0AC6-5468-8EEE-9CC67824A202}"/>
                </a:ext>
              </a:extLst>
            </p:cNvPr>
            <p:cNvSpPr/>
            <p:nvPr userDrawn="1"/>
          </p:nvSpPr>
          <p:spPr>
            <a:xfrm>
              <a:off x="2105892" y="3357980"/>
              <a:ext cx="1307811" cy="1307812"/>
            </a:xfrm>
            <a:prstGeom prst="arc">
              <a:avLst>
                <a:gd name="adj1" fmla="val 10792152"/>
                <a:gd name="adj2" fmla="val 0"/>
              </a:avLst>
            </a:prstGeom>
            <a:ln w="571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" name="Arc 30">
              <a:extLst>
                <a:ext uri="{FF2B5EF4-FFF2-40B4-BE49-F238E27FC236}">
                  <a16:creationId xmlns:a16="http://schemas.microsoft.com/office/drawing/2014/main" id="{4101E0C2-EB44-0B83-7434-2E13B56CA1E8}"/>
                </a:ext>
              </a:extLst>
            </p:cNvPr>
            <p:cNvSpPr/>
            <p:nvPr userDrawn="1"/>
          </p:nvSpPr>
          <p:spPr>
            <a:xfrm flipV="1">
              <a:off x="3413703" y="3357980"/>
              <a:ext cx="1307811" cy="1307812"/>
            </a:xfrm>
            <a:prstGeom prst="arc">
              <a:avLst>
                <a:gd name="adj1" fmla="val 10790197"/>
                <a:gd name="adj2" fmla="val 0"/>
              </a:avLst>
            </a:prstGeom>
            <a:ln w="571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Arc 8">
              <a:extLst>
                <a:ext uri="{FF2B5EF4-FFF2-40B4-BE49-F238E27FC236}">
                  <a16:creationId xmlns:a16="http://schemas.microsoft.com/office/drawing/2014/main" id="{78D106D0-F083-A044-5D3E-99D03C0C04A3}"/>
                </a:ext>
              </a:extLst>
            </p:cNvPr>
            <p:cNvSpPr/>
            <p:nvPr userDrawn="1"/>
          </p:nvSpPr>
          <p:spPr>
            <a:xfrm>
              <a:off x="4721514" y="3357980"/>
              <a:ext cx="1307811" cy="1307812"/>
            </a:xfrm>
            <a:prstGeom prst="arc">
              <a:avLst>
                <a:gd name="adj1" fmla="val 10792152"/>
                <a:gd name="adj2" fmla="val 0"/>
              </a:avLst>
            </a:prstGeom>
            <a:ln w="571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Arc 9">
              <a:extLst>
                <a:ext uri="{FF2B5EF4-FFF2-40B4-BE49-F238E27FC236}">
                  <a16:creationId xmlns:a16="http://schemas.microsoft.com/office/drawing/2014/main" id="{0E88438E-4324-590F-143C-8F2AF64D60A4}"/>
                </a:ext>
              </a:extLst>
            </p:cNvPr>
            <p:cNvSpPr/>
            <p:nvPr userDrawn="1"/>
          </p:nvSpPr>
          <p:spPr>
            <a:xfrm flipV="1">
              <a:off x="6029325" y="3357980"/>
              <a:ext cx="1307811" cy="1307812"/>
            </a:xfrm>
            <a:prstGeom prst="arc">
              <a:avLst>
                <a:gd name="adj1" fmla="val 10790197"/>
                <a:gd name="adj2" fmla="val 0"/>
              </a:avLst>
            </a:prstGeom>
            <a:ln w="571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Arc 21">
              <a:extLst>
                <a:ext uri="{FF2B5EF4-FFF2-40B4-BE49-F238E27FC236}">
                  <a16:creationId xmlns:a16="http://schemas.microsoft.com/office/drawing/2014/main" id="{5933DD6D-7612-2211-9F85-2788C511AC3F}"/>
                </a:ext>
              </a:extLst>
            </p:cNvPr>
            <p:cNvSpPr/>
            <p:nvPr userDrawn="1"/>
          </p:nvSpPr>
          <p:spPr>
            <a:xfrm>
              <a:off x="7337136" y="3357980"/>
              <a:ext cx="1307811" cy="1307812"/>
            </a:xfrm>
            <a:prstGeom prst="arc">
              <a:avLst>
                <a:gd name="adj1" fmla="val 10792152"/>
                <a:gd name="adj2" fmla="val 0"/>
              </a:avLst>
            </a:prstGeom>
            <a:ln w="571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Arc 13">
              <a:extLst>
                <a:ext uri="{FF2B5EF4-FFF2-40B4-BE49-F238E27FC236}">
                  <a16:creationId xmlns:a16="http://schemas.microsoft.com/office/drawing/2014/main" id="{DD8DDBD1-C1C9-128B-3560-884EFB107189}"/>
                </a:ext>
              </a:extLst>
            </p:cNvPr>
            <p:cNvSpPr/>
            <p:nvPr userDrawn="1"/>
          </p:nvSpPr>
          <p:spPr>
            <a:xfrm flipV="1">
              <a:off x="8644947" y="3357980"/>
              <a:ext cx="1307811" cy="1307812"/>
            </a:xfrm>
            <a:prstGeom prst="arc">
              <a:avLst>
                <a:gd name="adj1" fmla="val 10790197"/>
                <a:gd name="adj2" fmla="val 0"/>
              </a:avLst>
            </a:prstGeom>
            <a:ln w="571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98C3B9CF-3DEB-1DB6-592C-EB811F6ED21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224755" y="5455255"/>
            <a:ext cx="2149936" cy="816353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200"/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FE18F4F4-1879-89F2-51E9-259761972131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224755" y="4777652"/>
            <a:ext cx="2149936" cy="643283"/>
          </a:xfrm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400" b="1"/>
            </a:lvl1pPr>
          </a:lstStyle>
          <a:p>
            <a:pPr lvl="0"/>
            <a:r>
              <a:rPr lang="en-US"/>
              <a:t>Click to edit master</a:t>
            </a:r>
          </a:p>
        </p:txBody>
      </p:sp>
    </p:spTree>
    <p:extLst>
      <p:ext uri="{BB962C8B-B14F-4D97-AF65-F5344CB8AC3E}">
        <p14:creationId xmlns:p14="http://schemas.microsoft.com/office/powerpoint/2010/main" val="1117215601"/>
      </p:ext>
    </p:extLst>
  </p:cSld>
  <p:clrMapOvr>
    <a:masterClrMapping/>
  </p:clrMapOvr>
  <p:transition>
    <p:cover/>
  </p:transition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7397F2-212D-3A9C-585D-F7362936EAC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D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C6FE0-5103-FAEE-F71B-5E68DD283B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6F24BE-8BEB-403A-BDCC-38E201D0662D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473C5E4-D933-2FBD-3307-9533856AB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016" y="583764"/>
            <a:ext cx="10490623" cy="960000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835252342"/>
      </p:ext>
    </p:extLst>
  </p:cSld>
  <p:clrMapOvr>
    <a:masterClrMapping/>
  </p:clrMapOvr>
  <p:transition>
    <p:cover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ED2E36-BADF-8412-F354-96F2041DC9D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D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A1D5FD-C837-C92F-8E5D-69F19930124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6F24BE-8BEB-403A-BDCC-38E201D0662D}" type="slidenum">
              <a:rPr lang="en-ID" smtClean="0"/>
              <a:pPr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05890074"/>
      </p:ext>
    </p:extLst>
  </p:cSld>
  <p:clrMapOvr>
    <a:masterClrMapping/>
  </p:clrMapOvr>
  <p:transition>
    <p:cover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1066667" cy="4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/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260769"/>
      </p:ext>
    </p:extLst>
  </p:cSld>
  <p:clrMapOvr>
    <a:masterClrMapping/>
  </p:clrMapOvr>
  <p:transition>
    <p:cover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25.xml"/><Relationship Id="rId16" Type="http://schemas.openxmlformats.org/officeDocument/2006/relationships/slideLayout" Target="../slideLayouts/slideLayout26.xml"/><Relationship Id="rId17" Type="http://schemas.openxmlformats.org/officeDocument/2006/relationships/slideLayout" Target="../slideLayouts/slideLayout27.xml"/><Relationship Id="rId18" Type="http://schemas.openxmlformats.org/officeDocument/2006/relationships/slideLayout" Target="../slideLayouts/slideLayout28.xml"/><Relationship Id="rId19" Type="http://schemas.openxmlformats.org/officeDocument/2006/relationships/slideLayout" Target="../slideLayouts/slideLayout29.xml"/><Relationship Id="rId20" Type="http://schemas.openxmlformats.org/officeDocument/2006/relationships/slideLayout" Target="../slideLayouts/slideLayout30.xml"/><Relationship Id="rId21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2.xml"/><Relationship Id="rId23" Type="http://schemas.openxmlformats.org/officeDocument/2006/relationships/slideLayout" Target="../slideLayouts/slideLayout33.xml"/><Relationship Id="rId24" Type="http://schemas.openxmlformats.org/officeDocument/2006/relationships/slideLayout" Target="../slideLayouts/slideLayout34.xml"/><Relationship Id="rId25" Type="http://schemas.openxmlformats.org/officeDocument/2006/relationships/slideLayout" Target="../slideLayouts/slideLayout35.xml"/><Relationship Id="rId26" Type="http://schemas.openxmlformats.org/officeDocument/2006/relationships/slideLayout" Target="../slideLayouts/slideLayout36.xml"/><Relationship Id="rId27" Type="http://schemas.openxmlformats.org/officeDocument/2006/relationships/slideLayout" Target="../slideLayouts/slideLayout37.xml"/><Relationship Id="rId28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39.xml"/><Relationship Id="rId30" Type="http://schemas.openxmlformats.org/officeDocument/2006/relationships/slideLayout" Target="../slideLayouts/slideLayout40.xml"/><Relationship Id="rId31" Type="http://schemas.openxmlformats.org/officeDocument/2006/relationships/slideLayout" Target="../slideLayouts/slideLayout41.xml"/><Relationship Id="rId32" Type="http://schemas.openxmlformats.org/officeDocument/2006/relationships/slideLayout" Target="../slideLayouts/slideLayout42.xml"/><Relationship Id="rId33" Type="http://schemas.openxmlformats.org/officeDocument/2006/relationships/slideLayout" Target="../slideLayouts/slideLayout43.xml"/><Relationship Id="rId34" Type="http://schemas.openxmlformats.org/officeDocument/2006/relationships/slideLayout" Target="../slideLayouts/slideLayout44.xml"/><Relationship Id="rId35" Type="http://schemas.openxmlformats.org/officeDocument/2006/relationships/slideLayout" Target="../slideLayouts/slideLayout45.xml"/><Relationship Id="rId36" Type="http://schemas.openxmlformats.org/officeDocument/2006/relationships/slideLayout" Target="../slideLayouts/slideLayout46.xml"/><Relationship Id="rId37" Type="http://schemas.openxmlformats.org/officeDocument/2006/relationships/slideLayout" Target="../slideLayouts/slideLayout47.xml"/><Relationship Id="rId38" Type="http://schemas.openxmlformats.org/officeDocument/2006/relationships/slideLayout" Target="../slideLayouts/slideLayout48.xml"/><Relationship Id="rId39" Type="http://schemas.openxmlformats.org/officeDocument/2006/relationships/slideLayout" Target="../slideLayouts/slideLayout49.xml"/><Relationship Id="rId40" Type="http://schemas.openxmlformats.org/officeDocument/2006/relationships/slideLayout" Target="../slideLayouts/slideLayout50.xml"/><Relationship Id="rId41" Type="http://schemas.openxmlformats.org/officeDocument/2006/relationships/slideLayout" Target="../slideLayouts/slideLayout51.xml"/><Relationship Id="rId42" Type="http://schemas.openxmlformats.org/officeDocument/2006/relationships/slideLayout" Target="../slideLayouts/slideLayout52.xml"/><Relationship Id="rId43" Type="http://schemas.openxmlformats.org/officeDocument/2006/relationships/slideLayout" Target="../slideLayouts/slideLayout53.xml"/><Relationship Id="rId44" Type="http://schemas.openxmlformats.org/officeDocument/2006/relationships/slideLayout" Target="../slideLayouts/slideLayout54.xml"/><Relationship Id="rId45" Type="http://schemas.openxmlformats.org/officeDocument/2006/relationships/slideLayout" Target="../slideLayouts/slideLayout55.xml"/><Relationship Id="rId46" Type="http://schemas.openxmlformats.org/officeDocument/2006/relationships/theme" Target="../theme/theme2.xml"/><Relationship Id="rId47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6"/>
          <p:cNvGrpSpPr/>
          <p:nvPr/>
        </p:nvGrpSpPr>
        <p:grpSpPr>
          <a:xfrm>
            <a:off x="0" y="6494093"/>
            <a:ext cx="12192000" cy="373092"/>
            <a:chOff x="0" y="0"/>
            <a:chExt cx="12192000" cy="373091"/>
          </a:xfrm>
        </p:grpSpPr>
        <p:sp>
          <p:nvSpPr>
            <p:cNvPr id="2" name="Rectangle 7"/>
            <p:cNvSpPr/>
            <p:nvPr/>
          </p:nvSpPr>
          <p:spPr>
            <a:xfrm>
              <a:off x="0" y="0"/>
              <a:ext cx="12192000" cy="109728"/>
            </a:xfrm>
            <a:prstGeom prst="rect">
              <a:avLst/>
            </a:prstGeom>
            <a:solidFill>
              <a:srgbClr val="F2652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" name="Rectangle 8"/>
            <p:cNvSpPr/>
            <p:nvPr/>
          </p:nvSpPr>
          <p:spPr>
            <a:xfrm>
              <a:off x="0" y="98771"/>
              <a:ext cx="12192000" cy="274321"/>
            </a:xfrm>
            <a:prstGeom prst="rect">
              <a:avLst/>
            </a:prstGeom>
            <a:solidFill>
              <a:srgbClr val="22377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5" name="Rectangle 1"/>
          <p:cNvSpPr/>
          <p:nvPr/>
        </p:nvSpPr>
        <p:spPr>
          <a:xfrm>
            <a:off x="0" y="0"/>
            <a:ext cx="12192000" cy="6486525"/>
          </a:xfrm>
          <a:prstGeom prst="rect">
            <a:avLst/>
          </a:prstGeom>
          <a:solidFill>
            <a:srgbClr val="223771"/>
          </a:solidFill>
          <a:ln w="12700">
            <a:solidFill>
              <a:srgbClr val="32538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" name="Văn bản Tiêu đề"/>
          <p:cNvSpPr txBox="1">
            <a:spLocks noGrp="1"/>
          </p:cNvSpPr>
          <p:nvPr>
            <p:ph type="title"/>
          </p:nvPr>
        </p:nvSpPr>
        <p:spPr>
          <a:xfrm>
            <a:off x="741217" y="3243261"/>
            <a:ext cx="10515601" cy="1325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/>
          <a:p>
            <a:r>
              <a:t>Văn bản Tiêu đề</a:t>
            </a:r>
          </a:p>
        </p:txBody>
      </p:sp>
      <p:sp>
        <p:nvSpPr>
          <p:cNvPr id="7" name="Số Trang chiếu"/>
          <p:cNvSpPr txBox="1">
            <a:spLocks noGrp="1"/>
          </p:cNvSpPr>
          <p:nvPr>
            <p:ph type="sldNum" sz="quarter" idx="2"/>
          </p:nvPr>
        </p:nvSpPr>
        <p:spPr>
          <a:xfrm>
            <a:off x="11933376" y="6597321"/>
            <a:ext cx="258624" cy="24830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8" name="Picture 4" descr="Picture 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60517" y="112742"/>
            <a:ext cx="6688283" cy="2070039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Nội dung mức một…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/>
          <a:lstStyle/>
          <a:p>
            <a:r>
              <a:t>Nội dung mức một</a:t>
            </a:r>
          </a:p>
          <a:p>
            <a:pPr lvl="1"/>
            <a:r>
              <a:t>Nội dung mức hai</a:t>
            </a:r>
          </a:p>
          <a:p>
            <a:pPr lvl="2"/>
            <a:r>
              <a:t>Nội dung mức ba</a:t>
            </a:r>
          </a:p>
          <a:p>
            <a:pPr lvl="3"/>
            <a:r>
              <a:t>Nội dung mức bốn</a:t>
            </a:r>
          </a:p>
          <a:p>
            <a:pPr lvl="4"/>
            <a:r>
              <a:t>Nội dung mức năm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ransition>
    <p:cover/>
  </p:transition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FFFF"/>
          </a:solidFill>
          <a:uFillTx/>
          <a:latin typeface="Arial"/>
          <a:ea typeface="Arial"/>
          <a:cs typeface="Arial"/>
          <a:sym typeface="Arial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FFFF"/>
          </a:solidFill>
          <a:uFillTx/>
          <a:latin typeface="Arial"/>
          <a:ea typeface="Arial"/>
          <a:cs typeface="Arial"/>
          <a:sym typeface="Arial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FFFF"/>
          </a:solidFill>
          <a:uFillTx/>
          <a:latin typeface="Arial"/>
          <a:ea typeface="Arial"/>
          <a:cs typeface="Arial"/>
          <a:sym typeface="Arial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FFFF"/>
          </a:solidFill>
          <a:uFillTx/>
          <a:latin typeface="Arial"/>
          <a:ea typeface="Arial"/>
          <a:cs typeface="Arial"/>
          <a:sym typeface="Arial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FFFF"/>
          </a:solidFill>
          <a:uFillTx/>
          <a:latin typeface="Arial"/>
          <a:ea typeface="Arial"/>
          <a:cs typeface="Arial"/>
          <a:sym typeface="Arial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FFFF"/>
          </a:solidFill>
          <a:uFillTx/>
          <a:latin typeface="Arial"/>
          <a:ea typeface="Arial"/>
          <a:cs typeface="Arial"/>
          <a:sym typeface="Arial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FFFF"/>
          </a:solidFill>
          <a:uFillTx/>
          <a:latin typeface="Arial"/>
          <a:ea typeface="Arial"/>
          <a:cs typeface="Arial"/>
          <a:sym typeface="Arial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FFFF"/>
          </a:solidFill>
          <a:uFillTx/>
          <a:latin typeface="Arial"/>
          <a:ea typeface="Arial"/>
          <a:cs typeface="Arial"/>
          <a:sym typeface="Arial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FFFF"/>
          </a:solidFill>
          <a:uFillTx/>
          <a:latin typeface="Arial"/>
          <a:ea typeface="Arial"/>
          <a:cs typeface="Arial"/>
          <a:sym typeface="Arial"/>
        </a:defRPr>
      </a:lvl9pPr>
    </p:titleStyle>
    <p:bodyStyle>
      <a:lvl1pPr marL="0" marR="0" indent="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1pPr>
      <a:lvl2pPr marL="0" marR="0" indent="4572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2pPr>
      <a:lvl3pPr marL="0" marR="0" indent="914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3pPr>
      <a:lvl4pPr marL="0" marR="0" indent="1371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4pPr>
      <a:lvl5pPr marL="0" marR="0" indent="18288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5pPr>
      <a:lvl6pPr marL="0" marR="0" indent="22860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6pPr>
      <a:lvl7pPr marL="0" marR="0" indent="27432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7pPr>
      <a:lvl8pPr marL="0" marR="0" indent="3200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8pPr>
      <a:lvl9pPr marL="0" marR="0" indent="3657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1A7B8A4-ABCC-D9A5-163D-95AADEB96E20}"/>
              </a:ext>
            </a:extLst>
          </p:cNvPr>
          <p:cNvSpPr/>
          <p:nvPr userDrawn="1"/>
        </p:nvSpPr>
        <p:spPr>
          <a:xfrm>
            <a:off x="11582400" y="0"/>
            <a:ext cx="6096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2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99017" y="583764"/>
            <a:ext cx="10369550" cy="96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9017" y="1991065"/>
            <a:ext cx="10369550" cy="42831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10053420" y="2182593"/>
            <a:ext cx="3667561" cy="4699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400" b="1">
                <a:solidFill>
                  <a:srgbClr val="FFFFFF"/>
                </a:solidFill>
              </a:defRPr>
            </a:lvl1pPr>
          </a:lstStyle>
          <a:p>
            <a:r>
              <a:rPr lang="en-ID"/>
              <a:t>PRESENTATION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52251" y="6274237"/>
            <a:ext cx="469900" cy="447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10" b="1">
                <a:solidFill>
                  <a:srgbClr val="FFFFFF"/>
                </a:solidFill>
              </a:defRPr>
            </a:lvl1pPr>
          </a:lstStyle>
          <a:p>
            <a:fld id="{CF6F24BE-8BEB-403A-BDCC-38E201D0662D}" type="slidenum">
              <a:rPr lang="en-ID" smtClean="0"/>
              <a:pPr/>
              <a:t>‹#›</a:t>
            </a:fld>
            <a:endParaRPr lang="en-ID"/>
          </a:p>
        </p:txBody>
      </p:sp>
      <p:grpSp>
        <p:nvGrpSpPr>
          <p:cNvPr id="15" name="Group 14" hidden="1">
            <a:extLst>
              <a:ext uri="{FF2B5EF4-FFF2-40B4-BE49-F238E27FC236}">
                <a16:creationId xmlns:a16="http://schemas.microsoft.com/office/drawing/2014/main" id="{E8A7A7DB-D06A-9E04-647C-935D72423EA4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grpSp>
          <p:nvGrpSpPr>
            <p:cNvPr id="13" name="Group 12" hidden="1">
              <a:extLst>
                <a:ext uri="{FF2B5EF4-FFF2-40B4-BE49-F238E27FC236}">
                  <a16:creationId xmlns:a16="http://schemas.microsoft.com/office/drawing/2014/main" id="{E8FFD08A-01F6-92AC-60C1-63A02381F986}"/>
                </a:ext>
              </a:extLst>
            </p:cNvPr>
            <p:cNvGrpSpPr/>
            <p:nvPr userDrawn="1"/>
          </p:nvGrpSpPr>
          <p:grpSpPr>
            <a:xfrm>
              <a:off x="0" y="0"/>
              <a:ext cx="12192000" cy="6858000"/>
              <a:chOff x="0" y="0"/>
              <a:chExt cx="5166360" cy="6858000"/>
            </a:xfrm>
            <a:noFill/>
          </p:grpSpPr>
          <p:sp>
            <p:nvSpPr>
              <p:cNvPr id="4" name="Rectangle 3" hidden="1">
                <a:extLst>
                  <a:ext uri="{FF2B5EF4-FFF2-40B4-BE49-F238E27FC236}">
                    <a16:creationId xmlns:a16="http://schemas.microsoft.com/office/drawing/2014/main" id="{5F55D3C7-0B49-9E34-8A27-779EE266DA3C}"/>
                  </a:ext>
                </a:extLst>
              </p:cNvPr>
              <p:cNvSpPr/>
              <p:nvPr userDrawn="1"/>
            </p:nvSpPr>
            <p:spPr>
              <a:xfrm>
                <a:off x="0" y="0"/>
                <a:ext cx="861060" cy="6858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" name="Rectangle 7" hidden="1">
                <a:extLst>
                  <a:ext uri="{FF2B5EF4-FFF2-40B4-BE49-F238E27FC236}">
                    <a16:creationId xmlns:a16="http://schemas.microsoft.com/office/drawing/2014/main" id="{BF486BE4-FC86-7A17-A4A6-656B465283F0}"/>
                  </a:ext>
                </a:extLst>
              </p:cNvPr>
              <p:cNvSpPr/>
              <p:nvPr userDrawn="1"/>
            </p:nvSpPr>
            <p:spPr>
              <a:xfrm>
                <a:off x="861060" y="0"/>
                <a:ext cx="861060" cy="6858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" name="Rectangle 8" hidden="1">
                <a:extLst>
                  <a:ext uri="{FF2B5EF4-FFF2-40B4-BE49-F238E27FC236}">
                    <a16:creationId xmlns:a16="http://schemas.microsoft.com/office/drawing/2014/main" id="{7E4F38FF-D653-05CD-A6EA-59CB41CAF1CD}"/>
                  </a:ext>
                </a:extLst>
              </p:cNvPr>
              <p:cNvSpPr/>
              <p:nvPr userDrawn="1"/>
            </p:nvSpPr>
            <p:spPr>
              <a:xfrm>
                <a:off x="1722120" y="0"/>
                <a:ext cx="861060" cy="6858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" name="Rectangle 9" hidden="1">
                <a:extLst>
                  <a:ext uri="{FF2B5EF4-FFF2-40B4-BE49-F238E27FC236}">
                    <a16:creationId xmlns:a16="http://schemas.microsoft.com/office/drawing/2014/main" id="{9D4D2104-6519-B24C-0E03-5652129DD200}"/>
                  </a:ext>
                </a:extLst>
              </p:cNvPr>
              <p:cNvSpPr/>
              <p:nvPr userDrawn="1"/>
            </p:nvSpPr>
            <p:spPr>
              <a:xfrm>
                <a:off x="2583180" y="0"/>
                <a:ext cx="861060" cy="6858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" name="Rectangle 10" hidden="1">
                <a:extLst>
                  <a:ext uri="{FF2B5EF4-FFF2-40B4-BE49-F238E27FC236}">
                    <a16:creationId xmlns:a16="http://schemas.microsoft.com/office/drawing/2014/main" id="{8C9E0EEF-D486-3DC7-11E1-5C30690FF785}"/>
                  </a:ext>
                </a:extLst>
              </p:cNvPr>
              <p:cNvSpPr/>
              <p:nvPr userDrawn="1"/>
            </p:nvSpPr>
            <p:spPr>
              <a:xfrm>
                <a:off x="3444240" y="0"/>
                <a:ext cx="861060" cy="6858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2" name="Rectangle 11" hidden="1">
                <a:extLst>
                  <a:ext uri="{FF2B5EF4-FFF2-40B4-BE49-F238E27FC236}">
                    <a16:creationId xmlns:a16="http://schemas.microsoft.com/office/drawing/2014/main" id="{725EB44B-C31D-7964-2966-5A8C1E79BEAD}"/>
                  </a:ext>
                </a:extLst>
              </p:cNvPr>
              <p:cNvSpPr/>
              <p:nvPr userDrawn="1"/>
            </p:nvSpPr>
            <p:spPr>
              <a:xfrm>
                <a:off x="4305300" y="0"/>
                <a:ext cx="861060" cy="6858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14" name="Frame 13" hidden="1">
              <a:extLst>
                <a:ext uri="{FF2B5EF4-FFF2-40B4-BE49-F238E27FC236}">
                  <a16:creationId xmlns:a16="http://schemas.microsoft.com/office/drawing/2014/main" id="{27D769FA-83D3-DE86-7B15-B224F27C25A4}"/>
                </a:ext>
              </a:extLst>
            </p:cNvPr>
            <p:cNvSpPr/>
            <p:nvPr userDrawn="1"/>
          </p:nvSpPr>
          <p:spPr>
            <a:xfrm>
              <a:off x="0" y="0"/>
              <a:ext cx="12192000" cy="6858000"/>
            </a:xfrm>
            <a:prstGeom prst="frame">
              <a:avLst>
                <a:gd name="adj1" fmla="val 861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  <p:sp>
        <p:nvSpPr>
          <p:cNvPr id="16" name="Rectangle 15" hidden="1">
            <a:extLst>
              <a:ext uri="{FF2B5EF4-FFF2-40B4-BE49-F238E27FC236}">
                <a16:creationId xmlns:a16="http://schemas.microsoft.com/office/drawing/2014/main" id="{1964F525-AC6D-6C87-37E3-71EC390023C9}"/>
              </a:ext>
            </a:extLst>
          </p:cNvPr>
          <p:cNvSpPr/>
          <p:nvPr userDrawn="1"/>
        </p:nvSpPr>
        <p:spPr>
          <a:xfrm>
            <a:off x="11089640" y="-1057275"/>
            <a:ext cx="365760" cy="914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76701E7-DA78-11E2-1CBC-BFA01955B12B}"/>
              </a:ext>
            </a:extLst>
          </p:cNvPr>
          <p:cNvPicPr>
            <a:picLocks noChangeAspect="1"/>
          </p:cNvPicPr>
          <p:nvPr userDrawn="1"/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9225" y="6400800"/>
            <a:ext cx="2543175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850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677" r:id="rId2"/>
    <p:sldLayoutId id="2147483724" r:id="rId3"/>
    <p:sldLayoutId id="2147483700" r:id="rId4"/>
    <p:sldLayoutId id="2147483722" r:id="rId5"/>
    <p:sldLayoutId id="2147483723" r:id="rId6"/>
    <p:sldLayoutId id="2147483702" r:id="rId7"/>
    <p:sldLayoutId id="2147483720" r:id="rId8"/>
    <p:sldLayoutId id="2147483707" r:id="rId9"/>
    <p:sldLayoutId id="2147483725" r:id="rId10"/>
    <p:sldLayoutId id="2147483726" r:id="rId11"/>
    <p:sldLayoutId id="2147483714" r:id="rId12"/>
    <p:sldLayoutId id="2147483715" r:id="rId13"/>
    <p:sldLayoutId id="2147483713" r:id="rId14"/>
    <p:sldLayoutId id="2147483727" r:id="rId15"/>
    <p:sldLayoutId id="2147483728" r:id="rId16"/>
    <p:sldLayoutId id="2147483701" r:id="rId17"/>
    <p:sldLayoutId id="2147483679" r:id="rId18"/>
    <p:sldLayoutId id="2147483681" r:id="rId19"/>
    <p:sldLayoutId id="2147483682" r:id="rId20"/>
    <p:sldLayoutId id="2147483683" r:id="rId21"/>
    <p:sldLayoutId id="2147483684" r:id="rId22"/>
    <p:sldLayoutId id="2147483685" r:id="rId23"/>
    <p:sldLayoutId id="2147483686" r:id="rId24"/>
    <p:sldLayoutId id="2147483687" r:id="rId25"/>
    <p:sldLayoutId id="2147483688" r:id="rId26"/>
    <p:sldLayoutId id="2147483689" r:id="rId27"/>
    <p:sldLayoutId id="2147483710" r:id="rId28"/>
    <p:sldLayoutId id="2147483693" r:id="rId29"/>
    <p:sldLayoutId id="2147483697" r:id="rId30"/>
    <p:sldLayoutId id="2147483698" r:id="rId31"/>
    <p:sldLayoutId id="2147483699" r:id="rId32"/>
    <p:sldLayoutId id="2147483711" r:id="rId33"/>
    <p:sldLayoutId id="2147483712" r:id="rId34"/>
    <p:sldLayoutId id="2147483694" r:id="rId35"/>
    <p:sldLayoutId id="2147483704" r:id="rId36"/>
    <p:sldLayoutId id="2147483705" r:id="rId37"/>
    <p:sldLayoutId id="2147483706" r:id="rId38"/>
    <p:sldLayoutId id="2147483716" r:id="rId39"/>
    <p:sldLayoutId id="2147483717" r:id="rId40"/>
    <p:sldLayoutId id="2147483718" r:id="rId41"/>
    <p:sldLayoutId id="2147483719" r:id="rId42"/>
    <p:sldLayoutId id="2147483703" r:id="rId43"/>
    <p:sldLayoutId id="2147483695" r:id="rId44"/>
    <p:sldLayoutId id="2147483729" r:id="rId45"/>
  </p:sldLayoutIdLst>
  <p:transition>
    <p:cover/>
  </p:transition>
  <p:hf hdr="0" dt="0"/>
  <p:txStyles>
    <p:titleStyle>
      <a:lvl1pPr algn="l" defTabSz="914446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46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None/>
        <a:defRPr sz="1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23" indent="0" algn="l" defTabSz="914446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None/>
        <a:defRPr sz="933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914446" indent="0" algn="l" defTabSz="914446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None/>
        <a:defRPr sz="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371669" indent="0" algn="l" defTabSz="914446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None/>
        <a:defRPr sz="733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91" indent="0" algn="l" defTabSz="914446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None/>
        <a:defRPr sz="733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726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49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71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94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9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1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4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7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70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  <p15:guide id="3" pos="10364">
          <p15:clr>
            <a:srgbClr val="F26B43"/>
          </p15:clr>
        </p15:guide>
        <p15:guide id="4" pos="3840" userDrawn="1">
          <p15:clr>
            <a:srgbClr val="F26B43"/>
          </p15:clr>
        </p15:guide>
        <p15:guide id="5" pos="1277" userDrawn="1">
          <p15:clr>
            <a:srgbClr val="F26B43"/>
          </p15:clr>
        </p15:guide>
        <p15:guide id="6" pos="5110" userDrawn="1">
          <p15:clr>
            <a:srgbClr val="F26B43"/>
          </p15:clr>
        </p15:guide>
        <p15:guide id="7" pos="6403" userDrawn="1">
          <p15:clr>
            <a:srgbClr val="F26B43"/>
          </p15:clr>
        </p15:guide>
        <p15:guide id="8" pos="370" userDrawn="1">
          <p15:clr>
            <a:srgbClr val="F26B43"/>
          </p15:clr>
        </p15:guide>
        <p15:guide id="9" pos="7287" userDrawn="1">
          <p15:clr>
            <a:srgbClr val="F26B43"/>
          </p15:clr>
        </p15:guide>
        <p15:guide id="10" orient="horz" pos="368" userDrawn="1">
          <p15:clr>
            <a:srgbClr val="F26B43"/>
          </p15:clr>
        </p15:guide>
        <p15:guide id="11" orient="horz" pos="3952" userDrawn="1">
          <p15:clr>
            <a:srgbClr val="F26B43"/>
          </p15:clr>
        </p15:guide>
        <p15:guide id="12" pos="7219" userDrawn="1">
          <p15:clr>
            <a:srgbClr val="5ACBF0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49424"/>
            <a:ext cx="10360152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29F5B"/>
                </a:solidFill>
                <a:latin typeface="Calibri"/>
              </a:rPr>
              <a:t>ĐỒ ÁN TỐT NGHIỆP ĐẠI HỌC  •  NGÀNH KHOA HỌC MÁY TÍNH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96896"/>
            <a:ext cx="10360152" cy="10607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HỌC TĂNG CƯỜNG ĐỂ TỐI ƯU HÓA KHẢ NĂNG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TƯƠNG TÁC CỦA AI TRONG GAME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73208" y="3968496"/>
            <a:ext cx="2432304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env_footb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6360" y="4066222"/>
            <a:ext cx="2286000" cy="12858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73208" y="5486400"/>
            <a:ext cx="2432304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FD8EC"/>
                </a:solidFill>
                <a:latin typeface="Calibri"/>
              </a:rPr>
              <a:t>Football Table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79832" y="3968496"/>
            <a:ext cx="2432304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env_puzz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2984" y="4066222"/>
            <a:ext cx="2286000" cy="12858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879832" y="5486400"/>
            <a:ext cx="2432304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FD8EC"/>
                </a:solidFill>
                <a:latin typeface="Calibri"/>
              </a:rPr>
              <a:t>Capture The Flag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6456" y="3968496"/>
            <a:ext cx="2432304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env_crossro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9608" y="4066222"/>
            <a:ext cx="2286000" cy="12858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586456" y="5486400"/>
            <a:ext cx="2432304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FD8EC"/>
                </a:solidFill>
                <a:latin typeface="Calibri"/>
              </a:rPr>
              <a:t>Cross The Road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815584"/>
            <a:ext cx="1036015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CFD8EC"/>
                </a:solidFill>
                <a:latin typeface="Calibri"/>
              </a:rPr>
              <a:t>Sinh viên thực hiện: </a:t>
            </a:r>
            <a:r>
              <a:rPr sz="1400" b="1" i="0">
                <a:solidFill>
                  <a:srgbClr val="FFFFFF"/>
                </a:solidFill>
                <a:latin typeface="Calibri"/>
              </a:rPr>
              <a:t>Văn Thị Minh Huyền</a:t>
            </a:r>
            <a:r>
              <a:rPr sz="1400" b="0" i="0">
                <a:solidFill>
                  <a:srgbClr val="CFD8EC"/>
                </a:solidFill>
                <a:latin typeface="Calibri"/>
              </a:rPr>
              <a:t>   ·   MSSV: </a:t>
            </a:r>
            <a:r>
              <a:rPr sz="1400" b="1" i="0">
                <a:solidFill>
                  <a:srgbClr val="FFFFFF"/>
                </a:solidFill>
                <a:latin typeface="Calibri"/>
              </a:rPr>
              <a:t>22010329</a:t>
            </a:r>
            <a:r>
              <a:rPr sz="1400" b="0" i="0">
                <a:solidFill>
                  <a:srgbClr val="CFD8EC"/>
                </a:solidFill>
                <a:latin typeface="Calibri"/>
              </a:rPr>
              <a:t>   ·   Khóa: </a:t>
            </a:r>
            <a:r>
              <a:rPr sz="1400" b="1" i="0">
                <a:solidFill>
                  <a:srgbClr val="FFFFFF"/>
                </a:solidFill>
                <a:latin typeface="Calibri"/>
              </a:rPr>
              <a:t>K16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FD8EC"/>
                </a:solidFill>
                <a:latin typeface="Calibri"/>
              </a:rPr>
              <a:t>Giảng viên hướng dẫn: </a:t>
            </a:r>
            <a:r>
              <a:rPr sz="1400" b="1" i="0">
                <a:solidFill>
                  <a:srgbClr val="FFFFFF"/>
                </a:solidFill>
                <a:latin typeface="Calibri"/>
              </a:rPr>
              <a:t>ThS. Nguyễn Văn Sơn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9052560" cy="6583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223771"/>
                </a:solidFill>
                <a:latin typeface="Calibri"/>
              </a:rPr>
              <a:t>Bối cảnh — từ logic viết tay tới học tăng cường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188720"/>
            <a:ext cx="5760720" cy="107899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22376" y="1188720"/>
            <a:ext cx="5321808" cy="10789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223771"/>
                </a:solidFill>
                <a:latin typeface="Calibri"/>
              </a:rPr>
              <a:t>Hiện nay NPC chạy bằng logic viết tay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66E7E"/>
                </a:solidFill>
                <a:latin typeface="Calibri"/>
              </a:rPr>
              <a:t>máy trạng thái, cây hành vi, luật if – else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414016"/>
            <a:ext cx="5760720" cy="107899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22376" y="2414016"/>
            <a:ext cx="5321808" cy="10789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223771"/>
                </a:solidFill>
                <a:latin typeface="Calibri"/>
              </a:rPr>
              <a:t>Được việc, nhưng hành vi cứng nhắc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66E7E"/>
                </a:solidFill>
                <a:latin typeface="Calibri"/>
              </a:rPr>
              <a:t>NPC lặp đúng kịch bản đã lường trước; người chơi đoán ra rồi khai thác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639312"/>
            <a:ext cx="5760720" cy="107899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22376" y="3639312"/>
            <a:ext cx="5321808" cy="10789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223771"/>
                </a:solidFill>
                <a:latin typeface="Calibri"/>
              </a:rPr>
              <a:t>Học tăng cường sinh hành vi từ tương tác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66E7E"/>
                </a:solidFill>
                <a:latin typeface="Calibri"/>
              </a:rPr>
              <a:t>đổi lại, phần khó chuyển sang khâu đặc tả môi trường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974336"/>
            <a:ext cx="2798064" cy="1188720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02920" y="5065776"/>
            <a:ext cx="2798064" cy="6537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223771"/>
                </a:solidFill>
                <a:latin typeface="Calibri"/>
              </a:rPr>
              <a:t>30+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742432"/>
            <a:ext cx="279806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66E7E"/>
                </a:solidFill>
                <a:latin typeface="Calibri"/>
              </a:rPr>
              <a:t>trang đặc tả ba môi trường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65576" y="4974336"/>
            <a:ext cx="2798064" cy="1188720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465576" y="5065776"/>
            <a:ext cx="2798064" cy="6537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223771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65576" y="5742432"/>
            <a:ext cx="279806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66E7E"/>
                </a:solidFill>
                <a:latin typeface="Calibri"/>
              </a:rPr>
              <a:t>trang cấu hình năm thuật toán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1188720"/>
            <a:ext cx="5166360" cy="4974336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757416" y="1371600"/>
            <a:ext cx="4727448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26522"/>
                </a:solidFill>
                <a:latin typeface="Calibri"/>
              </a:rPr>
              <a:t>VÒNG LẶP HỌC TĂNG CƯỜNG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0" y="1920240"/>
            <a:ext cx="3246120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2237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589520" y="1975104"/>
            <a:ext cx="3063239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23771"/>
                </a:solidFill>
                <a:latin typeface="Calibri"/>
              </a:rPr>
              <a:t>TÁC NHÂN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E7E"/>
                </a:solidFill>
                <a:latin typeface="Calibri"/>
              </a:rPr>
              <a:t>mạng chính sách π(a|s)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9020556" y="2688336"/>
            <a:ext cx="201168" cy="384048"/>
          </a:xfrm>
          <a:prstGeom prst="downArrow">
            <a:avLst/>
          </a:prstGeom>
          <a:solidFill>
            <a:srgbClr val="B4B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7498080" y="3108960"/>
            <a:ext cx="3246120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2237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589520" y="3163824"/>
            <a:ext cx="3063239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23771"/>
                </a:solidFill>
                <a:latin typeface="Calibri"/>
              </a:rPr>
              <a:t>MÔI TRƯỜNG UNITY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6E7E"/>
                </a:solidFill>
                <a:latin typeface="Calibri"/>
              </a:rPr>
              <a:t>cơ chế game · vật lý · va chạm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9020556" y="3877055"/>
            <a:ext cx="201168" cy="384048"/>
          </a:xfrm>
          <a:prstGeom prst="downArrow">
            <a:avLst/>
          </a:prstGeom>
          <a:solidFill>
            <a:srgbClr val="B4B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7498080" y="4297680"/>
            <a:ext cx="3246120" cy="676656"/>
          </a:xfrm>
          <a:prstGeom prst="roundRect">
            <a:avLst>
              <a:gd name="adj" fmla="val 12000"/>
            </a:avLst>
          </a:prstGeom>
          <a:solidFill>
            <a:srgbClr val="2237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589520" y="4352544"/>
            <a:ext cx="3063239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HÀM PHẦN THƯỞNG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8ECF3"/>
                </a:solidFill>
                <a:latin typeface="Calibri"/>
              </a:rPr>
              <a:t>tín hiệu duy nhất định nghĩa mục tiêu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5732" y="2688336"/>
            <a:ext cx="146304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666E7E"/>
                </a:solidFill>
                <a:latin typeface="Calibri"/>
              </a:rPr>
              <a:t>hành động aₜ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5732" y="3877056"/>
            <a:ext cx="173736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666E7E"/>
                </a:solidFill>
                <a:latin typeface="Calibri"/>
              </a:rPr>
              <a:t>trạng thái sₜ₊₁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22008" y="2194560"/>
            <a:ext cx="45720" cy="2414016"/>
          </a:xfrm>
          <a:prstGeom prst="rect">
            <a:avLst/>
          </a:prstGeom>
          <a:solidFill>
            <a:srgbClr val="B4B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6922008" y="4562856"/>
            <a:ext cx="576072" cy="45720"/>
          </a:xfrm>
          <a:prstGeom prst="rect">
            <a:avLst/>
          </a:prstGeom>
          <a:solidFill>
            <a:srgbClr val="B4B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6922008" y="2194560"/>
            <a:ext cx="411480" cy="45720"/>
          </a:xfrm>
          <a:prstGeom prst="rect">
            <a:avLst/>
          </a:prstGeom>
          <a:solidFill>
            <a:srgbClr val="B4B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ight Arrow 29"/>
          <p:cNvSpPr/>
          <p:nvPr/>
        </p:nvSpPr>
        <p:spPr>
          <a:xfrm>
            <a:off x="7315200" y="2084831"/>
            <a:ext cx="219456" cy="256032"/>
          </a:xfrm>
          <a:prstGeom prst="rightArrow">
            <a:avLst/>
          </a:prstGeom>
          <a:solidFill>
            <a:srgbClr val="B4B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757416" y="5138928"/>
            <a:ext cx="4727448" cy="5486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66E7E"/>
                </a:solidFill>
                <a:latin typeface="Calibri"/>
              </a:rPr>
              <a:t>quan sát sₜ₊₁ và phần thưởng rₜ₊₁ quay lại tác nhân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57416" y="5577840"/>
            <a:ext cx="4727448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23771"/>
                </a:solidFill>
                <a:latin typeface="Calibri"/>
              </a:rPr>
              <a:t>Người phát triển vẫn phải đặc tả cả ba ô — và đặc tả sai thì không có báo lỗi nào.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217920"/>
            <a:ext cx="11201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666E7E"/>
                </a:solidFill>
                <a:latin typeface="Calibri"/>
              </a:rPr>
              <a:t>Nguồn: D. Isla, GDC 2005 (cây hành vi trong Halo 2)  ·  Yannakakis &amp; Togelius, Artificial Intelligence and Games, Springer 2018  ·  Wurman et al., Nature 602:223–228, 2022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9052560" cy="6583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223771"/>
                </a:solidFill>
                <a:latin typeface="Calibri"/>
              </a:rPr>
              <a:t>Mục tiêu và đóng góp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188720"/>
            <a:ext cx="5413248" cy="1700784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758952" y="1837943"/>
            <a:ext cx="402336" cy="402336"/>
          </a:xfrm>
          <a:prstGeom prst="ellipse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335024"/>
            <a:ext cx="4334256" cy="1408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650" b="1" i="0">
                <a:solidFill>
                  <a:srgbClr val="223771"/>
                </a:solidFill>
                <a:latin typeface="Calibri"/>
              </a:rPr>
              <a:t>Xây dựng ba môi trường Unity ML-Agents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66E7E"/>
                </a:solidFill>
                <a:latin typeface="Calibri"/>
              </a:rPr>
              <a:t>đối kháng · hợp tác · điều hướng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1188720"/>
            <a:ext cx="5413248" cy="1700784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6547104" y="1837943"/>
            <a:ext cx="402336" cy="402336"/>
          </a:xfrm>
          <a:prstGeom prst="ellipse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14032" y="1335024"/>
            <a:ext cx="4334256" cy="1408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650" b="1" i="0">
                <a:solidFill>
                  <a:srgbClr val="223771"/>
                </a:solidFill>
                <a:latin typeface="Calibri"/>
              </a:rPr>
              <a:t>Kiểm chứng bằng năm thuật toán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66E7E"/>
                </a:solidFill>
                <a:latin typeface="Calibri"/>
              </a:rPr>
              <a:t>PPO · SAC · MA-POCA · MAPPO · DQN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072384"/>
            <a:ext cx="5413248" cy="1700784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758952" y="3721608"/>
            <a:ext cx="402336" cy="402336"/>
          </a:xfrm>
          <a:prstGeom prst="ellipse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218688"/>
            <a:ext cx="4334256" cy="1408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650" b="1" i="0">
                <a:solidFill>
                  <a:srgbClr val="223771"/>
                </a:solidFill>
                <a:latin typeface="Calibri"/>
              </a:rPr>
              <a:t>Đóng gói để dùng lại được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66E7E"/>
                </a:solidFill>
                <a:latin typeface="Calibri"/>
              </a:rPr>
              <a:t>gói UPM kèm 15 cấu hình đã chạy thật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1072" y="3072384"/>
            <a:ext cx="5413248" cy="1700784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6547104" y="3721608"/>
            <a:ext cx="402336" cy="402336"/>
          </a:xfrm>
          <a:prstGeom prst="ellipse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14032" y="3218688"/>
            <a:ext cx="4334256" cy="1408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650" b="1" i="0">
                <a:solidFill>
                  <a:srgbClr val="223771"/>
                </a:solidFill>
                <a:latin typeface="Calibri"/>
              </a:rPr>
              <a:t>Xây ứng dụng demo trực quan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66E7E"/>
                </a:solidFill>
                <a:latin typeface="Calibri"/>
              </a:rPr>
              <a:t>nạp 15 mô hình ONNX, ba chế độ chơi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5047488"/>
            <a:ext cx="11201400" cy="1207008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86384" y="5047488"/>
            <a:ext cx="10634472" cy="12070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26522"/>
                </a:solidFill>
                <a:latin typeface="Calibri"/>
              </a:rPr>
              <a:t>Phạm vi:  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ba môi trường Unity 3D; năm thuật toán đóng vai phép thử kiểm chứng môi trường.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26522"/>
                </a:solidFill>
                <a:latin typeface="Calibri"/>
              </a:rPr>
              <a:t>Không bao gồm:  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đồ họa, âm thanh, sản phẩm game thương mại; đồ án không đề xuất thuật toán mới.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9052560" cy="6583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223771"/>
                </a:solidFill>
                <a:latin typeface="Calibri"/>
              </a:rPr>
              <a:t>Kiến trúc tổng thể — một đường ống đo duy nhất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280160"/>
            <a:ext cx="2020824" cy="1554480"/>
          </a:xfrm>
          <a:prstGeom prst="roundRect">
            <a:avLst>
              <a:gd name="adj" fmla="val 9000"/>
            </a:avLst>
          </a:prstGeom>
          <a:solidFill>
            <a:srgbClr val="2237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94360" y="1389888"/>
            <a:ext cx="1837943" cy="1335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MÔI TRƯỜNG UNITY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CF3"/>
                </a:solidFill>
                <a:latin typeface="Calibri"/>
              </a:rPr>
              <a:t>quan sát · hành động · reward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551175" y="1929384"/>
            <a:ext cx="210312" cy="256032"/>
          </a:xfrm>
          <a:prstGeom prst="rightArrow">
            <a:avLst/>
          </a:prstGeom>
          <a:solidFill>
            <a:srgbClr val="B4B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2788920" y="1280160"/>
            <a:ext cx="2020824" cy="1554480"/>
          </a:xfrm>
          <a:prstGeom prst="roundRect">
            <a:avLst>
              <a:gd name="adj" fmla="val 9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2880360" y="1389888"/>
            <a:ext cx="1837943" cy="1335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23771"/>
                </a:solidFill>
                <a:latin typeface="Calibri"/>
              </a:rPr>
              <a:t>ML-AGENTS TRAINER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66E7E"/>
                </a:solidFill>
                <a:latin typeface="Calibri"/>
              </a:rPr>
              <a:t>năm thuật toán phép thử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837176" y="1929384"/>
            <a:ext cx="210312" cy="256032"/>
          </a:xfrm>
          <a:prstGeom prst="rightArrow">
            <a:avLst/>
          </a:prstGeom>
          <a:solidFill>
            <a:srgbClr val="B4B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074920" y="1280160"/>
            <a:ext cx="2020824" cy="1554480"/>
          </a:xfrm>
          <a:prstGeom prst="roundRect">
            <a:avLst>
              <a:gd name="adj" fmla="val 9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166359" y="1389888"/>
            <a:ext cx="1837943" cy="1335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23771"/>
                </a:solidFill>
                <a:latin typeface="Calibri"/>
              </a:rPr>
              <a:t>TENSORBOARD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66E7E"/>
                </a:solidFill>
                <a:latin typeface="Calibri"/>
              </a:rPr>
              <a:t>reward · entropy · độ dài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123176" y="1929384"/>
            <a:ext cx="210312" cy="256032"/>
          </a:xfrm>
          <a:prstGeom prst="rightArrow">
            <a:avLst/>
          </a:prstGeom>
          <a:solidFill>
            <a:srgbClr val="B4B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7360920" y="1280160"/>
            <a:ext cx="2020824" cy="1554480"/>
          </a:xfrm>
          <a:prstGeom prst="roundRect">
            <a:avLst>
              <a:gd name="adj" fmla="val 9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452360" y="1389888"/>
            <a:ext cx="1837943" cy="1335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23771"/>
                </a:solidFill>
                <a:latin typeface="Calibri"/>
              </a:rPr>
              <a:t>XUẤT ONNX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66E7E"/>
                </a:solidFill>
                <a:latin typeface="Calibri"/>
              </a:rPr>
              <a:t>15 mô hình đã huấn luyện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409176" y="1929384"/>
            <a:ext cx="210312" cy="256032"/>
          </a:xfrm>
          <a:prstGeom prst="rightArrow">
            <a:avLst/>
          </a:prstGeom>
          <a:solidFill>
            <a:srgbClr val="B4B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9646920" y="1280160"/>
            <a:ext cx="2020824" cy="1554480"/>
          </a:xfrm>
          <a:prstGeom prst="roundRect">
            <a:avLst>
              <a:gd name="adj" fmla="val 9000"/>
            </a:avLst>
          </a:prstGeom>
          <a:solidFill>
            <a:srgbClr val="2237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738360" y="1389888"/>
            <a:ext cx="1837943" cy="1335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ỨNG DỤNG DEMO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8ECF3"/>
                </a:solidFill>
                <a:latin typeface="Calibri"/>
              </a:rPr>
              <a:t>ba chế độ · hai tab số liệu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02920" y="3127248"/>
          <a:ext cx="11201399" cy="168249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917031"/>
                <a:gridCol w="3617118"/>
                <a:gridCol w="4667250"/>
              </a:tblGrid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Thuật toán</a:t>
                      </a:r>
                    </a:p>
                  </a:txBody>
                  <a:tcPr marL="64008" marR="64008" marT="18288" marB="18288" anchor="ctr">
                    <a:solidFill>
                      <a:srgbClr val="22377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Nguồn trainer</a:t>
                      </a:r>
                    </a:p>
                  </a:txBody>
                  <a:tcPr marL="64008" marR="64008" marT="18288" marB="18288" anchor="ctr">
                    <a:solidFill>
                      <a:srgbClr val="22377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Ghi chú triển khai</a:t>
                      </a:r>
                    </a:p>
                  </a:txBody>
                  <a:tcPr marL="64008" marR="64008" marT="18288" marB="18288" anchor="ctr">
                    <a:solidFill>
                      <a:srgbClr val="223771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2B2B2B"/>
                          </a:solidFill>
                          <a:latin typeface="Calibri"/>
                        </a:rPr>
                        <a:t>PPO · SAC · MA-POCA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B2B2B"/>
                          </a:solidFill>
                          <a:latin typeface="Calibri"/>
                        </a:rPr>
                        <a:t>có sẵn trong ML-Agents 4.0.2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B2B2B"/>
                          </a:solidFill>
                          <a:latin typeface="Calibri"/>
                        </a:rPr>
                        <a:t>chạy trực tiếp bằng tệp cấu hình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2B2B2B"/>
                          </a:solidFill>
                          <a:latin typeface="Calibri"/>
                        </a:rPr>
                        <a:t>MAPPO</a:t>
                      </a:r>
                    </a:p>
                  </a:txBody>
                  <a:tcPr marL="64008" marR="64008" marT="18288" marB="18288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B2B2B"/>
                          </a:solidFill>
                          <a:latin typeface="Calibri"/>
                        </a:rPr>
                        <a:t>trainer mở rộng do đồ án bổ sung</a:t>
                      </a:r>
                    </a:p>
                  </a:txBody>
                  <a:tcPr marL="64008" marR="64008" marT="18288" marB="18288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B2B2B"/>
                          </a:solidFill>
                          <a:latin typeface="Calibri"/>
                        </a:rPr>
                        <a:t>phê bình tập trung, đăng ký thêm theo tên</a:t>
                      </a:r>
                    </a:p>
                  </a:txBody>
                  <a:tcPr marL="64008" marR="64008" marT="18288" marB="18288" anchor="ctr">
                    <a:solidFill>
                      <a:srgbClr val="F1F4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2B2B2B"/>
                          </a:solidFill>
                          <a:latin typeface="Calibri"/>
                        </a:rPr>
                        <a:t>DQN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B2B2B"/>
                          </a:solidFill>
                          <a:latin typeface="Calibri"/>
                        </a:rPr>
                        <a:t>trainer mở rộng do đồ án bổ sung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B2B2B"/>
                          </a:solidFill>
                          <a:latin typeface="Calibri"/>
                        </a:rPr>
                        <a:t>chỉ nhận hành động rời rạc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502920" y="5138928"/>
            <a:ext cx="11201400" cy="1133856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86384" y="5138928"/>
            <a:ext cx="10634472" cy="11338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23771"/>
                </a:solidFill>
                <a:latin typeface="Calibri"/>
              </a:rPr>
              <a:t>Cả năm thuật toán dùng chung một đường ống: cùng gRPC, cùng TensorBoard, cùng đường xuất ONNX.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Nhờ vậy chênh lệch đo được mới nói về môi trường, không phải về cách đo.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9052560" cy="6583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223771"/>
                </a:solidFill>
                <a:latin typeface="Calibri"/>
              </a:rPr>
              <a:t>Ba môi trường đại diện ba dạng bài toán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115568"/>
            <a:ext cx="3611880" cy="20299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env_footb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" y="1170432"/>
            <a:ext cx="3413760" cy="1920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3200400"/>
            <a:ext cx="361188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23771"/>
                </a:solidFill>
                <a:latin typeface="Calibri"/>
              </a:rPr>
              <a:t>Football 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93008"/>
            <a:ext cx="3611880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26522"/>
                </a:solidFill>
                <a:latin typeface="Calibri"/>
              </a:rPr>
              <a:t>ĐỐI KHÁNG 1-1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115568"/>
            <a:ext cx="3611880" cy="20299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env_puzz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6740" y="1170432"/>
            <a:ext cx="3413760" cy="1920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297680" y="3200400"/>
            <a:ext cx="361188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23771"/>
                </a:solidFill>
                <a:latin typeface="Calibri"/>
              </a:rPr>
              <a:t>Capture The Flag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3493008"/>
            <a:ext cx="3611880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26522"/>
                </a:solidFill>
                <a:latin typeface="Calibri"/>
              </a:rPr>
              <a:t>HỢP TÁC HAI TÁC NHÂN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115568"/>
            <a:ext cx="3611880" cy="20299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env_crossro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0" y="1170432"/>
            <a:ext cx="3413760" cy="19202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092440" y="3200400"/>
            <a:ext cx="361188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23771"/>
                </a:solidFill>
                <a:latin typeface="Calibri"/>
              </a:rPr>
              <a:t>Cross The Road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3493008"/>
            <a:ext cx="3611880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26522"/>
                </a:solidFill>
                <a:latin typeface="Calibri"/>
              </a:rPr>
              <a:t>ĐIỀU HƯỚNG ĐƠN TÁC NHÂN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02920" y="3858768"/>
          <a:ext cx="11201398" cy="243230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95368"/>
                <a:gridCol w="2846257"/>
                <a:gridCol w="3213516"/>
                <a:gridCol w="2846257"/>
              </a:tblGrid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4008" marR="64008" marT="18288" marB="18288" anchor="ctr">
                    <a:solidFill>
                      <a:srgbClr val="22377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Football Table</a:t>
                      </a:r>
                    </a:p>
                  </a:txBody>
                  <a:tcPr marL="64008" marR="64008" marT="18288" marB="18288" anchor="ctr">
                    <a:solidFill>
                      <a:srgbClr val="22377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Capture The Flag</a:t>
                      </a:r>
                    </a:p>
                  </a:txBody>
                  <a:tcPr marL="64008" marR="64008" marT="18288" marB="18288" anchor="ctr">
                    <a:solidFill>
                      <a:srgbClr val="22377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Cross The Road</a:t>
                      </a:r>
                    </a:p>
                  </a:txBody>
                  <a:tcPr marL="64008" marR="64008" marT="18288" marB="18288" anchor="ctr">
                    <a:solidFill>
                      <a:srgbClr val="223771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B2B2B"/>
                          </a:solidFill>
                          <a:latin typeface="Calibri"/>
                        </a:rPr>
                        <a:t>Quan sát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60 giá trị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61 giá trị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132 giá trị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B2B2B"/>
                          </a:solidFill>
                          <a:latin typeface="Calibri"/>
                        </a:rPr>
                        <a:t>Hành động</a:t>
                      </a:r>
                    </a:p>
                  </a:txBody>
                  <a:tcPr marL="64008" marR="64008" marT="18288" marB="18288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liên tục, 8 chiều</a:t>
                      </a:r>
                    </a:p>
                  </a:txBody>
                  <a:tcPr marL="64008" marR="64008" marT="18288" marB="18288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rời rạc, 7 hành động</a:t>
                      </a:r>
                    </a:p>
                  </a:txBody>
                  <a:tcPr marL="64008" marR="64008" marT="18288" marB="18288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rời rạc, 4 hành động</a:t>
                      </a:r>
                    </a:p>
                  </a:txBody>
                  <a:tcPr marL="64008" marR="64008" marT="18288" marB="18288" anchor="ctr">
                    <a:solidFill>
                      <a:srgbClr val="F1F4F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B2B2B"/>
                          </a:solidFill>
                          <a:latin typeface="Calibri"/>
                        </a:rPr>
                        <a:t>Cảm biến tia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không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7 tia · 6 nhãn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21 tia · 4 nhãn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B2B2B"/>
                          </a:solidFill>
                          <a:latin typeface="Calibri"/>
                        </a:rPr>
                        <a:t>Nhịp quyết định</a:t>
                      </a:r>
                    </a:p>
                  </a:txBody>
                  <a:tcPr marL="64008" marR="64008" marT="18288" marB="18288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2 bước vật lý</a:t>
                      </a:r>
                    </a:p>
                  </a:txBody>
                  <a:tcPr marL="64008" marR="64008" marT="18288" marB="18288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20 bước vật lý</a:t>
                      </a:r>
                    </a:p>
                  </a:txBody>
                  <a:tcPr marL="64008" marR="64008" marT="18288" marB="18288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5 bước vật lý</a:t>
                      </a:r>
                    </a:p>
                  </a:txBody>
                  <a:tcPr marL="64008" marR="64008" marT="18288" marB="18288" anchor="ctr">
                    <a:solidFill>
                      <a:srgbClr val="F1F4F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B2B2B"/>
                          </a:solidFill>
                          <a:latin typeface="Calibri"/>
                        </a:rPr>
                        <a:t>Phần thưởng nhóm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không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có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không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B2B2B"/>
                          </a:solidFill>
                          <a:latin typeface="Calibri"/>
                        </a:rPr>
                        <a:t>Cơ chế đặc thù</a:t>
                      </a:r>
                    </a:p>
                  </a:txBody>
                  <a:tcPr marL="64008" marR="64008" marT="18288" marB="18288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tự chơi (self-play)</a:t>
                      </a:r>
                    </a:p>
                  </a:txBody>
                  <a:tcPr marL="64008" marR="64008" marT="18288" marB="18288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bàn giao · học theo chương trình</a:t>
                      </a:r>
                    </a:p>
                  </a:txBody>
                  <a:tcPr marL="64008" marR="64008" marT="18288" marB="18288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vật cản động</a:t>
                      </a:r>
                    </a:p>
                  </a:txBody>
                  <a:tcPr marL="64008" marR="64008" marT="18288" marB="18288" anchor="ctr">
                    <a:solidFill>
                      <a:srgbClr val="F1F4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9052560" cy="6583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223771"/>
                </a:solidFill>
                <a:latin typeface="Calibri"/>
              </a:rPr>
              <a:t>Trọng tâm thiết kế — hàm phần thưởng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133856"/>
            <a:ext cx="11201400" cy="1773936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298448"/>
            <a:ext cx="10744200" cy="4206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23771"/>
                </a:solidFill>
                <a:latin typeface="Calibri"/>
              </a:rPr>
              <a:t>R(s, a, s′)  =  R</a:t>
            </a:r>
            <a:r>
              <a:rPr sz="2000" b="1" i="0" baseline="-25000">
                <a:solidFill>
                  <a:srgbClr val="223771"/>
                </a:solidFill>
                <a:latin typeface="Calibri"/>
              </a:rPr>
              <a:t>mt</a:t>
            </a:r>
            <a:r>
              <a:rPr sz="2000" b="1" i="0">
                <a:solidFill>
                  <a:srgbClr val="223771"/>
                </a:solidFill>
                <a:latin typeface="Calibri"/>
              </a:rPr>
              <a:t>(s′)  +  F(s, s′)  +  R</a:t>
            </a:r>
            <a:r>
              <a:rPr sz="2000" b="1" i="0" baseline="-25000">
                <a:solidFill>
                  <a:srgbClr val="223771"/>
                </a:solidFill>
                <a:latin typeface="Calibri"/>
              </a:rPr>
              <a:t>b</a:t>
            </a:r>
            <a:r>
              <a:rPr sz="2000" b="1" i="0">
                <a:solidFill>
                  <a:srgbClr val="223771"/>
                </a:solidFill>
                <a:latin typeface="Calibri"/>
              </a:rPr>
              <a:t>(s)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3429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26522"/>
                </a:solidFill>
                <a:latin typeface="Calibri"/>
              </a:rPr>
              <a:t>Rmt · mục tiêu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thưa, chỉ khác không tại cột mốc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43400" y="1920240"/>
            <a:ext cx="3429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26522"/>
                </a:solidFill>
                <a:latin typeface="Calibri"/>
              </a:rPr>
              <a:t>F · định hình thế năng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F = γΦ(s′) − Φ(s) — bất biến chính sách (Ng và cs., 1999)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0" y="1920240"/>
            <a:ext cx="3429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26522"/>
                </a:solidFill>
                <a:latin typeface="Calibri"/>
              </a:rPr>
              <a:t>Rb · theo bước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dày — nơi phát sinh lợi dụng phần thưởng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145536"/>
            <a:ext cx="2670048" cy="2103120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704088" y="3310128"/>
            <a:ext cx="329184" cy="329184"/>
          </a:xfrm>
          <a:prstGeom prst="ellipse">
            <a:avLst/>
          </a:prstGeom>
          <a:solidFill>
            <a:srgbClr val="2237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" y="3273552"/>
            <a:ext cx="1865376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23771"/>
                </a:solidFill>
                <a:latin typeface="Calibri"/>
              </a:rPr>
              <a:t>Bám theo lời giải mẫu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3822191"/>
            <a:ext cx="2267712" cy="1298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đặt phần thưởng lên từng mốc của trình tự thao tác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46704" y="3145536"/>
            <a:ext cx="2670048" cy="2103120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3547872" y="3310128"/>
            <a:ext cx="329184" cy="329184"/>
          </a:xfrm>
          <a:prstGeom prst="ellipse">
            <a:avLst/>
          </a:prstGeom>
          <a:solidFill>
            <a:srgbClr val="2237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50208" y="3273552"/>
            <a:ext cx="1865376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23771"/>
                </a:solidFill>
                <a:latin typeface="Calibri"/>
              </a:rPr>
              <a:t>Ưu tiên sự kiện và thế năng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3822191"/>
            <a:ext cx="2267712" cy="1298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tránh cộng dồn theo bước — nơi sinh lối tắt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0488" y="3145536"/>
            <a:ext cx="2670048" cy="2103120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6391655" y="3310128"/>
            <a:ext cx="329184" cy="329184"/>
          </a:xfrm>
          <a:prstGeom prst="ellipse">
            <a:avLst/>
          </a:prstGeom>
          <a:solidFill>
            <a:srgbClr val="2237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93992" y="3273552"/>
            <a:ext cx="1865376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23771"/>
                </a:solidFill>
                <a:latin typeface="Calibri"/>
              </a:rPr>
              <a:t>Giữ trật tự độ lớn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1655" y="3822191"/>
            <a:ext cx="2267712" cy="1298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tổng khoản phụ &lt; phần thưởng hoàn thành nhiệm vụ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34272" y="3145536"/>
            <a:ext cx="2670048" cy="2103120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9235440" y="3310128"/>
            <a:ext cx="329184" cy="329184"/>
          </a:xfrm>
          <a:prstGeom prst="ellipse">
            <a:avLst/>
          </a:prstGeom>
          <a:solidFill>
            <a:srgbClr val="2237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37776" y="3273552"/>
            <a:ext cx="1865376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23771"/>
                </a:solidFill>
                <a:latin typeface="Calibri"/>
              </a:rPr>
              <a:t>Sửa cơ chế trước khi tăng hệ số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3822191"/>
            <a:ext cx="2267712" cy="1298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hệ số chỉ chỉnh sau khi cơ chế đã đúng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468112"/>
            <a:ext cx="11201400" cy="822960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86384" y="5468112"/>
            <a:ext cx="10634472" cy="8229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23771"/>
                </a:solidFill>
                <a:latin typeface="Calibri"/>
              </a:rPr>
              <a:t>Đặc tả đi một chiều: hành vi mục tiêu → hàm phần thưởng → chính sách học được. Sai lệch chỉ lộ ra ở bước cuối.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9052560" cy="6583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223771"/>
                </a:solidFill>
                <a:latin typeface="Calibri"/>
              </a:rPr>
              <a:t>Football Table — đối kháng 1-1, hành động liên tục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133856"/>
            <a:ext cx="5577840" cy="3310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env_footb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1292161"/>
            <a:ext cx="5321807" cy="29935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517136"/>
            <a:ext cx="5577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666E7E"/>
                </a:solidFill>
                <a:latin typeface="Calibri"/>
              </a:rPr>
              <a:t>Bàn bi lắc 3D: bốn thanh gạt mỗi đội, mỗi thanh có hai bậc tự do là trượt và xoay.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937760"/>
            <a:ext cx="5577840" cy="135331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49808" y="4937760"/>
            <a:ext cx="5084064" cy="1353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F26522"/>
                </a:solidFill>
                <a:latin typeface="Calibri"/>
              </a:rPr>
              <a:t>Thách thức thiết kế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2B2B"/>
                </a:solidFill>
                <a:latin typeface="Calibri"/>
              </a:rPr>
              <a:t>Gán công lao trong tự chơi: đối thủ mạnh dần theo chính mình, nên phần thưởng tuyệt đối không đo được tiến bộ.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355080" y="1133856"/>
          <a:ext cx="5349239" cy="49377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75962"/>
                <a:gridCol w="3173277"/>
              </a:tblGrid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Thành phần</a:t>
                      </a:r>
                    </a:p>
                  </a:txBody>
                  <a:tcPr marL="64008" marR="64008" marT="18288" marB="18288" anchor="ctr">
                    <a:solidFill>
                      <a:srgbClr val="22377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Đặc tả</a:t>
                      </a:r>
                    </a:p>
                  </a:txBody>
                  <a:tcPr marL="64008" marR="64008" marT="18288" marB="18288" anchor="ctr">
                    <a:solidFill>
                      <a:srgbClr val="223771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B2B2B"/>
                          </a:solidFill>
                          <a:latin typeface="Calibri"/>
                        </a:rPr>
                        <a:t>Quan sát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60 giá trị · đối xứng hóa hai phía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B2B2B"/>
                          </a:solidFill>
                          <a:latin typeface="Calibri"/>
                        </a:rPr>
                        <a:t>Hành động</a:t>
                      </a:r>
                    </a:p>
                  </a:txBody>
                  <a:tcPr marL="64008" marR="64008" marT="18288" marB="18288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liên tục, 8 chiều</a:t>
                      </a:r>
                    </a:p>
                  </a:txBody>
                  <a:tcPr marL="64008" marR="64008" marT="18288" marB="18288" anchor="ctr">
                    <a:solidFill>
                      <a:srgbClr val="F1F4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B2B2B"/>
                          </a:solidFill>
                          <a:latin typeface="Calibri"/>
                        </a:rPr>
                        <a:t>Nhịp quyết định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2 bước vật lý (25 qđ/s)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B2B2B"/>
                          </a:solidFill>
                          <a:latin typeface="Calibri"/>
                        </a:rPr>
                        <a:t>Phần thưởng mục tiêu</a:t>
                      </a:r>
                    </a:p>
                  </a:txBody>
                  <a:tcPr marL="64008" marR="64008" marT="18288" marB="18288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+5 ghi bàn  ·  −1 thủng lưới</a:t>
                      </a:r>
                    </a:p>
                  </a:txBody>
                  <a:tcPr marL="64008" marR="64008" marT="18288" marB="18288" anchor="ctr">
                    <a:solidFill>
                      <a:srgbClr val="F1F4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B2B2B"/>
                          </a:solidFill>
                          <a:latin typeface="Calibri"/>
                        </a:rPr>
                        <a:t>Phần thưởng theo bước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−1/3000 mỗi bước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B2B2B"/>
                          </a:solidFill>
                          <a:latin typeface="Calibri"/>
                        </a:rPr>
                        <a:t>Cơ chế</a:t>
                      </a:r>
                    </a:p>
                  </a:txBody>
                  <a:tcPr marL="64008" marR="64008" marT="18288" marB="18288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tự chơi, đo bằng chỉ số ELO</a:t>
                      </a:r>
                    </a:p>
                  </a:txBody>
                  <a:tcPr marL="64008" marR="64008" marT="18288" marB="18288" anchor="ctr">
                    <a:solidFill>
                      <a:srgbClr val="F1F4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B2B2B"/>
                          </a:solidFill>
                          <a:latin typeface="Calibri"/>
                        </a:rPr>
                        <a:t>Kết thúc lượt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có bàn thắng hoặc 3.000 bước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B2B2B"/>
                          </a:solidFill>
                          <a:latin typeface="Calibri"/>
                        </a:rPr>
                        <a:t>Ngân sách</a:t>
                      </a:r>
                    </a:p>
                  </a:txBody>
                  <a:tcPr marL="64008" marR="64008" marT="18288" marB="18288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1.600.000 bước</a:t>
                      </a:r>
                    </a:p>
                  </a:txBody>
                  <a:tcPr marL="64008" marR="64008" marT="18288" marB="18288" anchor="ctr">
                    <a:solidFill>
                      <a:srgbClr val="F1F4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9052560" cy="6583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223771"/>
                </a:solidFill>
                <a:latin typeface="Calibri"/>
              </a:rPr>
              <a:t>Capture The Flag — hợp tác hai tác nhân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133856"/>
            <a:ext cx="5577840" cy="3310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env_puzz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1292161"/>
            <a:ext cx="5321807" cy="29935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517136"/>
            <a:ext cx="5577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666E7E"/>
                </a:solidFill>
                <a:latin typeface="Calibri"/>
              </a:rPr>
              <a:t>Hành lang ba khoang: hai bàn đạp nằm hai phía đối diện nhưng cùng điều khiển một cổng cửa.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937760"/>
            <a:ext cx="5577840" cy="135331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49808" y="4937760"/>
            <a:ext cx="5084064" cy="1353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F26522"/>
                </a:solidFill>
                <a:latin typeface="Calibri"/>
              </a:rPr>
              <a:t>Thách thức thiết kế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2B2B"/>
                </a:solidFill>
                <a:latin typeface="Calibri"/>
              </a:rPr>
              <a:t>Gán công lao cho cả nhóm: phần thưởng chung phải khiến hợp tác có lợi mà không thưởng cho việc ăn theo.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355080" y="1133856"/>
          <a:ext cx="5349239" cy="49377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75962"/>
                <a:gridCol w="3173277"/>
              </a:tblGrid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Thành phần</a:t>
                      </a:r>
                    </a:p>
                  </a:txBody>
                  <a:tcPr marL="64008" marR="64008" marT="18288" marB="18288" anchor="ctr">
                    <a:solidFill>
                      <a:srgbClr val="22377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Đặc tả</a:t>
                      </a:r>
                    </a:p>
                  </a:txBody>
                  <a:tcPr marL="64008" marR="64008" marT="18288" marB="18288" anchor="ctr">
                    <a:solidFill>
                      <a:srgbClr val="223771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B2B2B"/>
                          </a:solidFill>
                          <a:latin typeface="Calibri"/>
                        </a:rPr>
                        <a:t>Quan sát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61 giá trị · 5 cờ logic + 7 tia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B2B2B"/>
                          </a:solidFill>
                          <a:latin typeface="Calibri"/>
                        </a:rPr>
                        <a:t>Hành động</a:t>
                      </a:r>
                    </a:p>
                  </a:txBody>
                  <a:tcPr marL="64008" marR="64008" marT="18288" marB="18288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rời rạc, 7 hành động</a:t>
                      </a:r>
                    </a:p>
                  </a:txBody>
                  <a:tcPr marL="64008" marR="64008" marT="18288" marB="18288" anchor="ctr">
                    <a:solidFill>
                      <a:srgbClr val="F1F4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B2B2B"/>
                          </a:solidFill>
                          <a:latin typeface="Calibri"/>
                        </a:rPr>
                        <a:t>Nhịp quyết định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20 bước vật lý (2,5 qđ/s)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B2B2B"/>
                          </a:solidFill>
                          <a:latin typeface="Calibri"/>
                        </a:rPr>
                        <a:t>Phần thưởng nhóm</a:t>
                      </a:r>
                    </a:p>
                  </a:txBody>
                  <a:tcPr marL="64008" marR="64008" marT="18288" marB="18288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+1 cả hai tới đích  ·  +0,5 vượt cổng</a:t>
                      </a:r>
                    </a:p>
                  </a:txBody>
                  <a:tcPr marL="64008" marR="64008" marT="18288" marB="18288" anchor="ctr">
                    <a:solidFill>
                      <a:srgbClr val="F1F4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B2B2B"/>
                          </a:solidFill>
                          <a:latin typeface="Calibri"/>
                        </a:rPr>
                        <a:t>Định hình thế năng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κ = 0,01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B2B2B"/>
                          </a:solidFill>
                          <a:latin typeface="Calibri"/>
                        </a:rPr>
                        <a:t>Khoản theo bước</a:t>
                      </a:r>
                    </a:p>
                  </a:txBody>
                  <a:tcPr marL="64008" marR="64008" marT="18288" marB="18288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chuẩn hóa theo N = 100.000</a:t>
                      </a:r>
                    </a:p>
                  </a:txBody>
                  <a:tcPr marL="64008" marR="64008" marT="18288" marB="18288" anchor="ctr">
                    <a:solidFill>
                      <a:srgbClr val="F1F4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B2B2B"/>
                          </a:solidFill>
                          <a:latin typeface="Calibri"/>
                        </a:rPr>
                        <a:t>Kết thúc lượt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cả hai tới đích hoặc 100.000 bước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B2B2B"/>
                          </a:solidFill>
                          <a:latin typeface="Calibri"/>
                        </a:rPr>
                        <a:t>Ngân sách</a:t>
                      </a:r>
                    </a:p>
                  </a:txBody>
                  <a:tcPr marL="64008" marR="64008" marT="18288" marB="18288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1.700.000 bước</a:t>
                      </a:r>
                    </a:p>
                  </a:txBody>
                  <a:tcPr marL="64008" marR="64008" marT="18288" marB="18288" anchor="ctr">
                    <a:solidFill>
                      <a:srgbClr val="F1F4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9052560" cy="6583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223771"/>
                </a:solidFill>
                <a:latin typeface="Calibri"/>
              </a:rPr>
              <a:t>Cross The Road — điều hướng với phần thưởng thưa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133856"/>
            <a:ext cx="5577840" cy="3310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env_crossr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1292161"/>
            <a:ext cx="5321807" cy="29935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517136"/>
            <a:ext cx="5577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666E7E"/>
                </a:solidFill>
                <a:latin typeface="Calibri"/>
              </a:rPr>
              <a:t>Năm làn xe; tốc độ mỗi xe bốc ngẫu nhiên lại sau mỗi lượt chơi nên không học vẹt được.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937760"/>
            <a:ext cx="5577840" cy="1353312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49808" y="4937760"/>
            <a:ext cx="5084064" cy="1353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F26522"/>
                </a:solidFill>
                <a:latin typeface="Calibri"/>
              </a:rPr>
              <a:t>Thách thức thiết kế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2B2B"/>
                </a:solidFill>
                <a:latin typeface="Calibri"/>
              </a:rPr>
              <a:t>Chống chính sách tự đóng băng: lượt chơi không giới hạn bước nên đứng yên mãi cũng là một lời giải hợp lệ.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355080" y="1133856"/>
          <a:ext cx="5349239" cy="49377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75962"/>
                <a:gridCol w="3173277"/>
              </a:tblGrid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Thành phần</a:t>
                      </a:r>
                    </a:p>
                  </a:txBody>
                  <a:tcPr marL="64008" marR="64008" marT="18288" marB="18288" anchor="ctr">
                    <a:solidFill>
                      <a:srgbClr val="22377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Đặc tả</a:t>
                      </a:r>
                    </a:p>
                  </a:txBody>
                  <a:tcPr marL="64008" marR="64008" marT="18288" marB="18288" anchor="ctr">
                    <a:solidFill>
                      <a:srgbClr val="223771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B2B2B"/>
                          </a:solidFill>
                          <a:latin typeface="Calibri"/>
                        </a:rPr>
                        <a:t>Quan sát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132 giá trị · 21 tia cảm biến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B2B2B"/>
                          </a:solidFill>
                          <a:latin typeface="Calibri"/>
                        </a:rPr>
                        <a:t>Hành động</a:t>
                      </a:r>
                    </a:p>
                  </a:txBody>
                  <a:tcPr marL="64008" marR="64008" marT="18288" marB="18288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rời rạc, 4 hành động</a:t>
                      </a:r>
                    </a:p>
                  </a:txBody>
                  <a:tcPr marL="64008" marR="64008" marT="18288" marB="18288" anchor="ctr">
                    <a:solidFill>
                      <a:srgbClr val="F1F4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B2B2B"/>
                          </a:solidFill>
                          <a:latin typeface="Calibri"/>
                        </a:rPr>
                        <a:t>Nhịp quyết định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5 bước vật lý (10 qđ/s)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B2B2B"/>
                          </a:solidFill>
                          <a:latin typeface="Calibri"/>
                        </a:rPr>
                        <a:t>Phần thưởng mục tiêu</a:t>
                      </a:r>
                    </a:p>
                  </a:txBody>
                  <a:tcPr marL="64008" marR="64008" marT="18288" marB="18288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+1 tới đích  ·  −0,025 va chạm</a:t>
                      </a:r>
                    </a:p>
                  </a:txBody>
                  <a:tcPr marL="64008" marR="64008" marT="18288" marB="18288" anchor="ctr">
                    <a:solidFill>
                      <a:srgbClr val="F1F4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B2B2B"/>
                          </a:solidFill>
                          <a:latin typeface="Calibri"/>
                        </a:rPr>
                        <a:t>Tín hiệu tò mò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cường độ 0,02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B2B2B"/>
                          </a:solidFill>
                          <a:latin typeface="Calibri"/>
                        </a:rPr>
                        <a:t>Kết thúc lượt</a:t>
                      </a:r>
                    </a:p>
                  </a:txBody>
                  <a:tcPr marL="64008" marR="64008" marT="18288" marB="18288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tới đích hoặc va chạm</a:t>
                      </a:r>
                    </a:p>
                  </a:txBody>
                  <a:tcPr marL="64008" marR="64008" marT="18288" marB="18288" anchor="ctr">
                    <a:solidFill>
                      <a:srgbClr val="F1F4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B2B2B"/>
                          </a:solidFill>
                          <a:latin typeface="Calibri"/>
                        </a:rPr>
                        <a:t>Giới hạn bước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không giới hạn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B2B2B"/>
                          </a:solidFill>
                          <a:latin typeface="Calibri"/>
                        </a:rPr>
                        <a:t>Ngân sách</a:t>
                      </a:r>
                    </a:p>
                  </a:txBody>
                  <a:tcPr marL="64008" marR="64008" marT="18288" marB="18288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2.000.000 bước</a:t>
                      </a:r>
                    </a:p>
                  </a:txBody>
                  <a:tcPr marL="64008" marR="64008" marT="18288" marB="18288" anchor="ctr">
                    <a:solidFill>
                      <a:srgbClr val="F1F4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9052560" cy="6583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223771"/>
                </a:solidFill>
                <a:latin typeface="Calibri"/>
              </a:rPr>
              <a:t>Thiết kế thực nghiệm — lưới đầy đủ 5 × 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133856"/>
            <a:ext cx="2670048" cy="1097280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2920" y="1225296"/>
            <a:ext cx="2670048" cy="6035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23771"/>
                </a:solidFill>
                <a:latin typeface="Calibri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10512"/>
            <a:ext cx="26700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66E7E"/>
                </a:solidFill>
                <a:latin typeface="Calibri"/>
              </a:rPr>
              <a:t>lần huấn luyện đầy đủ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46704" y="1133856"/>
            <a:ext cx="2670048" cy="1097280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346704" y="1225296"/>
            <a:ext cx="2670048" cy="6035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23771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46704" y="1810512"/>
            <a:ext cx="26700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66E7E"/>
                </a:solidFill>
                <a:latin typeface="Calibri"/>
              </a:rPr>
              <a:t>thuật toán làm phép thử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133856"/>
            <a:ext cx="2670048" cy="1097280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190488" y="1225296"/>
            <a:ext cx="2670048" cy="6035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23771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0488" y="1810512"/>
            <a:ext cx="26700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66E7E"/>
                </a:solidFill>
                <a:latin typeface="Calibri"/>
              </a:rPr>
              <a:t>môi trường game 3D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34272" y="1133856"/>
            <a:ext cx="2670048" cy="1097280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034272" y="1225296"/>
            <a:ext cx="2670048" cy="6035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23771"/>
                </a:solidFill>
                <a:latin typeface="Calibri"/>
              </a:rPr>
              <a:t>×8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34272" y="1810512"/>
            <a:ext cx="26700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66E7E"/>
                </a:solidFill>
                <a:latin typeface="Calibri"/>
              </a:rPr>
              <a:t>khu vực chạy song song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02920" y="2487168"/>
          <a:ext cx="6537959" cy="153619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27859"/>
                <a:gridCol w="838200"/>
                <a:gridCol w="838200"/>
                <a:gridCol w="1089660"/>
                <a:gridCol w="922020"/>
                <a:gridCol w="92202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Môi trường</a:t>
                      </a:r>
                    </a:p>
                  </a:txBody>
                  <a:tcPr marL="64008" marR="64008" marT="18288" marB="18288" anchor="ctr">
                    <a:solidFill>
                      <a:srgbClr val="22377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PPO</a:t>
                      </a:r>
                    </a:p>
                  </a:txBody>
                  <a:tcPr marL="64008" marR="64008" marT="18288" marB="18288" anchor="ctr">
                    <a:solidFill>
                      <a:srgbClr val="22377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SAC</a:t>
                      </a:r>
                    </a:p>
                  </a:txBody>
                  <a:tcPr marL="64008" marR="64008" marT="18288" marB="18288" anchor="ctr">
                    <a:solidFill>
                      <a:srgbClr val="22377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MA-POCA</a:t>
                      </a:r>
                    </a:p>
                  </a:txBody>
                  <a:tcPr marL="64008" marR="64008" marT="18288" marB="18288" anchor="ctr">
                    <a:solidFill>
                      <a:srgbClr val="22377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MAPPO</a:t>
                      </a:r>
                    </a:p>
                  </a:txBody>
                  <a:tcPr marL="64008" marR="64008" marT="18288" marB="18288" anchor="ctr">
                    <a:solidFill>
                      <a:srgbClr val="22377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DQN</a:t>
                      </a:r>
                    </a:p>
                  </a:txBody>
                  <a:tcPr marL="64008" marR="64008" marT="18288" marB="18288" anchor="ctr">
                    <a:solidFill>
                      <a:srgbClr val="223771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B2B2B"/>
                          </a:solidFill>
                          <a:latin typeface="Calibri"/>
                        </a:rPr>
                        <a:t>Football Table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✓ *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B2B2B"/>
                          </a:solidFill>
                          <a:latin typeface="Calibri"/>
                        </a:rPr>
                        <a:t>Capture The Flag</a:t>
                      </a:r>
                    </a:p>
                  </a:txBody>
                  <a:tcPr marL="64008" marR="64008" marT="18288" marB="18288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64008" marR="64008" marT="18288" marB="18288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64008" marR="64008" marT="18288" marB="18288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64008" marR="64008" marT="18288" marB="18288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64008" marR="64008" marT="18288" marB="18288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64008" marR="64008" marT="18288" marB="18288" anchor="ctr">
                    <a:solidFill>
                      <a:srgbClr val="F1F4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B2B2B"/>
                          </a:solidFill>
                          <a:latin typeface="Calibri"/>
                        </a:rPr>
                        <a:t>Cross The Road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02920" y="4206240"/>
            <a:ext cx="6537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666E7E"/>
                </a:solidFill>
                <a:latin typeface="Calibri"/>
              </a:rPr>
              <a:t>* DQN chỉ nhận hành động rời rạc nên Football Table cần một bản dựng riêng, chạy không tự chơi.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269480" y="2487168"/>
          <a:ext cx="4434840" cy="19202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77440"/>
                <a:gridCol w="205740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Ngân sách bước</a:t>
                      </a:r>
                    </a:p>
                  </a:txBody>
                  <a:tcPr marL="64008" marR="64008" marT="18288" marB="18288" anchor="ctr">
                    <a:solidFill>
                      <a:srgbClr val="22377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4008" marR="64008" marT="18288" marB="18288" anchor="ctr">
                    <a:solidFill>
                      <a:srgbClr val="223771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B2B2B"/>
                          </a:solidFill>
                          <a:latin typeface="Calibri"/>
                        </a:rPr>
                        <a:t>Cross The Road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2.000.000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B2B2B"/>
                          </a:solidFill>
                          <a:latin typeface="Calibri"/>
                        </a:rPr>
                        <a:t>Capture The Flag</a:t>
                      </a:r>
                    </a:p>
                  </a:txBody>
                  <a:tcPr marL="64008" marR="64008" marT="18288" marB="18288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1.700.000</a:t>
                      </a:r>
                    </a:p>
                  </a:txBody>
                  <a:tcPr marL="64008" marR="64008" marT="18288" marB="18288" anchor="ctr">
                    <a:solidFill>
                      <a:srgbClr val="F1F4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B2B2B"/>
                          </a:solidFill>
                          <a:latin typeface="Calibri"/>
                        </a:rPr>
                        <a:t>Football Table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1.600.000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B2B2B"/>
                          </a:solidFill>
                          <a:latin typeface="Calibri"/>
                        </a:rPr>
                        <a:t>Phần cứng</a:t>
                      </a:r>
                    </a:p>
                  </a:txBody>
                  <a:tcPr marL="64008" marR="64008" marT="18288" marB="18288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i5-14600KF · RTX 3050</a:t>
                      </a:r>
                    </a:p>
                  </a:txBody>
                  <a:tcPr marL="64008" marR="64008" marT="18288" marB="18288" anchor="ctr">
                    <a:solidFill>
                      <a:srgbClr val="F1F4FA"/>
                    </a:solidFill>
                  </a:tcPr>
                </a:tc>
              </a:tr>
            </a:tbl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502920" y="4773168"/>
            <a:ext cx="11201400" cy="1517904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86384" y="4773168"/>
            <a:ext cx="10634472" cy="1517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23771"/>
                </a:solidFill>
                <a:latin typeface="Calibri"/>
              </a:rPr>
              <a:t>Trong từng môi trường, cả năm thuật toán dùng chung một ngân sách bước và cùng phần cứng.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2B2B2B"/>
                </a:solidFill>
                <a:latin typeface="Calibri"/>
              </a:rPr>
              <a:t>Một môi trường chỉ được coi là kiểm chứng chắc chắn khi nó phản ứng nhất quán trước nhiều hướng tiếp cận khác nguyên lý.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9052560" cy="6583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223771"/>
                </a:solidFill>
                <a:latin typeface="Calibri"/>
              </a:rPr>
              <a:t>Tiêu chí nghiệm thu môi trường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133856"/>
            <a:ext cx="3611880" cy="1975104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740664" y="1316736"/>
            <a:ext cx="384048" cy="384048"/>
          </a:xfrm>
          <a:prstGeom prst="ellipse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353312"/>
            <a:ext cx="2651760" cy="3291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23771"/>
                </a:solidFill>
                <a:latin typeface="Calibri"/>
              </a:rPr>
              <a:t>HỌC ĐƯỢC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0664" y="1810512"/>
            <a:ext cx="3136392" cy="1152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2B2B"/>
                </a:solidFill>
                <a:latin typeface="Calibri"/>
              </a:rPr>
              <a:t>≥ 4/5 thuật toán tiến bộ rõ rệt so với lúc khởi tạo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133856"/>
            <a:ext cx="3611880" cy="1975104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4535424" y="1316736"/>
            <a:ext cx="384048" cy="384048"/>
          </a:xfrm>
          <a:prstGeom prst="ellipse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353312"/>
            <a:ext cx="2651760" cy="3291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23771"/>
                </a:solidFill>
                <a:latin typeface="Calibri"/>
              </a:rPr>
              <a:t>PHÂN BIỆT ĐƯỢC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35424" y="1810512"/>
            <a:ext cx="3136392" cy="1152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2B2B"/>
                </a:solidFill>
                <a:latin typeface="Calibri"/>
              </a:rPr>
              <a:t>các hướng tiếp cận khác nguyên lý tách được nhau trên chỉ số đo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133856"/>
            <a:ext cx="3611880" cy="1975104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8330184" y="1316736"/>
            <a:ext cx="384048" cy="384048"/>
          </a:xfrm>
          <a:prstGeom prst="ellipse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3960" y="1353312"/>
            <a:ext cx="2651760" cy="3291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23771"/>
                </a:solidFill>
                <a:latin typeface="Calibri"/>
              </a:rPr>
              <a:t>KHÔNG CÓ LỐI TẮT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0184" y="1810512"/>
            <a:ext cx="3136392" cy="1152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2B2B"/>
                </a:solidFill>
                <a:latin typeface="Calibri"/>
              </a:rPr>
              <a:t>không lần chạy nào đạt điểm sát trần mà chưa giải được nhiệm vụ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02920" y="3310128"/>
          <a:ext cx="11201400" cy="15727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43200"/>
                <a:gridCol w="8458200"/>
              </a:tblGrid>
              <a:tr h="393192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Chỉ số đo</a:t>
                      </a:r>
                    </a:p>
                  </a:txBody>
                  <a:tcPr marL="64008" marR="64008" marT="18288" marB="18288" anchor="ctr">
                    <a:solidFill>
                      <a:srgbClr val="22377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Định nghĩa</a:t>
                      </a:r>
                    </a:p>
                  </a:txBody>
                  <a:tcPr marL="64008" marR="64008" marT="18288" marB="18288" anchor="ctr">
                    <a:solidFill>
                      <a:srgbClr val="223771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B2B2B"/>
                          </a:solidFill>
                          <a:latin typeface="Calibri"/>
                        </a:rPr>
                        <a:t>Mức năng lực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phần thưởng trung bình trên 10% cuối của quá trình huấn luyện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B2B2B"/>
                          </a:solidFill>
                          <a:latin typeface="Calibri"/>
                        </a:rPr>
                        <a:t>Tốc độ hội tụ</a:t>
                      </a:r>
                    </a:p>
                  </a:txBody>
                  <a:tcPr marL="64008" marR="64008" marT="18288" marB="18288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bước mà từ đó đường cong không tụt dưới 90% mức ổn định</a:t>
                      </a:r>
                    </a:p>
                  </a:txBody>
                  <a:tcPr marL="64008" marR="64008" marT="18288" marB="18288" anchor="ctr">
                    <a:solidFill>
                      <a:srgbClr val="F1F4FA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B2B2B"/>
                          </a:solidFill>
                          <a:latin typeface="Calibri"/>
                        </a:rPr>
                        <a:t>Độ ổn định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độ lệch chuẩn của đường cong trên 10% cuối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502920" y="5065776"/>
            <a:ext cx="11201400" cy="1225296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86384" y="5065776"/>
            <a:ext cx="10634472" cy="12252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26522"/>
                </a:solidFill>
                <a:latin typeface="Calibri"/>
              </a:rPr>
              <a:t>Kết quả nghiệm thu:  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Cross The Road và Capture The Flag đạt cả ba tiêu chí; Football Table đạt 2/3 do dải ELO quá hẹp.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66E7E"/>
                </a:solidFill>
                <a:latin typeface="Calibri"/>
              </a:rPr>
              <a:t>Football Table dùng thêm chỉ số ELO vì trong tự chơi phần thưởng không so trực tiếp được.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9052560" cy="6583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223771"/>
                </a:solidFill>
                <a:latin typeface="Calibri"/>
              </a:rPr>
              <a:t>Kết quả — 15 lần huấn luyện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152144"/>
          <a:ext cx="11201400" cy="241401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94560"/>
                <a:gridCol w="3017520"/>
                <a:gridCol w="3017520"/>
                <a:gridCol w="2971800"/>
              </a:tblGrid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Thuật toán</a:t>
                      </a:r>
                    </a:p>
                  </a:txBody>
                  <a:tcPr marL="64008" marR="64008" marT="18288" marB="18288" anchor="ctr">
                    <a:solidFill>
                      <a:srgbClr val="22377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Cross The Road
reward 10% cuối</a:t>
                      </a:r>
                    </a:p>
                  </a:txBody>
                  <a:tcPr marL="64008" marR="64008" marT="18288" marB="18288" anchor="ctr">
                    <a:solidFill>
                      <a:srgbClr val="22377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Capture The Flag
reward 10% cuối</a:t>
                      </a:r>
                    </a:p>
                  </a:txBody>
                  <a:tcPr marL="64008" marR="64008" marT="18288" marB="18288" anchor="ctr">
                    <a:solidFill>
                      <a:srgbClr val="22377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Football Table
ELO cuối (mức tăng)</a:t>
                      </a:r>
                    </a:p>
                  </a:txBody>
                  <a:tcPr marL="64008" marR="64008" marT="18288" marB="18288" anchor="ctr">
                    <a:solidFill>
                      <a:srgbClr val="223771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B2B2B"/>
                          </a:solidFill>
                          <a:latin typeface="Calibri"/>
                        </a:rPr>
                        <a:t>PPO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0,690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0,834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1259  (+60)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B2B2B"/>
                          </a:solidFill>
                          <a:latin typeface="Calibri"/>
                        </a:rPr>
                        <a:t>SAC</a:t>
                      </a:r>
                    </a:p>
                  </a:txBody>
                  <a:tcPr marL="64008" marR="64008" marT="18288" marB="18288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0,846</a:t>
                      </a:r>
                    </a:p>
                  </a:txBody>
                  <a:tcPr marL="64008" marR="64008" marT="18288" marB="18288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0,183</a:t>
                      </a:r>
                    </a:p>
                  </a:txBody>
                  <a:tcPr marL="64008" marR="64008" marT="18288" marB="18288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1254  (+57)</a:t>
                      </a:r>
                    </a:p>
                  </a:txBody>
                  <a:tcPr marL="64008" marR="64008" marT="18288" marB="18288" anchor="ctr">
                    <a:solidFill>
                      <a:srgbClr val="F1F4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B2B2B"/>
                          </a:solidFill>
                          <a:latin typeface="Calibri"/>
                        </a:rPr>
                        <a:t>MA-POCA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0,556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0,838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1237  (+36)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B2B2B"/>
                          </a:solidFill>
                          <a:latin typeface="Calibri"/>
                        </a:rPr>
                        <a:t>MAPPO</a:t>
                      </a:r>
                    </a:p>
                  </a:txBody>
                  <a:tcPr marL="64008" marR="64008" marT="18288" marB="18288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0,835</a:t>
                      </a:r>
                    </a:p>
                  </a:txBody>
                  <a:tcPr marL="64008" marR="64008" marT="18288" marB="18288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0,840</a:t>
                      </a:r>
                    </a:p>
                  </a:txBody>
                  <a:tcPr marL="64008" marR="64008" marT="18288" marB="18288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1260  (+64)</a:t>
                      </a:r>
                    </a:p>
                  </a:txBody>
                  <a:tcPr marL="64008" marR="64008" marT="18288" marB="18288" anchor="ctr">
                    <a:solidFill>
                      <a:srgbClr val="F1F4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B2B2B"/>
                          </a:solidFill>
                          <a:latin typeface="Calibri"/>
                        </a:rPr>
                        <a:t>DQN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0,336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0,800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— không tự chơi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502920" y="3968496"/>
            <a:ext cx="3611880" cy="1280160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22376" y="3968496"/>
            <a:ext cx="317296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223771"/>
                </a:solidFill>
                <a:latin typeface="Calibri"/>
              </a:rPr>
              <a:t>Cross The Road phân biệt tốt nhất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66E7E"/>
                </a:solidFill>
                <a:latin typeface="Calibri"/>
              </a:rPr>
              <a:t>phổ trải 0,336 – 0,846; 9/10 cặp tách được nhau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3968496"/>
            <a:ext cx="3611880" cy="1280160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17136" y="3968496"/>
            <a:ext cx="317296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223771"/>
                </a:solidFill>
                <a:latin typeface="Calibri"/>
              </a:rPr>
              <a:t>Capture The Flag tách nhóm giải được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66E7E"/>
                </a:solidFill>
                <a:latin typeface="Calibri"/>
              </a:rPr>
              <a:t>bốn thuật toán 0,800 – 0,840, riêng SAC 0,183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3968496"/>
            <a:ext cx="3611880" cy="1280160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311896" y="3968496"/>
            <a:ext cx="3172968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223771"/>
                </a:solidFill>
                <a:latin typeface="Calibri"/>
              </a:rPr>
              <a:t>Football Table học được nhưng hẹp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66E7E"/>
                </a:solidFill>
                <a:latin typeface="Calibri"/>
              </a:rPr>
              <a:t>cả bốn đường ELO đều lên, dải chỉ 1237 – 1260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5449824"/>
            <a:ext cx="11201400" cy="841248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86384" y="5449824"/>
            <a:ext cx="10634472" cy="8412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23771"/>
                </a:solidFill>
                <a:latin typeface="Calibri"/>
              </a:rPr>
              <a:t>Mọi số liệu trích thẳng từ tệp sự kiện TensorBoard của 15 lần chạy, không hiệu chỉnh.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9052560" cy="6583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223771"/>
                </a:solidFill>
                <a:latin typeface="Calibri"/>
              </a:rPr>
              <a:t>Football Table — chỉ số ELO trong tự chơi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48056" y="1078992"/>
            <a:ext cx="6830568" cy="496133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tb_football_e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33856"/>
            <a:ext cx="6720840" cy="485160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053328"/>
            <a:ext cx="6720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666E7E"/>
                </a:solidFill>
                <a:latin typeface="Calibri"/>
              </a:rPr>
              <a:t>Ảnh chụp trực tiếp từ TensorBoard · làm mượt 0,6 · DQN chạy không tự chơi nên không có ELO.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543800" y="1133856"/>
          <a:ext cx="4160520" cy="17373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54480"/>
                <a:gridCol w="1737360"/>
                <a:gridCol w="868680"/>
              </a:tblGrid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Thuật toán</a:t>
                      </a:r>
                    </a:p>
                  </a:txBody>
                  <a:tcPr marL="64008" marR="64008" marT="18288" marB="18288" anchor="ctr">
                    <a:solidFill>
                      <a:srgbClr val="22377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ELO đầu → cuối</a:t>
                      </a:r>
                    </a:p>
                  </a:txBody>
                  <a:tcPr marL="64008" marR="64008" marT="18288" marB="18288" anchor="ctr">
                    <a:solidFill>
                      <a:srgbClr val="22377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Tăng</a:t>
                      </a:r>
                    </a:p>
                  </a:txBody>
                  <a:tcPr marL="64008" marR="64008" marT="18288" marB="18288" anchor="ctr">
                    <a:solidFill>
                      <a:srgbClr val="223771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B2B2B"/>
                          </a:solidFill>
                          <a:latin typeface="Calibri"/>
                        </a:rPr>
                        <a:t>MAPPO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B2B2B"/>
                          </a:solidFill>
                          <a:latin typeface="Calibri"/>
                        </a:rPr>
                        <a:t>1196 → 1260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B2B2B"/>
                          </a:solidFill>
                          <a:latin typeface="Calibri"/>
                        </a:rPr>
                        <a:t>+64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B2B2B"/>
                          </a:solidFill>
                          <a:latin typeface="Calibri"/>
                        </a:rPr>
                        <a:t>PPO</a:t>
                      </a:r>
                    </a:p>
                  </a:txBody>
                  <a:tcPr marL="64008" marR="64008" marT="18288" marB="18288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B2B2B"/>
                          </a:solidFill>
                          <a:latin typeface="Calibri"/>
                        </a:rPr>
                        <a:t>1199 → 1259</a:t>
                      </a:r>
                    </a:p>
                  </a:txBody>
                  <a:tcPr marL="64008" marR="64008" marT="18288" marB="18288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B2B2B"/>
                          </a:solidFill>
                          <a:latin typeface="Calibri"/>
                        </a:rPr>
                        <a:t>+60</a:t>
                      </a:r>
                    </a:p>
                  </a:txBody>
                  <a:tcPr marL="64008" marR="64008" marT="18288" marB="18288" anchor="ctr">
                    <a:solidFill>
                      <a:srgbClr val="F1F4F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B2B2B"/>
                          </a:solidFill>
                          <a:latin typeface="Calibri"/>
                        </a:rPr>
                        <a:t>SAC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B2B2B"/>
                          </a:solidFill>
                          <a:latin typeface="Calibri"/>
                        </a:rPr>
                        <a:t>1197 → 1254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B2B2B"/>
                          </a:solidFill>
                          <a:latin typeface="Calibri"/>
                        </a:rPr>
                        <a:t>+57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B2B2B"/>
                          </a:solidFill>
                          <a:latin typeface="Calibri"/>
                        </a:rPr>
                        <a:t>MA-POCA</a:t>
                      </a:r>
                    </a:p>
                  </a:txBody>
                  <a:tcPr marL="64008" marR="64008" marT="18288" marB="18288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B2B2B"/>
                          </a:solidFill>
                          <a:latin typeface="Calibri"/>
                        </a:rPr>
                        <a:t>1201 → 1237</a:t>
                      </a:r>
                    </a:p>
                  </a:txBody>
                  <a:tcPr marL="64008" marR="64008" marT="18288" marB="18288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B2B2B"/>
                          </a:solidFill>
                          <a:latin typeface="Calibri"/>
                        </a:rPr>
                        <a:t>+36</a:t>
                      </a:r>
                    </a:p>
                  </a:txBody>
                  <a:tcPr marL="64008" marR="64008" marT="18288" marB="18288" anchor="ctr">
                    <a:solidFill>
                      <a:srgbClr val="F1F4FA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543800" y="3163824"/>
            <a:ext cx="4160520" cy="1481328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7726679" y="3346704"/>
            <a:ext cx="274320" cy="274320"/>
          </a:xfrm>
          <a:prstGeom prst="ellipse">
            <a:avLst/>
          </a:prstGeom>
          <a:solidFill>
            <a:srgbClr val="2237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3291840"/>
            <a:ext cx="3392424" cy="12252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223771"/>
                </a:solidFill>
                <a:latin typeface="Calibri"/>
              </a:rPr>
              <a:t>Phần thưởng không xếp cùng thứ hạng với ELO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Trong tự chơi, phần thưởng phụ thuộc vào việc gặp phiên bản đối thủ nào.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4809744"/>
            <a:ext cx="4160520" cy="1481328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7726679" y="4992624"/>
            <a:ext cx="274320" cy="274320"/>
          </a:xfrm>
          <a:prstGeom prst="ellipse">
            <a:avLst/>
          </a:prstGeom>
          <a:solidFill>
            <a:srgbClr val="2237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4937759"/>
            <a:ext cx="3392424" cy="12252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223771"/>
                </a:solidFill>
                <a:latin typeface="Calibri"/>
              </a:rPr>
              <a:t>Cả bốn đều lên, nhưng dải quá hẹp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Khoảng 1237–1260 hẹp hơn dao động của chính đường cong nên chưa xếp hạng được.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9052560" cy="6583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223771"/>
                </a:solidFill>
                <a:latin typeface="Calibri"/>
              </a:rPr>
              <a:t>Capture The Flag — đường cong phần thưởng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48056" y="1078992"/>
            <a:ext cx="6830568" cy="50103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tb_ctf_re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33856"/>
            <a:ext cx="6720840" cy="49006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053328"/>
            <a:ext cx="6720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666E7E"/>
                </a:solidFill>
                <a:latin typeface="Calibri"/>
              </a:rPr>
              <a:t>Ảnh chụp trực tiếp từ TensorBoard · làm mượt 0,6 · SAC hiện thành hai đoạn do có lần chạy tiếp.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543800" y="1133856"/>
          <a:ext cx="4160518" cy="208483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86758"/>
                <a:gridCol w="857839"/>
                <a:gridCol w="943623"/>
                <a:gridCol w="1072298"/>
              </a:tblGrid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Thuật toán</a:t>
                      </a:r>
                    </a:p>
                  </a:txBody>
                  <a:tcPr marL="64008" marR="64008" marT="18288" marB="18288" anchor="ctr">
                    <a:solidFill>
                      <a:srgbClr val="22377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Reward</a:t>
                      </a:r>
                    </a:p>
                  </a:txBody>
                  <a:tcPr marL="64008" marR="64008" marT="18288" marB="18288" anchor="ctr">
                    <a:solidFill>
                      <a:srgbClr val="22377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Hội tụ</a:t>
                      </a:r>
                    </a:p>
                  </a:txBody>
                  <a:tcPr marL="64008" marR="64008" marT="18288" marB="18288" anchor="ctr">
                    <a:solidFill>
                      <a:srgbClr val="22377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Độ dài lượt</a:t>
                      </a:r>
                    </a:p>
                  </a:txBody>
                  <a:tcPr marL="64008" marR="64008" marT="18288" marB="18288" anchor="ctr">
                    <a:solidFill>
                      <a:srgbClr val="223771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B2B2B"/>
                          </a:solidFill>
                          <a:latin typeface="Calibri"/>
                        </a:rPr>
                        <a:t>MAPPO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B2B2B"/>
                          </a:solidFill>
                          <a:latin typeface="Calibri"/>
                        </a:rPr>
                        <a:t>0,840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B2B2B"/>
                          </a:solidFill>
                          <a:latin typeface="Calibri"/>
                        </a:rPr>
                        <a:t>~260K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B2B2B"/>
                          </a:solidFill>
                          <a:latin typeface="Calibri"/>
                        </a:rPr>
                        <a:t>153,3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B2B2B"/>
                          </a:solidFill>
                          <a:latin typeface="Calibri"/>
                        </a:rPr>
                        <a:t>MA-POCA</a:t>
                      </a:r>
                    </a:p>
                  </a:txBody>
                  <a:tcPr marL="64008" marR="64008" marT="18288" marB="18288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B2B2B"/>
                          </a:solidFill>
                          <a:latin typeface="Calibri"/>
                        </a:rPr>
                        <a:t>0,838</a:t>
                      </a:r>
                    </a:p>
                  </a:txBody>
                  <a:tcPr marL="64008" marR="64008" marT="18288" marB="18288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B2B2B"/>
                          </a:solidFill>
                          <a:latin typeface="Calibri"/>
                        </a:rPr>
                        <a:t>~540K</a:t>
                      </a:r>
                    </a:p>
                  </a:txBody>
                  <a:tcPr marL="64008" marR="64008" marT="18288" marB="18288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B2B2B"/>
                          </a:solidFill>
                          <a:latin typeface="Calibri"/>
                        </a:rPr>
                        <a:t>174,3</a:t>
                      </a:r>
                    </a:p>
                  </a:txBody>
                  <a:tcPr marL="64008" marR="64008" marT="18288" marB="18288" anchor="ctr">
                    <a:solidFill>
                      <a:srgbClr val="F1F4F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B2B2B"/>
                          </a:solidFill>
                          <a:latin typeface="Calibri"/>
                        </a:rPr>
                        <a:t>PPO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B2B2B"/>
                          </a:solidFill>
                          <a:latin typeface="Calibri"/>
                        </a:rPr>
                        <a:t>0,834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B2B2B"/>
                          </a:solidFill>
                          <a:latin typeface="Calibri"/>
                        </a:rPr>
                        <a:t>~180K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B2B2B"/>
                          </a:solidFill>
                          <a:latin typeface="Calibri"/>
                        </a:rPr>
                        <a:t>292,9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B2B2B"/>
                          </a:solidFill>
                          <a:latin typeface="Calibri"/>
                        </a:rPr>
                        <a:t>DQN</a:t>
                      </a:r>
                    </a:p>
                  </a:txBody>
                  <a:tcPr marL="64008" marR="64008" marT="18288" marB="18288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B2B2B"/>
                          </a:solidFill>
                          <a:latin typeface="Calibri"/>
                        </a:rPr>
                        <a:t>0,800</a:t>
                      </a:r>
                    </a:p>
                  </a:txBody>
                  <a:tcPr marL="64008" marR="64008" marT="18288" marB="18288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B2B2B"/>
                          </a:solidFill>
                          <a:latin typeface="Calibri"/>
                        </a:rPr>
                        <a:t>~1,04M</a:t>
                      </a:r>
                    </a:p>
                  </a:txBody>
                  <a:tcPr marL="64008" marR="64008" marT="18288" marB="18288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B2B2B"/>
                          </a:solidFill>
                          <a:latin typeface="Calibri"/>
                        </a:rPr>
                        <a:t>2017,9</a:t>
                      </a:r>
                    </a:p>
                  </a:txBody>
                  <a:tcPr marL="64008" marR="64008" marT="18288" marB="18288" anchor="ctr">
                    <a:solidFill>
                      <a:srgbClr val="F1F4F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B2B2B"/>
                          </a:solidFill>
                          <a:latin typeface="Calibri"/>
                        </a:rPr>
                        <a:t>SAC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B2B2B"/>
                          </a:solidFill>
                          <a:latin typeface="Calibri"/>
                        </a:rPr>
                        <a:t>0,183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B2B2B"/>
                          </a:solidFill>
                          <a:latin typeface="Calibri"/>
                        </a:rPr>
                        <a:t>không đạt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B2B2B"/>
                          </a:solidFill>
                          <a:latin typeface="Calibri"/>
                        </a:rPr>
                        <a:t>4999,0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543800" y="3474720"/>
            <a:ext cx="4160520" cy="1316736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7726679" y="3657600"/>
            <a:ext cx="274320" cy="274320"/>
          </a:xfrm>
          <a:prstGeom prst="ellipse">
            <a:avLst/>
          </a:prstGeom>
          <a:solidFill>
            <a:srgbClr val="2237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3602736"/>
            <a:ext cx="3392424" cy="10607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223771"/>
                </a:solidFill>
                <a:latin typeface="Calibri"/>
              </a:rPr>
              <a:t>Độ dài lượt là bằng chứng chắc hơn phần thưởng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Bốn thuật toán dẫn đầu kéo lượt chơi xuống; SAC nằm ở trần 4999.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4974336"/>
            <a:ext cx="4160520" cy="1316736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7726679" y="5157216"/>
            <a:ext cx="274320" cy="274320"/>
          </a:xfrm>
          <a:prstGeom prst="ellipse">
            <a:avLst/>
          </a:prstGeom>
          <a:solidFill>
            <a:srgbClr val="2237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5102352"/>
            <a:ext cx="3392424" cy="10607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223771"/>
                </a:solidFill>
                <a:latin typeface="Calibri"/>
              </a:rPr>
              <a:t>Phê bình tập trung không tạo khác biệt đo được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PPO 0,834 so với MAPPO 0,840 và MA-POCA 0,838 — chênh dưới 1%.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9052560" cy="6583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223771"/>
                </a:solidFill>
                <a:latin typeface="Calibri"/>
              </a:rPr>
              <a:t>Cross The Road — đường cong phần thưởng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48056" y="1078992"/>
            <a:ext cx="6830568" cy="50103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tb_ctr_re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33856"/>
            <a:ext cx="6720840" cy="49006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053328"/>
            <a:ext cx="6720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666E7E"/>
                </a:solidFill>
                <a:latin typeface="Calibri"/>
              </a:rPr>
              <a:t>Ảnh chụp trực tiếp từ TensorBoard · làm mượt 0,6 · ngân sách 2.000.000 bước.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543800" y="1133856"/>
          <a:ext cx="4160518" cy="208483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86758"/>
                <a:gridCol w="857839"/>
                <a:gridCol w="943623"/>
                <a:gridCol w="1072298"/>
              </a:tblGrid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Thuật toán</a:t>
                      </a:r>
                    </a:p>
                  </a:txBody>
                  <a:tcPr marL="64008" marR="64008" marT="18288" marB="18288" anchor="ctr">
                    <a:solidFill>
                      <a:srgbClr val="22377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Reward</a:t>
                      </a:r>
                    </a:p>
                  </a:txBody>
                  <a:tcPr marL="64008" marR="64008" marT="18288" marB="18288" anchor="ctr">
                    <a:solidFill>
                      <a:srgbClr val="22377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Hội tụ</a:t>
                      </a:r>
                    </a:p>
                  </a:txBody>
                  <a:tcPr marL="64008" marR="64008" marT="18288" marB="18288" anchor="ctr">
                    <a:solidFill>
                      <a:srgbClr val="22377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Độ dài lượt</a:t>
                      </a:r>
                    </a:p>
                  </a:txBody>
                  <a:tcPr marL="64008" marR="64008" marT="18288" marB="18288" anchor="ctr">
                    <a:solidFill>
                      <a:srgbClr val="223771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B2B2B"/>
                          </a:solidFill>
                          <a:latin typeface="Calibri"/>
                        </a:rPr>
                        <a:t>SAC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B2B2B"/>
                          </a:solidFill>
                          <a:latin typeface="Calibri"/>
                        </a:rPr>
                        <a:t>0,846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B2B2B"/>
                          </a:solidFill>
                          <a:latin typeface="Calibri"/>
                        </a:rPr>
                        <a:t>~1,79M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B2B2B"/>
                          </a:solidFill>
                          <a:latin typeface="Calibri"/>
                        </a:rPr>
                        <a:t>61,8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B2B2B"/>
                          </a:solidFill>
                          <a:latin typeface="Calibri"/>
                        </a:rPr>
                        <a:t>MAPPO</a:t>
                      </a:r>
                    </a:p>
                  </a:txBody>
                  <a:tcPr marL="64008" marR="64008" marT="18288" marB="18288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B2B2B"/>
                          </a:solidFill>
                          <a:latin typeface="Calibri"/>
                        </a:rPr>
                        <a:t>0,835</a:t>
                      </a:r>
                    </a:p>
                  </a:txBody>
                  <a:tcPr marL="64008" marR="64008" marT="18288" marB="18288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B2B2B"/>
                          </a:solidFill>
                          <a:latin typeface="Calibri"/>
                        </a:rPr>
                        <a:t>~1,72M</a:t>
                      </a:r>
                    </a:p>
                  </a:txBody>
                  <a:tcPr marL="64008" marR="64008" marT="18288" marB="18288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B2B2B"/>
                          </a:solidFill>
                          <a:latin typeface="Calibri"/>
                        </a:rPr>
                        <a:t>52,0</a:t>
                      </a:r>
                    </a:p>
                  </a:txBody>
                  <a:tcPr marL="64008" marR="64008" marT="18288" marB="18288" anchor="ctr">
                    <a:solidFill>
                      <a:srgbClr val="F1F4F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B2B2B"/>
                          </a:solidFill>
                          <a:latin typeface="Calibri"/>
                        </a:rPr>
                        <a:t>PPO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B2B2B"/>
                          </a:solidFill>
                          <a:latin typeface="Calibri"/>
                        </a:rPr>
                        <a:t>0,690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B2B2B"/>
                          </a:solidFill>
                          <a:latin typeface="Calibri"/>
                        </a:rPr>
                        <a:t>~1,97M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B2B2B"/>
                          </a:solidFill>
                          <a:latin typeface="Calibri"/>
                        </a:rPr>
                        <a:t>811,6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B2B2B"/>
                          </a:solidFill>
                          <a:latin typeface="Calibri"/>
                        </a:rPr>
                        <a:t>MA-POCA</a:t>
                      </a:r>
                    </a:p>
                  </a:txBody>
                  <a:tcPr marL="64008" marR="64008" marT="18288" marB="18288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B2B2B"/>
                          </a:solidFill>
                          <a:latin typeface="Calibri"/>
                        </a:rPr>
                        <a:t>0,556</a:t>
                      </a:r>
                    </a:p>
                  </a:txBody>
                  <a:tcPr marL="64008" marR="64008" marT="18288" marB="18288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B2B2B"/>
                          </a:solidFill>
                          <a:latin typeface="Calibri"/>
                        </a:rPr>
                        <a:t>~450K</a:t>
                      </a:r>
                    </a:p>
                  </a:txBody>
                  <a:tcPr marL="64008" marR="64008" marT="18288" marB="18288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B2B2B"/>
                          </a:solidFill>
                          <a:latin typeface="Calibri"/>
                        </a:rPr>
                        <a:t>42,2</a:t>
                      </a:r>
                    </a:p>
                  </a:txBody>
                  <a:tcPr marL="64008" marR="64008" marT="18288" marB="18288" anchor="ctr">
                    <a:solidFill>
                      <a:srgbClr val="F1F4F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B2B2B"/>
                          </a:solidFill>
                          <a:latin typeface="Calibri"/>
                        </a:rPr>
                        <a:t>DQN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B2B2B"/>
                          </a:solidFill>
                          <a:latin typeface="Calibri"/>
                        </a:rPr>
                        <a:t>0,336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B2B2B"/>
                          </a:solidFill>
                          <a:latin typeface="Calibri"/>
                        </a:rPr>
                        <a:t>không đạt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B2B2B"/>
                          </a:solidFill>
                          <a:latin typeface="Calibri"/>
                        </a:rPr>
                        <a:t>124,7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543800" y="3474720"/>
            <a:ext cx="4160520" cy="1316736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7726679" y="3657600"/>
            <a:ext cx="274320" cy="274320"/>
          </a:xfrm>
          <a:prstGeom prst="ellipse">
            <a:avLst/>
          </a:prstGeom>
          <a:solidFill>
            <a:srgbClr val="2237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3602736"/>
            <a:ext cx="3392424" cy="10607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223771"/>
                </a:solidFill>
                <a:latin typeface="Calibri"/>
              </a:rPr>
              <a:t>Hội tụ sớm không đồng nghĩa học nhanh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MA-POCA ổn định từ ~450K nhưng chốt ở 0,556 rồi nằm im.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4974336"/>
            <a:ext cx="4160520" cy="1316736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7726679" y="5157216"/>
            <a:ext cx="274320" cy="274320"/>
          </a:xfrm>
          <a:prstGeom prst="ellipse">
            <a:avLst/>
          </a:prstGeom>
          <a:solidFill>
            <a:srgbClr val="2237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5102352"/>
            <a:ext cx="3392424" cy="10607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223771"/>
                </a:solidFill>
                <a:latin typeface="Calibri"/>
              </a:rPr>
              <a:t>MAPPO vượt PPO ở môi trường ĐƠN tác nhân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0,835 so với 0,690 — đồ án chưa giải thích được cơ chế.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9052560" cy="6583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223771"/>
                </a:solidFill>
                <a:latin typeface="Calibri"/>
              </a:rPr>
              <a:t>Luận điểm rút ra từ kết quả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188720"/>
            <a:ext cx="5532120" cy="2487168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40664" y="1371600"/>
            <a:ext cx="5056632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26522"/>
                </a:solidFill>
                <a:latin typeface="Calibri"/>
              </a:rPr>
              <a:t>CÙNG MỘT THUẬT TOÁN, HAI MÔI TRƯỜNG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0664" y="1719072"/>
            <a:ext cx="5056632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66E7E"/>
                </a:solidFill>
                <a:latin typeface="Calibri"/>
              </a:rPr>
              <a:t>SAC trên Cross The Road và Capture The Flag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0664" y="2066543"/>
            <a:ext cx="505663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223771"/>
                </a:solidFill>
                <a:latin typeface="Calibri"/>
              </a:rPr>
              <a:t>0,846</a:t>
            </a:r>
            <a:r>
              <a:rPr sz="2600" b="0" i="0">
                <a:solidFill>
                  <a:srgbClr val="666E7E"/>
                </a:solidFill>
                <a:latin typeface="Calibri"/>
              </a:rPr>
              <a:t>     →     </a:t>
            </a:r>
            <a:r>
              <a:rPr sz="4000" b="1" i="0">
                <a:solidFill>
                  <a:srgbClr val="C0392B"/>
                </a:solidFill>
                <a:latin typeface="Calibri"/>
              </a:rPr>
              <a:t>0,183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" y="2871216"/>
            <a:ext cx="505663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Cùng thuật toán, cùng phần cứng, cùng đường ống đo. Chênh lệch 0,663 sinh ra từ đặc tính bài toán.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88720"/>
            <a:ext cx="5532120" cy="2487168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9944" y="1371600"/>
            <a:ext cx="5056632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26522"/>
                </a:solidFill>
                <a:latin typeface="Calibri"/>
              </a:rPr>
              <a:t>BỐN THUẬT TOÁN, CÙNG MỘT MÔI TRƯỜNG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9944" y="1719072"/>
            <a:ext cx="5056632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66E7E"/>
                </a:solidFill>
                <a:latin typeface="Calibri"/>
              </a:rPr>
              <a:t>Nhóm giải được câu đố Capture The Flag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9944" y="2066543"/>
            <a:ext cx="505663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223771"/>
                </a:solidFill>
                <a:latin typeface="Calibri"/>
              </a:rPr>
              <a:t>0,800</a:t>
            </a:r>
            <a:r>
              <a:rPr sz="2600" b="0" i="0">
                <a:solidFill>
                  <a:srgbClr val="666E7E"/>
                </a:solidFill>
                <a:latin typeface="Calibri"/>
              </a:rPr>
              <a:t>     –     </a:t>
            </a:r>
            <a:r>
              <a:rPr sz="4000" b="1" i="0">
                <a:solidFill>
                  <a:srgbClr val="223771"/>
                </a:solidFill>
                <a:latin typeface="Calibri"/>
              </a:rPr>
              <a:t>0,840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9944" y="2871216"/>
            <a:ext cx="505663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PPO, MA-POCA, MAPPO và DQN nằm gọn trong dải rộng 0,040 — nhỏ hơn tới mười sáu lần.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840480"/>
            <a:ext cx="11201400" cy="841248"/>
          </a:xfrm>
          <a:prstGeom prst="roundRect">
            <a:avLst>
              <a:gd name="adj" fmla="val 16000"/>
            </a:avLst>
          </a:prstGeom>
          <a:solidFill>
            <a:srgbClr val="E8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85800" y="3840480"/>
            <a:ext cx="1083564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26522"/>
                </a:solidFill>
                <a:latin typeface="Calibri"/>
              </a:rPr>
              <a:t>0,663</a:t>
            </a:r>
            <a:r>
              <a:rPr sz="1550" b="0" i="0">
                <a:solidFill>
                  <a:srgbClr val="2B2B2B"/>
                </a:solidFill>
                <a:latin typeface="Calibri"/>
              </a:rPr>
              <a:t>   chênh lệch do môi trường        so với        </a:t>
            </a:r>
            <a:r>
              <a:rPr sz="2400" b="1" i="0">
                <a:solidFill>
                  <a:srgbClr val="223771"/>
                </a:solidFill>
                <a:latin typeface="Calibri"/>
              </a:rPr>
              <a:t>0,040</a:t>
            </a:r>
            <a:r>
              <a:rPr sz="1550" b="0" i="0">
                <a:solidFill>
                  <a:srgbClr val="2B2B2B"/>
                </a:solidFill>
                <a:latin typeface="Calibri"/>
              </a:rPr>
              <a:t>   chênh lệch do thuật toán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864608"/>
            <a:ext cx="11201400" cy="1426464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86384" y="4864608"/>
            <a:ext cx="10634472" cy="1426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F26522"/>
                </a:solidFill>
                <a:latin typeface="Calibri"/>
              </a:rPr>
              <a:t>Hàm ý cho người làm game:  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cơ chế game trước, thuật toán sau.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23771"/>
                </a:solidFill>
                <a:latin typeface="Calibri"/>
              </a:rPr>
              <a:t>Ba phân tách vững:  </a:t>
            </a:r>
            <a:r>
              <a:rPr sz="1350" b="0" i="0">
                <a:solidFill>
                  <a:srgbClr val="666E7E"/>
                </a:solidFill>
                <a:latin typeface="Calibri"/>
              </a:rPr>
              <a:t>SAC thất bại ở Capture The Flag  ·  DQN cuối bảng ở Cross The Road  ·  nhóm dẫn đầu tách khỏi nhóm sau ở Cross The Road.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9052560" cy="6583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223771"/>
                </a:solidFill>
                <a:latin typeface="Calibri"/>
              </a:rPr>
              <a:t>Sản phẩm triển khai và ứng dụng demo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152144"/>
            <a:ext cx="6309360" cy="3913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app_menu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396174"/>
            <a:ext cx="6089904" cy="34255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138928"/>
            <a:ext cx="6309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666E7E"/>
                </a:solidFill>
                <a:latin typeface="Calibri"/>
              </a:rPr>
              <a:t>Tab CHƠI: khung xem trước 3D, lưới chọn chế độ và danh mục mô hình nạp từ Resources.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504688"/>
            <a:ext cx="6309360" cy="786384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49808" y="5504688"/>
            <a:ext cx="5815584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23771"/>
                </a:solidFill>
                <a:latin typeface="Calibri"/>
              </a:rPr>
              <a:t>Quan sát hành vi thật phát hiện lỗi đặc tả mà đường cong phần thưởng che giấu.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1152144"/>
            <a:ext cx="4572000" cy="1188720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351775" y="1152144"/>
            <a:ext cx="4133087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23771"/>
                </a:solidFill>
                <a:latin typeface="Calibri"/>
              </a:rPr>
              <a:t>Gói Unity Package Manager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66E7E"/>
                </a:solidFill>
                <a:latin typeface="Calibri"/>
              </a:rPr>
              <a:t>3 môi trường · 15 cấu hình · công cụ Editor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2468880"/>
            <a:ext cx="4572000" cy="1188720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351775" y="2468880"/>
            <a:ext cx="4133087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23771"/>
                </a:solidFill>
                <a:latin typeface="Calibri"/>
              </a:rPr>
              <a:t>Ứng dụng demo nạp ONNX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66E7E"/>
                </a:solidFill>
                <a:latin typeface="Calibri"/>
              </a:rPr>
              <a:t>15 mô hình chọn trực tiếp từ menu, không dựng lại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3785615"/>
            <a:ext cx="4572000" cy="1188720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351775" y="3785615"/>
            <a:ext cx="4133087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23771"/>
                </a:solidFill>
                <a:latin typeface="Calibri"/>
              </a:rPr>
              <a:t>Ba chế độ chơi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66E7E"/>
                </a:solidFill>
                <a:latin typeface="Calibri"/>
              </a:rPr>
              <a:t>người chơi · agent tự chơi · người và agent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0" y="5102352"/>
            <a:ext cx="4572000" cy="1188720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351775" y="5102352"/>
            <a:ext cx="4133087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23771"/>
                </a:solidFill>
                <a:latin typeface="Calibri"/>
              </a:rPr>
              <a:t>Hai tab số liệu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66E7E"/>
                </a:solidFill>
                <a:latin typeface="Calibri"/>
              </a:rPr>
              <a:t>THÔNG SỐ và SO SÁNH đọc thẳng kết quả huấn luyện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9052560" cy="6583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223771"/>
                </a:solidFill>
                <a:latin typeface="Calibri"/>
              </a:rPr>
              <a:t>Kết luận, hạn chế và hướng phát triển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152144"/>
            <a:ext cx="3611880" cy="4261104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40664" y="1335024"/>
            <a:ext cx="3136392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23771"/>
                </a:solidFill>
                <a:latin typeface="Calibri"/>
              </a:rPr>
              <a:t>KẾT QUẢ ĐẠT ĐƯỢC</a:t>
            </a:r>
          </a:p>
        </p:txBody>
      </p:sp>
      <p:sp>
        <p:nvSpPr>
          <p:cNvPr id="5" name="Oval 4"/>
          <p:cNvSpPr/>
          <p:nvPr/>
        </p:nvSpPr>
        <p:spPr>
          <a:xfrm>
            <a:off x="740664" y="1828800"/>
            <a:ext cx="274320" cy="274320"/>
          </a:xfrm>
          <a:prstGeom prst="ellipse">
            <a:avLst/>
          </a:prstGeom>
          <a:solidFill>
            <a:srgbClr val="2237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" y="1792224"/>
            <a:ext cx="2770632" cy="11338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223771"/>
                </a:solidFill>
                <a:latin typeface="Calibri"/>
              </a:rPr>
              <a:t>Ba môi trường đã qua kiểm chứng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66E7E"/>
                </a:solidFill>
                <a:latin typeface="Calibri"/>
              </a:rPr>
              <a:t>mỗi môi trường chịu 5 thuật toán khác nguyên lý</a:t>
            </a:r>
          </a:p>
        </p:txBody>
      </p:sp>
      <p:sp>
        <p:nvSpPr>
          <p:cNvPr id="7" name="Oval 6"/>
          <p:cNvSpPr/>
          <p:nvPr/>
        </p:nvSpPr>
        <p:spPr>
          <a:xfrm>
            <a:off x="740664" y="3017520"/>
            <a:ext cx="274320" cy="274320"/>
          </a:xfrm>
          <a:prstGeom prst="ellipse">
            <a:avLst/>
          </a:prstGeom>
          <a:solidFill>
            <a:srgbClr val="2237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" y="2980944"/>
            <a:ext cx="2770632" cy="11338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223771"/>
                </a:solidFill>
                <a:latin typeface="Calibri"/>
              </a:rPr>
              <a:t>Quy trình thiết kế và nghiệm thu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66E7E"/>
                </a:solidFill>
                <a:latin typeface="Calibri"/>
              </a:rPr>
              <a:t>4 nguyên tắc phần thưởng, 3 tiêu chí nghiệm thu</a:t>
            </a:r>
          </a:p>
        </p:txBody>
      </p:sp>
      <p:sp>
        <p:nvSpPr>
          <p:cNvPr id="9" name="Oval 8"/>
          <p:cNvSpPr/>
          <p:nvPr/>
        </p:nvSpPr>
        <p:spPr>
          <a:xfrm>
            <a:off x="740664" y="4206240"/>
            <a:ext cx="274320" cy="274320"/>
          </a:xfrm>
          <a:prstGeom prst="ellipse">
            <a:avLst/>
          </a:prstGeom>
          <a:solidFill>
            <a:srgbClr val="2237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" y="4169663"/>
            <a:ext cx="2770632" cy="11338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223771"/>
                </a:solidFill>
                <a:latin typeface="Calibri"/>
              </a:rPr>
              <a:t>Sản phẩm hoàn chỉnh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66E7E"/>
                </a:solidFill>
                <a:latin typeface="Calibri"/>
              </a:rPr>
              <a:t>gói UPM, trainer mở rộng, ứng dụng demo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152144"/>
            <a:ext cx="3611880" cy="4261104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535424" y="1335024"/>
            <a:ext cx="3136392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HẠN CHẾ</a:t>
            </a:r>
          </a:p>
        </p:txBody>
      </p:sp>
      <p:sp>
        <p:nvSpPr>
          <p:cNvPr id="13" name="Oval 12"/>
          <p:cNvSpPr/>
          <p:nvPr/>
        </p:nvSpPr>
        <p:spPr>
          <a:xfrm>
            <a:off x="4535424" y="1828800"/>
            <a:ext cx="274320" cy="27432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01184" y="1792224"/>
            <a:ext cx="2770632" cy="11338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223771"/>
                </a:solidFill>
                <a:latin typeface="Calibri"/>
              </a:rPr>
              <a:t>Mỗi cấu hình chỉ chạy một seed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66E7E"/>
                </a:solidFill>
                <a:latin typeface="Calibri"/>
              </a:rPr>
              <a:t>chưa tách được bản chất thuật toán khỏi may rủi</a:t>
            </a:r>
          </a:p>
        </p:txBody>
      </p:sp>
      <p:sp>
        <p:nvSpPr>
          <p:cNvPr id="15" name="Oval 14"/>
          <p:cNvSpPr/>
          <p:nvPr/>
        </p:nvSpPr>
        <p:spPr>
          <a:xfrm>
            <a:off x="4535424" y="3017520"/>
            <a:ext cx="274320" cy="27432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01184" y="2980944"/>
            <a:ext cx="2770632" cy="11338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223771"/>
                </a:solidFill>
                <a:latin typeface="Calibri"/>
              </a:rPr>
              <a:t>Hai môi trường thiếu độ phân giải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66E7E"/>
                </a:solidFill>
                <a:latin typeface="Calibri"/>
              </a:rPr>
              <a:t>dải kết quả hẹp hơn dao động đường cong</a:t>
            </a:r>
          </a:p>
        </p:txBody>
      </p:sp>
      <p:sp>
        <p:nvSpPr>
          <p:cNvPr id="17" name="Oval 16"/>
          <p:cNvSpPr/>
          <p:nvPr/>
        </p:nvSpPr>
        <p:spPr>
          <a:xfrm>
            <a:off x="4535424" y="4206240"/>
            <a:ext cx="274320" cy="27432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01184" y="4169663"/>
            <a:ext cx="2770632" cy="11338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223771"/>
                </a:solidFill>
                <a:latin typeface="Calibri"/>
              </a:rPr>
              <a:t>Một ô nằm ngoài phép so sánh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66E7E"/>
                </a:solidFill>
                <a:latin typeface="Calibri"/>
              </a:rPr>
              <a:t>DQN trên Football Table chạy không tự chơi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1152144"/>
            <a:ext cx="3611880" cy="4261104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30184" y="1335024"/>
            <a:ext cx="3136392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7924F"/>
                </a:solidFill>
                <a:latin typeface="Calibri"/>
              </a:rPr>
              <a:t>HƯỚNG PHÁT TRIỂN</a:t>
            </a:r>
          </a:p>
        </p:txBody>
      </p:sp>
      <p:sp>
        <p:nvSpPr>
          <p:cNvPr id="21" name="Oval 20"/>
          <p:cNvSpPr/>
          <p:nvPr/>
        </p:nvSpPr>
        <p:spPr>
          <a:xfrm>
            <a:off x="8330184" y="1828800"/>
            <a:ext cx="274320" cy="274320"/>
          </a:xfrm>
          <a:prstGeom prst="ellipse">
            <a:avLst/>
          </a:prstGeom>
          <a:solidFill>
            <a:srgbClr val="279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95944" y="1792224"/>
            <a:ext cx="2770632" cy="11338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223771"/>
                </a:solidFill>
                <a:latin typeface="Calibri"/>
              </a:rPr>
              <a:t>Chạy lại 15 tổ hợp trên nhiều seed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66E7E"/>
                </a:solidFill>
                <a:latin typeface="Calibri"/>
              </a:rPr>
              <a:t>việc cần làm trước tiên</a:t>
            </a:r>
          </a:p>
        </p:txBody>
      </p:sp>
      <p:sp>
        <p:nvSpPr>
          <p:cNvPr id="23" name="Oval 22"/>
          <p:cNvSpPr/>
          <p:nvPr/>
        </p:nvSpPr>
        <p:spPr>
          <a:xfrm>
            <a:off x="8330184" y="3017520"/>
            <a:ext cx="274320" cy="274320"/>
          </a:xfrm>
          <a:prstGeom prst="ellipse">
            <a:avLst/>
          </a:prstGeom>
          <a:solidFill>
            <a:srgbClr val="279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95944" y="2980944"/>
            <a:ext cx="2770632" cy="11338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223771"/>
                </a:solidFill>
                <a:latin typeface="Calibri"/>
              </a:rPr>
              <a:t>Làm hai môi trường khó lên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66E7E"/>
                </a:solidFill>
                <a:latin typeface="Calibri"/>
              </a:rPr>
              <a:t>thêm bài trong chương trình học, buộc phối hợp chặt hơn</a:t>
            </a:r>
          </a:p>
        </p:txBody>
      </p:sp>
      <p:sp>
        <p:nvSpPr>
          <p:cNvPr id="25" name="Oval 24"/>
          <p:cNvSpPr/>
          <p:nvPr/>
        </p:nvSpPr>
        <p:spPr>
          <a:xfrm>
            <a:off x="8330184" y="4206240"/>
            <a:ext cx="274320" cy="274320"/>
          </a:xfrm>
          <a:prstGeom prst="ellipse">
            <a:avLst/>
          </a:prstGeom>
          <a:solidFill>
            <a:srgbClr val="279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95944" y="4169663"/>
            <a:ext cx="2770632" cy="11338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223771"/>
                </a:solidFill>
                <a:latin typeface="Calibri"/>
              </a:rPr>
              <a:t>Kiểm chứng hai hiện tượng bỏ ngỏ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66E7E"/>
                </a:solidFill>
                <a:latin typeface="Calibri"/>
              </a:rPr>
              <a:t>SAC sụp ở CTF; MAPPO vượt PPO ở môi trường đơn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541264"/>
            <a:ext cx="11201400" cy="749808"/>
          </a:xfrm>
          <a:prstGeom prst="roundRect">
            <a:avLst>
              <a:gd name="adj" fmla="val 7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49808" y="5541264"/>
            <a:ext cx="10707624" cy="7498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23771"/>
                </a:solidFill>
                <a:latin typeface="Calibri"/>
              </a:rPr>
              <a:t>Đóng góp chính không phải một thuật toán mới, mà là ba môi trường kèm bằng chứng nghiệm thu và quy trình dựng lại chúng.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645920" y="2395728"/>
            <a:ext cx="8897112" cy="1005840"/>
          </a:xfrm>
          <a:prstGeom prst="roundRect">
            <a:avLst>
              <a:gd name="adj" fmla="val 14000"/>
            </a:avLst>
          </a:prstGeom>
          <a:noFill/>
          <a:ln w="15875">
            <a:solidFill>
              <a:srgbClr val="F29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874519" y="2395728"/>
            <a:ext cx="8439912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Muốn học tăng cường trong game đáng tin cậy, cần đầu tư vào đặc tả và kiểm chứng môi trường trước khi tối ưu thuật toán.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712463"/>
            <a:ext cx="9445752" cy="5669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EM XIN CHÂN THÀNH CẢM 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352544"/>
            <a:ext cx="8531352" cy="3291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CFD8EC"/>
                </a:solidFill>
                <a:latin typeface="Calibri"/>
              </a:rPr>
              <a:t>sự lắng nghe của quý thầy cô trong hội đồng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184648" y="4882896"/>
            <a:ext cx="1828800" cy="18288"/>
          </a:xfrm>
          <a:prstGeom prst="rect">
            <a:avLst/>
          </a:prstGeom>
          <a:solidFill>
            <a:srgbClr val="F29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828800" y="5102352"/>
            <a:ext cx="8531352" cy="3291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FD8EC"/>
                </a:solidFill>
                <a:latin typeface="Calibri"/>
              </a:rPr>
              <a:t>Kính mong nhận được góp ý của thầy cô để đồ án được hoàn thiện hơn.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632704"/>
            <a:ext cx="8531352" cy="3291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Văn Thị Minh Huyền  ·  22010329  ·  K16  ·  Khoa học máy tính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icostone Template">
  <a:themeElements>
    <a:clrScheme name="Vicostone Templa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Vicostone Templat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Vicostone Templa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cean">
  <a:themeElements>
    <a:clrScheme name="Custom 18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958F7"/>
      </a:accent1>
      <a:accent2>
        <a:srgbClr val="183C5B"/>
      </a:accent2>
      <a:accent3>
        <a:srgbClr val="91BED4"/>
      </a:accent3>
      <a:accent4>
        <a:srgbClr val="00B0F0"/>
      </a:accent4>
      <a:accent5>
        <a:srgbClr val="D9E8F5"/>
      </a:accent5>
      <a:accent6>
        <a:srgbClr val="FFAD8D"/>
      </a:accent6>
      <a:hlink>
        <a:srgbClr val="0563C1"/>
      </a:hlink>
      <a:folHlink>
        <a:srgbClr val="954F72"/>
      </a:folHlink>
    </a:clrScheme>
    <a:fontScheme name="Custom 115">
      <a:majorFont>
        <a:latin typeface="Arial Black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Vicostone Template">
  <a:themeElements>
    <a:clrScheme name="Vicostone Templa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Vicostone Templat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Vicostone Templa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5A8D6B9-BAB4-4BA5-BA68-1C32D24B6F3D}">
  <we:reference id="wa200005566" version="3.0.0.2" store="en-US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8856</Words>
  <Application>Microsoft Office PowerPoint</Application>
  <PresentationFormat>Widescreen</PresentationFormat>
  <Paragraphs>611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Arial Black</vt:lpstr>
      <vt:lpstr>Calibri</vt:lpstr>
      <vt:lpstr>Times New Roman</vt:lpstr>
      <vt:lpstr>Vicostone Template</vt:lpstr>
      <vt:lpstr>Ocean</vt:lpstr>
      <vt:lpstr>PowerPoint Presentation</vt:lpstr>
      <vt:lpstr>NỘI DUNG TRÌNH BÀY</vt:lpstr>
      <vt:lpstr>I.  MỞ ĐẦU — Thuật toán chuyển giao được, môi trường thì không</vt:lpstr>
      <vt:lpstr>I.  MỞ ĐẦU — Hai thứ hiếm được chuyển giao và năm mục tiêu</vt:lpstr>
      <vt:lpstr>I.  MỞ ĐẦU — Năm thuật toán đóng vai phép thử</vt:lpstr>
      <vt:lpstr>II.  THIẾT KẾ MÔI TRƯỜNG — Ba môi trường thực nghiệm</vt:lpstr>
      <vt:lpstr>II.  Khung thiết kế và bốn nguyên tắc hàm phần thưởng</vt:lpstr>
      <vt:lpstr>II.  Môi trường Football Table — đối kháng 1-1</vt:lpstr>
      <vt:lpstr>II.  Football Table — hệ số 5 trên 1 đến từ đâu</vt:lpstr>
      <vt:lpstr>II.  Môi trường Capture The Flag — hợp tác đa tác nhân</vt:lpstr>
      <vt:lpstr>II.  Capture The Flag — khoảng ân hạn 1 giây đến từ đâu</vt:lpstr>
      <vt:lpstr>II.  Capture The Flag — vòng hiệu chỉnh hàm phần thưởng</vt:lpstr>
      <vt:lpstr>II.  Môi trường Cross The Road — điều hướng đơn tác nhân</vt:lpstr>
      <vt:lpstr>II.  Cross The Road — hệ số phạt 0,025 đến từ đâu</vt:lpstr>
      <vt:lpstr>III.  Nghiệm thu môi trường — ba tiêu chí và lưới 15 lần chạy</vt:lpstr>
      <vt:lpstr>IV.  Football Table — bốn thuật toán tự chơi đều tiến bộ</vt:lpstr>
      <vt:lpstr>IV.  Cross The Road — môi trường phân biệt tốt nhất</vt:lpstr>
      <vt:lpstr>IV.  Capture The Flag — tách rất rõ giải được với thất bại</vt:lpstr>
      <vt:lpstr>IV.  Bảng xếp hạng và độ phân giải của phép đo</vt:lpstr>
      <vt:lpstr>IV.  Bằng chứng từ chỉ số huấn luyện nội tại</vt:lpstr>
      <vt:lpstr>IV.  Môi trường chi phối mạnh hơn thuật toán</vt:lpstr>
      <vt:lpstr>V.  Gói môi trường dùng lại được và trainer mở rộng</vt:lpstr>
      <vt:lpstr>V.  Ứng dụng trình diễn — ba chế độ chơi và hai tab số liệu</vt:lpstr>
      <vt:lpstr>VI.  KẾT LUẬN — Kết quả đạt được và đóng góp</vt:lpstr>
      <vt:lpstr>VI.  KẾT LUẬN — Hạn chế và hướng phát triển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</dc:creator>
  <cp:lastModifiedBy>Van Huyen</cp:lastModifiedBy>
  <cp:revision>3</cp:revision>
  <dcterms:modified xsi:type="dcterms:W3CDTF">2026-08-13T11:44:47Z</dcterms:modified>
</cp:coreProperties>
</file>