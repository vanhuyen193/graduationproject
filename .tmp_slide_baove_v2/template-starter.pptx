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e6218dddf45bc" /><Relationship Type="http://schemas.openxmlformats.org/officeDocument/2006/relationships/extended-properties" Target="/docProps/app.xml" Id="R4c1a5d86a8c24564" /><Relationship Type="http://schemas.openxmlformats.org/officeDocument/2006/relationships/officeDocument" Target="/ppt/presentation.xml" Id="R217e72cb36354b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a8ea1d67f4161"/>
  </p:sldMasterIdLst>
  <p:notesMasterIdLst>
    <p:notesMasterId xmlns:r="http://schemas.openxmlformats.org/officeDocument/2006/relationships" r:id="Ra318394c23874655"/>
  </p:notesMasterIdLst>
  <p:sldIdLst>
    <p:sldId xmlns:r="http://schemas.openxmlformats.org/officeDocument/2006/relationships" id="256" r:id="Rdb197c1260004f50"/>
    <p:sldId xmlns:r="http://schemas.openxmlformats.org/officeDocument/2006/relationships" id="257" r:id="R14e0c914c3a74360"/>
    <p:sldId xmlns:r="http://schemas.openxmlformats.org/officeDocument/2006/relationships" id="258" r:id="R4455824e369a409d"/>
    <p:sldId xmlns:r="http://schemas.openxmlformats.org/officeDocument/2006/relationships" id="259" r:id="R4395ce5402314ba0"/>
    <p:sldId xmlns:r="http://schemas.openxmlformats.org/officeDocument/2006/relationships" id="260" r:id="R5ceeb87b7c804714"/>
    <p:sldId xmlns:r="http://schemas.openxmlformats.org/officeDocument/2006/relationships" id="261" r:id="R63c991adb19646d1"/>
    <p:sldId xmlns:r="http://schemas.openxmlformats.org/officeDocument/2006/relationships" id="262" r:id="Rfc5d1afd1f444105"/>
    <p:sldId xmlns:r="http://schemas.openxmlformats.org/officeDocument/2006/relationships" id="263" r:id="Rdfcf94aa8a584c07"/>
    <p:sldId xmlns:r="http://schemas.openxmlformats.org/officeDocument/2006/relationships" id="264" r:id="Rad362e6c8bfe44bd"/>
    <p:sldId xmlns:r="http://schemas.openxmlformats.org/officeDocument/2006/relationships" id="265" r:id="R01ab2a439ee649a6"/>
    <p:sldId xmlns:r="http://schemas.openxmlformats.org/officeDocument/2006/relationships" id="266" r:id="R7a05a21ad9644315"/>
    <p:sldId xmlns:r="http://schemas.openxmlformats.org/officeDocument/2006/relationships" id="267" r:id="R71faa14551674fd6"/>
    <p:sldId xmlns:r="http://schemas.openxmlformats.org/officeDocument/2006/relationships" id="268" r:id="Rf47de572dacb42bf"/>
    <p:sldId xmlns:r="http://schemas.openxmlformats.org/officeDocument/2006/relationships" id="269" r:id="R4bc5c26b1b75412b"/>
    <p:sldId xmlns:r="http://schemas.openxmlformats.org/officeDocument/2006/relationships" id="270" r:id="Rfaad612fe7ef4be6"/>
    <p:sldId xmlns:r="http://schemas.openxmlformats.org/officeDocument/2006/relationships" id="271" r:id="Rb8b8b13e937d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b0e23c5bf46b0" /><Relationship Type="http://schemas.openxmlformats.org/officeDocument/2006/relationships/slideMaster" Target="/ppt/slideMasters/slideMaster1.xml" Id="R1e8a8ea1d67f4161" /><Relationship Type="http://schemas.openxmlformats.org/officeDocument/2006/relationships/notesMaster" Target="/ppt/notesMasters/notesMaster1.xml" Id="Ra318394c23874655" /><Relationship Type="http://schemas.openxmlformats.org/officeDocument/2006/relationships/presProps" Target="/ppt/presProps.xml" Id="Ra0abd99a561b4bf6" /><Relationship Type="http://schemas.openxmlformats.org/officeDocument/2006/relationships/viewProps" Target="/ppt/viewProps.xml" Id="R5c833a2264d64dbb" /><Relationship Type="http://schemas.openxmlformats.org/officeDocument/2006/relationships/tableStyles" Target="/ppt/tableStyles.xml" Id="R657441a552e14f66" /><Relationship Type="http://schemas.openxmlformats.org/officeDocument/2006/relationships/slide" Target="/ppt/slides/slide1.xml" Id="Rdb197c1260004f50" /><Relationship Type="http://schemas.openxmlformats.org/officeDocument/2006/relationships/slide" Target="/ppt/slides/slide2.xml" Id="R14e0c914c3a74360" /><Relationship Type="http://schemas.openxmlformats.org/officeDocument/2006/relationships/slide" Target="/ppt/slides/slide3.xml" Id="R4455824e369a409d" /><Relationship Type="http://schemas.openxmlformats.org/officeDocument/2006/relationships/slide" Target="/ppt/slides/slide4.xml" Id="R4395ce5402314ba0" /><Relationship Type="http://schemas.openxmlformats.org/officeDocument/2006/relationships/slide" Target="/ppt/slides/slide5.xml" Id="R5ceeb87b7c804714" /><Relationship Type="http://schemas.openxmlformats.org/officeDocument/2006/relationships/slide" Target="/ppt/slides/slide6.xml" Id="R63c991adb19646d1" /><Relationship Type="http://schemas.openxmlformats.org/officeDocument/2006/relationships/slide" Target="/ppt/slides/slide7.xml" Id="Rfc5d1afd1f444105" /><Relationship Type="http://schemas.openxmlformats.org/officeDocument/2006/relationships/slide" Target="/ppt/slides/slide8.xml" Id="Rdfcf94aa8a584c07" /><Relationship Type="http://schemas.openxmlformats.org/officeDocument/2006/relationships/slide" Target="/ppt/slides/slide9.xml" Id="Rad362e6c8bfe44bd" /><Relationship Type="http://schemas.openxmlformats.org/officeDocument/2006/relationships/slide" Target="/ppt/slides/slide10.xml" Id="R01ab2a439ee649a6" /><Relationship Type="http://schemas.openxmlformats.org/officeDocument/2006/relationships/slide" Target="/ppt/slides/slide11.xml" Id="R7a05a21ad9644315" /><Relationship Type="http://schemas.openxmlformats.org/officeDocument/2006/relationships/slide" Target="/ppt/slides/slide12.xml" Id="R71faa14551674fd6" /><Relationship Type="http://schemas.openxmlformats.org/officeDocument/2006/relationships/slide" Target="/ppt/slides/slide13.xml" Id="Rf47de572dacb42bf" /><Relationship Type="http://schemas.openxmlformats.org/officeDocument/2006/relationships/slide" Target="/ppt/slides/slide14.xml" Id="R4bc5c26b1b75412b" /><Relationship Type="http://schemas.openxmlformats.org/officeDocument/2006/relationships/slide" Target="/ppt/slides/slide15.xml" Id="Rfaad612fe7ef4be6" /><Relationship Type="http://schemas.openxmlformats.org/officeDocument/2006/relationships/slide" Target="/ppt/slides/slide16.xml" Id="Rb8b8b13e937d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1b43ba0af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0a9605d294643" /><Relationship Type="http://schemas.openxmlformats.org/officeDocument/2006/relationships/notesMaster" Target="/ppt/notesMasters/notesMaster1.xml" Id="Rc3c2243aebb441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53f30cdf4e408e" /><Relationship Type="http://schemas.openxmlformats.org/officeDocument/2006/relationships/notesMaster" Target="/ppt/notesMasters/notesMaster1.xml" Id="R91db4e5728cc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157e9bd87e4b76" /><Relationship Type="http://schemas.openxmlformats.org/officeDocument/2006/relationships/notesMaster" Target="/ppt/notesMasters/notesMaster1.xml" Id="Rc610f5f5b1b8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8e87ac628742f9" /><Relationship Type="http://schemas.openxmlformats.org/officeDocument/2006/relationships/notesMaster" Target="/ppt/notesMasters/notesMaster1.xml" Id="Ra3a6d9896c61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1b89fb8594f9c" /><Relationship Type="http://schemas.openxmlformats.org/officeDocument/2006/relationships/notesMaster" Target="/ppt/notesMasters/notesMaster1.xml" Id="R452067e75e1a4f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6535a3a40144c2" /><Relationship Type="http://schemas.openxmlformats.org/officeDocument/2006/relationships/notesMaster" Target="/ppt/notesMasters/notesMaster1.xml" Id="R009477ce8cce44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c097bd9794161" /><Relationship Type="http://schemas.openxmlformats.org/officeDocument/2006/relationships/notesMaster" Target="/ppt/notesMasters/notesMaster1.xml" Id="Rba638977c7904c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972d076e647c1" /><Relationship Type="http://schemas.openxmlformats.org/officeDocument/2006/relationships/notesMaster" Target="/ppt/notesMasters/notesMaster1.xml" Id="R92ed14d575b1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7f7a93b50d4143" /><Relationship Type="http://schemas.openxmlformats.org/officeDocument/2006/relationships/notesMaster" Target="/ppt/notesMasters/notesMaster1.xml" Id="Re2f66959dc39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d10126984a46c1" /><Relationship Type="http://schemas.openxmlformats.org/officeDocument/2006/relationships/notesMaster" Target="/ppt/notesMasters/notesMaster1.xml" Id="Rca8ea28259ff4e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3a61851434428f" /><Relationship Type="http://schemas.openxmlformats.org/officeDocument/2006/relationships/notesMaster" Target="/ppt/notesMasters/notesMaster1.xml" Id="R94a7638557304e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8196f42b6c411b" /><Relationship Type="http://schemas.openxmlformats.org/officeDocument/2006/relationships/notesMaster" Target="/ppt/notesMasters/notesMaster1.xml" Id="R2e9885a3ae014c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291636a74648f5" /><Relationship Type="http://schemas.openxmlformats.org/officeDocument/2006/relationships/notesMaster" Target="/ppt/notesMasters/notesMaster1.xml" Id="Re1f19655d6bc43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a808f8e27f4676" /><Relationship Type="http://schemas.openxmlformats.org/officeDocument/2006/relationships/notesMaster" Target="/ppt/notesMasters/notesMaster1.xml" Id="R09d71a24bb7f4a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bf49df8d2442cd" /><Relationship Type="http://schemas.openxmlformats.org/officeDocument/2006/relationships/notesMaster" Target="/ppt/notesMasters/notesMaster1.xml" Id="R809913a6856642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e9294ee995450b" /><Relationship Type="http://schemas.openxmlformats.org/officeDocument/2006/relationships/notesMaster" Target="/ppt/notesMasters/notesMaster1.xml" Id="Ref0586684555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f0d39c71a42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f9f2cfb8842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8979a65f043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9a30ba62f4a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c78bf4ce84d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f5b6591074c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b3bb893e542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5308b40ee4d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3b707b81d4e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dfbfaba9d45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9b80f83e0497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EFC08-1A24-B44F-5F9C-2478A65206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853569-70C0-D6B2-6FBD-48B9E46946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5369EE-6203-3F7A-D3D7-06F311D89B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40B0E9-11AA-4BA1-0432-9CA96E024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A8742D-8AAA-0F9D-4C98-88469AFE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C84624-BEEA-FA81-F4F3-18368CE2F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F224D1-8282-6E3A-9D56-E0ED34D44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66F937-431C-4D33-8BCB-C22984326F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4DE131-D18D-6AB3-0D7A-28AA0A2E6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88ACA-2016-C2F5-CFDB-D340DDF180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640F75-1173-9BAC-1BCA-2EE1E3287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95310F-718F-D49A-0DEF-2B29D84C9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AD689F-A346-E3DA-AA77-16E9D30CD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129D5F-E455-AAB7-A829-1037D0BCD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18EC6F-43EA-12D3-2F7C-38142DB631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6A8FF1-FDA5-0B2E-2E32-F1D6099CD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CB64B3-433A-0831-09C9-B0BE2818CF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09D54D2-57D9-0833-F76A-52E4553B00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F56E19-0252-6973-31D9-974068975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DF1D1A-0312-A080-6B75-8CEA41E982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DC6BB1-73DF-8B55-B337-1D84F5440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CFAE-DC25-9859-27FD-F7ACC33B1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71F38E-F2C6-336F-FAA9-481DF9CF04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52F8CA-4773-1D24-4DBB-76CF5684A1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EC5D217-68BC-363A-D4E5-D137DA16765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5FA42E5-1EE9-A849-EF9E-60C2578BBC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1E8CDDA-CF91-8E38-21DF-3914AA5F24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3EBCFB3-BF88-00C8-C34C-3C92A4CF4D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28A0FEE-C5E5-199B-D28A-9D446C352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55DFC8-F96E-3168-1E8C-B9C1B5F9B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D65F6B-D369-A3E1-04F5-8611C11603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12F0EF6-5933-0FCA-3AED-3000751E5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D326626-A47C-7341-9F8B-DBC1A79932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195727-F11C-2185-F76B-EFE191A012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622221-BCC4-0E35-90D1-06DC663FE8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3E0A8EF-2F62-4DAD-A346-A802A0A1F8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BF60ED-B286-CA6A-C994-D1E8A08D1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1427FD-C9D3-0181-C06D-264D91D3D1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3D9D49E-9AB0-E434-B44F-831EE2CC0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8AF7E7C-2AC6-6C87-9B27-960EEEF80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66032B9-5DC0-5C95-5D8F-AFC1360DF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834CDE-241D-0D23-1DDB-12191F695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34C1F2-5075-B03F-521B-C5A5B7E20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EB87DF6-C340-107B-5D77-4FD6A95A75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C14473-C1DD-81F7-9344-B965677DD8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0EA972D-9A2F-688B-0B58-F65601E619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12FA9D5-80A2-3696-1545-16B955F75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E0E09A-FFBB-5725-7ACF-0F5C303FC0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BABC25-422D-D620-67E9-D1E97854C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CAF3CF-542B-C741-AC53-EDAC43F9F8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ACEE8-ACC6-31C3-4228-9812AF3D5A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6282-EEF0-0269-4B4C-9BC71E8CD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CC73D4-0BFB-EFCC-167D-E1C6E08D7C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886152F-7079-02A1-98E1-EB769BE41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06F457-7430-8832-FC34-8E58FBF3EC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BDD038-A360-41B6-54B7-ABEBEA8DBC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92399C-1F1E-A715-C0D1-A12A9BD5A6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C0F546-9E38-B033-FDE8-6470BFA0F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5626917c364520" /><Relationship Type="http://schemas.openxmlformats.org/officeDocument/2006/relationships/slideLayout" Target="/ppt/slideLayouts/slideLayout1.xml" Id="Rce8a539df43b41f7" /><Relationship Type="http://schemas.openxmlformats.org/officeDocument/2006/relationships/slideLayout" Target="/ppt/slideLayouts/slideLayout2.xml" Id="Rdf9993627d704e09" /><Relationship Type="http://schemas.openxmlformats.org/officeDocument/2006/relationships/slideLayout" Target="/ppt/slideLayouts/slideLayout3.xml" Id="R3fa3e316ab274e24" /><Relationship Type="http://schemas.openxmlformats.org/officeDocument/2006/relationships/slideLayout" Target="/ppt/slideLayouts/slideLayout4.xml" Id="R30818ae0200a4852" /><Relationship Type="http://schemas.openxmlformats.org/officeDocument/2006/relationships/slideLayout" Target="/ppt/slideLayouts/slideLayout5.xml" Id="Rf04bb5a971b64b93" /><Relationship Type="http://schemas.openxmlformats.org/officeDocument/2006/relationships/slideLayout" Target="/ppt/slideLayouts/slideLayout6.xml" Id="R78402143ce0c43a0" /><Relationship Type="http://schemas.openxmlformats.org/officeDocument/2006/relationships/slideLayout" Target="/ppt/slideLayouts/slideLayout7.xml" Id="R8bd2a09e512a4c1f" /><Relationship Type="http://schemas.openxmlformats.org/officeDocument/2006/relationships/slideLayout" Target="/ppt/slideLayouts/slideLayout8.xml" Id="R630f96224467446e" /><Relationship Type="http://schemas.openxmlformats.org/officeDocument/2006/relationships/slideLayout" Target="/ppt/slideLayouts/slideLayout9.xml" Id="R83d918518ced4b6d" /><Relationship Type="http://schemas.openxmlformats.org/officeDocument/2006/relationships/slideLayout" Target="/ppt/slideLayouts/slideLayout10.xml" Id="R34dd61f6460c4338" /><Relationship Type="http://schemas.openxmlformats.org/officeDocument/2006/relationships/slideLayout" Target="/ppt/slideLayouts/slideLayout11.xml" Id="Rbdb49942c33e41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CCA298B-770A-8F2F-77FE-BF7BD2555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381BC-0D38-CFE8-1E8A-9A1BFCE3AD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1FA21A-5A42-2AF5-B8CC-C1705C910A0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C72D10F-0334-4238-8387-DFDB4EF17EEE}" type="datetimeFigureOut">
              <a:t>8/14/2026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C2BBD2-B0E1-5F18-7545-8A31DD6499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F480A0-F6D1-DE69-67E8-E708FDBA01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04399DF-5E3B-409F-9A5B-B22F8DABF18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8a539df43b41f7"/>
    <p:sldLayoutId xmlns:r="http://schemas.openxmlformats.org/officeDocument/2006/relationships" id="2147483650" r:id="Rdf9993627d704e09"/>
    <p:sldLayoutId xmlns:r="http://schemas.openxmlformats.org/officeDocument/2006/relationships" id="2147483651" r:id="R3fa3e316ab274e24"/>
    <p:sldLayoutId xmlns:r="http://schemas.openxmlformats.org/officeDocument/2006/relationships" id="2147483652" r:id="R30818ae0200a4852"/>
    <p:sldLayoutId xmlns:r="http://schemas.openxmlformats.org/officeDocument/2006/relationships" id="2147483653" r:id="Rf04bb5a971b64b93"/>
    <p:sldLayoutId xmlns:r="http://schemas.openxmlformats.org/officeDocument/2006/relationships" id="2147483654" r:id="R78402143ce0c43a0"/>
    <p:sldLayoutId xmlns:r="http://schemas.openxmlformats.org/officeDocument/2006/relationships" id="2147483655" r:id="R8bd2a09e512a4c1f"/>
    <p:sldLayoutId xmlns:r="http://schemas.openxmlformats.org/officeDocument/2006/relationships" id="2147483656" r:id="R630f96224467446e"/>
    <p:sldLayoutId xmlns:r="http://schemas.openxmlformats.org/officeDocument/2006/relationships" id="2147483657" r:id="R83d918518ced4b6d"/>
    <p:sldLayoutId xmlns:r="http://schemas.openxmlformats.org/officeDocument/2006/relationships" id="2147483658" r:id="R34dd61f6460c4338"/>
    <p:sldLayoutId xmlns:r="http://schemas.openxmlformats.org/officeDocument/2006/relationships" id="2147483659" r:id="Rbdb49942c33e417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b011ceeff4d96" /><Relationship Type="http://schemas.openxmlformats.org/officeDocument/2006/relationships/notesSlide" Target="/ppt/notesSlides/notesSlide1.xml" Id="R447d5442a8774c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a30865ff4dfb" /><Relationship Type="http://schemas.openxmlformats.org/officeDocument/2006/relationships/notesSlide" Target="/ppt/notesSlides/notesSlide2.xml" Id="Rf36bd2076211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f86825da34579" /><Relationship Type="http://schemas.openxmlformats.org/officeDocument/2006/relationships/notesSlide" Target="/ppt/notesSlides/notesSlide3.xml" Id="Rdc5807a1daf246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59ea1ee4e43bf" /><Relationship Type="http://schemas.openxmlformats.org/officeDocument/2006/relationships/notesSlide" Target="/ppt/notesSlides/notesSlide4.xml" Id="R7643b016fe4c49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7416a5e9b4f9c" /><Relationship Type="http://schemas.openxmlformats.org/officeDocument/2006/relationships/notesSlide" Target="/ppt/notesSlides/notesSlide5.xml" Id="R5f36f75d4e504c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76f4986bf4e0b" /><Relationship Type="http://schemas.openxmlformats.org/officeDocument/2006/relationships/notesSlide" Target="/ppt/notesSlides/notesSlide6.xml" Id="R00b05f7ed9b4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98787ffe94a04" /><Relationship Type="http://schemas.openxmlformats.org/officeDocument/2006/relationships/notesSlide" Target="/ppt/notesSlides/notesSlide7.xml" Id="Rd42eff4673fe40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c566ba4174490" /><Relationship Type="http://schemas.openxmlformats.org/officeDocument/2006/relationships/notesSlide" Target="/ppt/notesSlides/notesSlide8.xml" Id="Rbde27df6247148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d8b8740424f44" /><Relationship Type="http://schemas.openxmlformats.org/officeDocument/2006/relationships/notesSlide" Target="/ppt/notesSlides/notesSlide9.xml" Id="Rcb7e3f9960474c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201ed0d65434d" /><Relationship Type="http://schemas.openxmlformats.org/officeDocument/2006/relationships/notesSlide" Target="/ppt/notesSlides/notesSlide10.xml" Id="R989e8d50914f45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c411b1b5e4740" /><Relationship Type="http://schemas.openxmlformats.org/officeDocument/2006/relationships/notesSlide" Target="/ppt/notesSlides/notesSlide11.xml" Id="Rb5cc277b88e74a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4276e015b4072" /><Relationship Type="http://schemas.openxmlformats.org/officeDocument/2006/relationships/notesSlide" Target="/ppt/notesSlides/notesSlide12.xml" Id="Rd7ed7a3959ae4b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fb014f1584567" /><Relationship Type="http://schemas.openxmlformats.org/officeDocument/2006/relationships/notesSlide" Target="/ppt/notesSlides/notesSlide13.xml" Id="R2f96e3b4564a45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34812fa9242ab" /><Relationship Type="http://schemas.openxmlformats.org/officeDocument/2006/relationships/notesSlide" Target="/ppt/notesSlides/notesSlide14.xml" Id="Rc77ef443652e4c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eca1bc700488f" /><Relationship Type="http://schemas.openxmlformats.org/officeDocument/2006/relationships/notesSlide" Target="/ppt/notesSlides/notesSlide15.xml" Id="Redcfa2843739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2811796f64062" /><Relationship Type="http://schemas.openxmlformats.org/officeDocument/2006/relationships/notesSlide" Target="/ppt/notesSlides/notesSlide16.xml" Id="R075fad5cb8a844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CDBF8E-1E9D-C3EC-E171-BC10EFE288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865D1ED-5A59-BDA9-0940-5BCB3A8579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89147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2026-08-14T08:50:40.5640000Z</dcterms:created>
  <dcterms:modified xsi:type="dcterms:W3CDTF">2026-08-14T08:50:40.5640000Z</dcterms:modified>
</coreProperties>
</file>