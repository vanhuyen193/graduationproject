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2.tif" ContentType="image/ti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6" r:id="rId2"/>
  </p:sldMasterIdLst>
  <p:notesMasterIdLst>
    <p:notesMasterId r:id="rId2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522"/>
    <a:srgbClr val="22377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8DF4EB-B3B4-44C1-A62D-5E61A14D892B}" v="27" dt="2025-03-12T07:26:23.50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78" autoAdjust="0"/>
  </p:normalViewPr>
  <p:slideViewPr>
    <p:cSldViewPr snapToGrid="0">
      <p:cViewPr varScale="1">
        <p:scale>
          <a:sx n="100" d="100"/>
          <a:sy n="100" d="100"/>
        </p:scale>
        <p:origin x="954" y="90"/>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9" Type="http://schemas.openxmlformats.org/officeDocument/2006/relationships/slide" Target="slides/slide20.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na9904@gmail.com" userId="55ededb00bfa6f4a" providerId="LiveId" clId="{0FB6993C-DB48-495E-90C2-52FE2C1E856E}"/>
    <pc:docChg chg="undo custSel addSld delSld modSld sldOrd modMainMaster">
      <pc:chgData name="nguyenna9904@gmail.com" userId="55ededb00bfa6f4a" providerId="LiveId" clId="{0FB6993C-DB48-495E-90C2-52FE2C1E856E}" dt="2025-03-12T07:23:32.136" v="2147" actId="1076"/>
      <pc:docMkLst>
        <pc:docMk/>
      </pc:docMkLst>
      <pc:sldChg chg="modTransition">
        <pc:chgData name="nguyenna9904@gmail.com" userId="55ededb00bfa6f4a" providerId="LiveId" clId="{0FB6993C-DB48-495E-90C2-52FE2C1E856E}" dt="2025-03-11T14:54:54.689" v="1756"/>
        <pc:sldMkLst>
          <pc:docMk/>
          <pc:sldMk cId="0" sldId="256"/>
        </pc:sldMkLst>
      </pc:sldChg>
      <pc:sldChg chg="modTransition modAnim">
        <pc:chgData name="nguyenna9904@gmail.com" userId="55ededb00bfa6f4a" providerId="LiveId" clId="{0FB6993C-DB48-495E-90C2-52FE2C1E856E}" dt="2025-03-11T14:58:11.582" v="1794"/>
        <pc:sldMkLst>
          <pc:docMk/>
          <pc:sldMk cId="0" sldId="258"/>
        </pc:sldMkLst>
      </pc:sldChg>
      <pc:sldChg chg="modSp mod modTransition modAnim">
        <pc:chgData name="nguyenna9904@gmail.com" userId="55ededb00bfa6f4a" providerId="LiveId" clId="{0FB6993C-DB48-495E-90C2-52FE2C1E856E}" dt="2025-03-11T14:58:53.585" v="1798" actId="1076"/>
        <pc:sldMkLst>
          <pc:docMk/>
          <pc:sldMk cId="0" sldId="259"/>
        </pc:sldMkLst>
        <pc:spChg chg="mod">
          <ac:chgData name="nguyenna9904@gmail.com" userId="55ededb00bfa6f4a" providerId="LiveId" clId="{0FB6993C-DB48-495E-90C2-52FE2C1E856E}" dt="2025-03-11T14:58:53.585" v="1798" actId="1076"/>
          <ac:spMkLst>
            <pc:docMk/>
            <pc:sldMk cId="0" sldId="259"/>
            <ac:spMk id="3" creationId="{9B0BAEAB-83B3-6D30-B9C7-D6DFBDCA2D15}"/>
          </ac:spMkLst>
        </pc:spChg>
        <pc:picChg chg="mod">
          <ac:chgData name="nguyenna9904@gmail.com" userId="55ededb00bfa6f4a" providerId="LiveId" clId="{0FB6993C-DB48-495E-90C2-52FE2C1E856E}" dt="2025-03-11T14:55:50.146" v="1764" actId="1076"/>
          <ac:picMkLst>
            <pc:docMk/>
            <pc:sldMk cId="0" sldId="259"/>
            <ac:picMk id="1026" creationId="{EA3CA43E-0D0E-B0EA-B4E1-D0F29EB8F603}"/>
          </ac:picMkLst>
        </pc:picChg>
      </pc:sldChg>
      <pc:sldChg chg="modTransition modAnim">
        <pc:chgData name="nguyenna9904@gmail.com" userId="55ededb00bfa6f4a" providerId="LiveId" clId="{0FB6993C-DB48-495E-90C2-52FE2C1E856E}" dt="2025-03-11T15:39:01.520" v="2052"/>
        <pc:sldMkLst>
          <pc:docMk/>
          <pc:sldMk cId="0" sldId="269"/>
        </pc:sldMkLst>
      </pc:sldChg>
      <pc:sldChg chg="addSp delSp modSp mod modTransition modAnim modNotesTx">
        <pc:chgData name="nguyenna9904@gmail.com" userId="55ededb00bfa6f4a" providerId="LiveId" clId="{0FB6993C-DB48-495E-90C2-52FE2C1E856E}" dt="2025-03-12T07:23:32.136" v="2147" actId="1076"/>
        <pc:sldMkLst>
          <pc:docMk/>
          <pc:sldMk cId="2641632028" sldId="271"/>
        </pc:sldMkLst>
        <pc:spChg chg="add mod">
          <ac:chgData name="nguyenna9904@gmail.com" userId="55ededb00bfa6f4a" providerId="LiveId" clId="{0FB6993C-DB48-495E-90C2-52FE2C1E856E}" dt="2025-03-12T06:28:42.801" v="2116" actId="14100"/>
          <ac:spMkLst>
            <pc:docMk/>
            <pc:sldMk cId="2641632028" sldId="271"/>
            <ac:spMk id="4" creationId="{2A104BAA-4F47-63C7-2C94-54436FC39E93}"/>
          </ac:spMkLst>
        </pc:spChg>
        <pc:spChg chg="mod">
          <ac:chgData name="nguyenna9904@gmail.com" userId="55ededb00bfa6f4a" providerId="LiveId" clId="{0FB6993C-DB48-495E-90C2-52FE2C1E856E}" dt="2025-03-12T06:26:53.504" v="2057" actId="1076"/>
          <ac:spMkLst>
            <pc:docMk/>
            <pc:sldMk cId="2641632028" sldId="271"/>
            <ac:spMk id="8" creationId="{CBAAF602-443F-8644-EC32-E41C6702B04C}"/>
          </ac:spMkLst>
        </pc:spChg>
        <pc:picChg chg="mod">
          <ac:chgData name="nguyenna9904@gmail.com" userId="55ededb00bfa6f4a" providerId="LiveId" clId="{0FB6993C-DB48-495E-90C2-52FE2C1E856E}" dt="2025-03-12T06:26:51.115" v="2056" actId="1076"/>
          <ac:picMkLst>
            <pc:docMk/>
            <pc:sldMk cId="2641632028" sldId="271"/>
            <ac:picMk id="6" creationId="{59AE2929-5108-C92D-B19C-E637B847A59C}"/>
          </ac:picMkLst>
        </pc:picChg>
        <pc:picChg chg="add mod">
          <ac:chgData name="nguyenna9904@gmail.com" userId="55ededb00bfa6f4a" providerId="LiveId" clId="{0FB6993C-DB48-495E-90C2-52FE2C1E856E}" dt="2025-03-12T07:23:32.136" v="2147" actId="1076"/>
          <ac:picMkLst>
            <pc:docMk/>
            <pc:sldMk cId="2641632028" sldId="271"/>
            <ac:picMk id="7" creationId="{64E8FCEB-C86D-7CFC-BAF0-F91BC05976F7}"/>
          </ac:picMkLst>
        </pc:picChg>
        <pc:picChg chg="del">
          <ac:chgData name="nguyenna9904@gmail.com" userId="55ededb00bfa6f4a" providerId="LiveId" clId="{0FB6993C-DB48-495E-90C2-52FE2C1E856E}" dt="2025-03-12T07:22:23.997" v="2138" actId="478"/>
          <ac:picMkLst>
            <pc:docMk/>
            <pc:sldMk cId="2641632028" sldId="271"/>
            <ac:picMk id="11" creationId="{A2729535-7625-6397-E725-86356B3C06DD}"/>
          </ac:picMkLst>
        </pc:picChg>
      </pc:sldChg>
      <pc:sldChg chg="modSp mod modTransition modAnim modNotesTx">
        <pc:chgData name="nguyenna9904@gmail.com" userId="55ededb00bfa6f4a" providerId="LiveId" clId="{0FB6993C-DB48-495E-90C2-52FE2C1E856E}" dt="2025-03-12T07:18:34.712" v="2137" actId="20577"/>
        <pc:sldMkLst>
          <pc:docMk/>
          <pc:sldMk cId="1001882556" sldId="297"/>
        </pc:sldMkLst>
        <pc:spChg chg="mod">
          <ac:chgData name="nguyenna9904@gmail.com" userId="55ededb00bfa6f4a" providerId="LiveId" clId="{0FB6993C-DB48-495E-90C2-52FE2C1E856E}" dt="2025-03-11T14:55:38.045" v="1759" actId="1076"/>
          <ac:spMkLst>
            <pc:docMk/>
            <pc:sldMk cId="1001882556" sldId="297"/>
            <ac:spMk id="2" creationId="{55965F6F-E4BF-75C5-5D3B-E71CFFCAEA28}"/>
          </ac:spMkLst>
        </pc:spChg>
        <pc:spChg chg="mod">
          <ac:chgData name="nguyenna9904@gmail.com" userId="55ededb00bfa6f4a" providerId="LiveId" clId="{0FB6993C-DB48-495E-90C2-52FE2C1E856E}" dt="2025-03-11T14:55:41.615" v="1761" actId="1076"/>
          <ac:spMkLst>
            <pc:docMk/>
            <pc:sldMk cId="1001882556" sldId="297"/>
            <ac:spMk id="3" creationId="{C323FDB3-5B66-2576-C25D-54A703CBC1A8}"/>
          </ac:spMkLst>
        </pc:spChg>
        <pc:picChg chg="mod">
          <ac:chgData name="nguyenna9904@gmail.com" userId="55ededb00bfa6f4a" providerId="LiveId" clId="{0FB6993C-DB48-495E-90C2-52FE2C1E856E}" dt="2025-03-11T14:55:43.025" v="1762" actId="1076"/>
          <ac:picMkLst>
            <pc:docMk/>
            <pc:sldMk cId="1001882556" sldId="297"/>
            <ac:picMk id="7" creationId="{9D4F794B-1C23-D5F3-3A5B-3F8E2EDB064B}"/>
          </ac:picMkLst>
        </pc:picChg>
      </pc:sldChg>
      <pc:sldChg chg="modTransition modAnim modNotesTx">
        <pc:chgData name="nguyenna9904@gmail.com" userId="55ededb00bfa6f4a" providerId="LiveId" clId="{0FB6993C-DB48-495E-90C2-52FE2C1E856E}" dt="2025-03-11T15:01:32.241" v="1815"/>
        <pc:sldMkLst>
          <pc:docMk/>
          <pc:sldMk cId="3938792755" sldId="310"/>
        </pc:sldMkLst>
      </pc:sldChg>
      <pc:sldChg chg="modTransition modAnim">
        <pc:chgData name="nguyenna9904@gmail.com" userId="55ededb00bfa6f4a" providerId="LiveId" clId="{0FB6993C-DB48-495E-90C2-52FE2C1E856E}" dt="2025-03-11T15:07:04.264" v="1839"/>
        <pc:sldMkLst>
          <pc:docMk/>
          <pc:sldMk cId="2837300402" sldId="311"/>
        </pc:sldMkLst>
      </pc:sldChg>
      <pc:sldChg chg="modSp mod modTransition modAnim modNotesTx">
        <pc:chgData name="nguyenna9904@gmail.com" userId="55ededb00bfa6f4a" providerId="LiveId" clId="{0FB6993C-DB48-495E-90C2-52FE2C1E856E}" dt="2025-03-11T15:07:48.324" v="1850"/>
        <pc:sldMkLst>
          <pc:docMk/>
          <pc:sldMk cId="2377179040" sldId="312"/>
        </pc:sldMkLst>
        <pc:spChg chg="mod">
          <ac:chgData name="nguyenna9904@gmail.com" userId="55ededb00bfa6f4a" providerId="LiveId" clId="{0FB6993C-DB48-495E-90C2-52FE2C1E856E}" dt="2025-03-11T15:07:41.695" v="1848" actId="14100"/>
          <ac:spMkLst>
            <pc:docMk/>
            <pc:sldMk cId="2377179040" sldId="312"/>
            <ac:spMk id="10" creationId="{4FB83A19-959B-4666-550E-625167BFC99B}"/>
          </ac:spMkLst>
        </pc:spChg>
      </pc:sldChg>
      <pc:sldChg chg="modTransition modAnim modNotesTx">
        <pc:chgData name="nguyenna9904@gmail.com" userId="55ededb00bfa6f4a" providerId="LiveId" clId="{0FB6993C-DB48-495E-90C2-52FE2C1E856E}" dt="2025-03-11T15:09:45.962" v="1865"/>
        <pc:sldMkLst>
          <pc:docMk/>
          <pc:sldMk cId="2584004327" sldId="313"/>
        </pc:sldMkLst>
      </pc:sldChg>
      <pc:sldChg chg="modTransition modAnim modNotesTx">
        <pc:chgData name="nguyenna9904@gmail.com" userId="55ededb00bfa6f4a" providerId="LiveId" clId="{0FB6993C-DB48-495E-90C2-52FE2C1E856E}" dt="2025-03-11T15:11:42.968" v="1878"/>
        <pc:sldMkLst>
          <pc:docMk/>
          <pc:sldMk cId="4040797481" sldId="314"/>
        </pc:sldMkLst>
      </pc:sldChg>
      <pc:sldChg chg="modTransition modAnim modNotesTx">
        <pc:chgData name="nguyenna9904@gmail.com" userId="55ededb00bfa6f4a" providerId="LiveId" clId="{0FB6993C-DB48-495E-90C2-52FE2C1E856E}" dt="2025-03-11T15:12:25.203" v="1889"/>
        <pc:sldMkLst>
          <pc:docMk/>
          <pc:sldMk cId="492508818" sldId="315"/>
        </pc:sldMkLst>
      </pc:sldChg>
      <pc:sldChg chg="addSp delSp modSp mod modTransition modAnim modNotesTx">
        <pc:chgData name="nguyenna9904@gmail.com" userId="55ededb00bfa6f4a" providerId="LiveId" clId="{0FB6993C-DB48-495E-90C2-52FE2C1E856E}" dt="2025-03-11T15:14:36.049" v="1897"/>
        <pc:sldMkLst>
          <pc:docMk/>
          <pc:sldMk cId="3190494558" sldId="316"/>
        </pc:sldMkLst>
        <pc:spChg chg="add mod">
          <ac:chgData name="nguyenna9904@gmail.com" userId="55ededb00bfa6f4a" providerId="LiveId" clId="{0FB6993C-DB48-495E-90C2-52FE2C1E856E}" dt="2025-03-11T13:38:59.242" v="629" actId="2710"/>
          <ac:spMkLst>
            <pc:docMk/>
            <pc:sldMk cId="3190494558" sldId="316"/>
            <ac:spMk id="3" creationId="{134060F9-4E51-9400-7FB5-2142B0F9CC6E}"/>
          </ac:spMkLst>
        </pc:spChg>
        <pc:spChg chg="add del mod">
          <ac:chgData name="nguyenna9904@gmail.com" userId="55ededb00bfa6f4a" providerId="LiveId" clId="{0FB6993C-DB48-495E-90C2-52FE2C1E856E}" dt="2025-03-11T13:39:01.834" v="630" actId="2710"/>
          <ac:spMkLst>
            <pc:docMk/>
            <pc:sldMk cId="3190494558" sldId="316"/>
            <ac:spMk id="4" creationId="{F20D2D89-56F2-D257-067E-1259A4571CA7}"/>
          </ac:spMkLst>
        </pc:spChg>
        <pc:spChg chg="add">
          <ac:chgData name="nguyenna9904@gmail.com" userId="55ededb00bfa6f4a" providerId="LiveId" clId="{0FB6993C-DB48-495E-90C2-52FE2C1E856E}" dt="2025-03-11T14:07:37.333" v="1308"/>
          <ac:spMkLst>
            <pc:docMk/>
            <pc:sldMk cId="3190494558" sldId="316"/>
            <ac:spMk id="13" creationId="{555E047E-F85D-0041-A027-67F1EA268618}"/>
          </ac:spMkLst>
        </pc:spChg>
        <pc:picChg chg="add del mod">
          <ac:chgData name="nguyenna9904@gmail.com" userId="55ededb00bfa6f4a" providerId="LiveId" clId="{0FB6993C-DB48-495E-90C2-52FE2C1E856E}" dt="2025-03-11T13:24:10.513" v="101" actId="478"/>
          <ac:picMkLst>
            <pc:docMk/>
            <pc:sldMk cId="3190494558" sldId="316"/>
            <ac:picMk id="6" creationId="{C6FCEED4-BE6B-D281-A37B-5B2797BB36A6}"/>
          </ac:picMkLst>
        </pc:picChg>
        <pc:picChg chg="add del mod">
          <ac:chgData name="nguyenna9904@gmail.com" userId="55ededb00bfa6f4a" providerId="LiveId" clId="{0FB6993C-DB48-495E-90C2-52FE2C1E856E}" dt="2025-03-11T13:25:01.859" v="109" actId="478"/>
          <ac:picMkLst>
            <pc:docMk/>
            <pc:sldMk cId="3190494558" sldId="316"/>
            <ac:picMk id="8" creationId="{CC288CD4-D978-178B-C940-0A322758A0B3}"/>
          </ac:picMkLst>
        </pc:picChg>
        <pc:picChg chg="add mod">
          <ac:chgData name="nguyenna9904@gmail.com" userId="55ededb00bfa6f4a" providerId="LiveId" clId="{0FB6993C-DB48-495E-90C2-52FE2C1E856E}" dt="2025-03-11T13:27:48.793" v="135" actId="14100"/>
          <ac:picMkLst>
            <pc:docMk/>
            <pc:sldMk cId="3190494558" sldId="316"/>
            <ac:picMk id="10" creationId="{58B1C2C4-20FE-E9C1-5422-B077F42F1E9D}"/>
          </ac:picMkLst>
        </pc:picChg>
        <pc:picChg chg="add del mod">
          <ac:chgData name="nguyenna9904@gmail.com" userId="55ededb00bfa6f4a" providerId="LiveId" clId="{0FB6993C-DB48-495E-90C2-52FE2C1E856E}" dt="2025-03-11T13:27:34.335" v="125" actId="478"/>
          <ac:picMkLst>
            <pc:docMk/>
            <pc:sldMk cId="3190494558" sldId="316"/>
            <ac:picMk id="12" creationId="{0870D46D-9A89-695E-B166-A3F8AC21BFBE}"/>
          </ac:picMkLst>
        </pc:picChg>
      </pc:sldChg>
      <pc:sldChg chg="modSp mod modTransition modAnim">
        <pc:chgData name="nguyenna9904@gmail.com" userId="55ededb00bfa6f4a" providerId="LiveId" clId="{0FB6993C-DB48-495E-90C2-52FE2C1E856E}" dt="2025-03-11T15:41:29.132" v="2054"/>
        <pc:sldMkLst>
          <pc:docMk/>
          <pc:sldMk cId="2948622477" sldId="317"/>
        </pc:sldMkLst>
        <pc:spChg chg="mod">
          <ac:chgData name="nguyenna9904@gmail.com" userId="55ededb00bfa6f4a" providerId="LiveId" clId="{0FB6993C-DB48-495E-90C2-52FE2C1E856E}" dt="2025-03-11T13:12:31.754" v="0" actId="20577"/>
          <ac:spMkLst>
            <pc:docMk/>
            <pc:sldMk cId="2948622477" sldId="317"/>
            <ac:spMk id="209" creationId="{8CCBB988-FE59-49AB-42E5-2643007CC5B1}"/>
          </ac:spMkLst>
        </pc:spChg>
      </pc:sldChg>
      <pc:sldChg chg="modSp mod modTransition modAnim">
        <pc:chgData name="nguyenna9904@gmail.com" userId="55ededb00bfa6f4a" providerId="LiveId" clId="{0FB6993C-DB48-495E-90C2-52FE2C1E856E}" dt="2025-03-11T15:32:30.374" v="1991"/>
        <pc:sldMkLst>
          <pc:docMk/>
          <pc:sldMk cId="1802737026" sldId="318"/>
        </pc:sldMkLst>
        <pc:spChg chg="mod">
          <ac:chgData name="nguyenna9904@gmail.com" userId="55ededb00bfa6f4a" providerId="LiveId" clId="{0FB6993C-DB48-495E-90C2-52FE2C1E856E}" dt="2025-03-11T13:12:35.438" v="1" actId="20577"/>
          <ac:spMkLst>
            <pc:docMk/>
            <pc:sldMk cId="1802737026" sldId="318"/>
            <ac:spMk id="209" creationId="{09338ADB-BE63-32FC-480D-E26D11772AA4}"/>
          </ac:spMkLst>
        </pc:spChg>
      </pc:sldChg>
      <pc:sldChg chg="modSp mod modTransition modAnim">
        <pc:chgData name="nguyenna9904@gmail.com" userId="55ededb00bfa6f4a" providerId="LiveId" clId="{0FB6993C-DB48-495E-90C2-52FE2C1E856E}" dt="2025-03-11T15:32:52.261" v="1996"/>
        <pc:sldMkLst>
          <pc:docMk/>
          <pc:sldMk cId="262654736" sldId="319"/>
        </pc:sldMkLst>
        <pc:spChg chg="mod">
          <ac:chgData name="nguyenna9904@gmail.com" userId="55ededb00bfa6f4a" providerId="LiveId" clId="{0FB6993C-DB48-495E-90C2-52FE2C1E856E}" dt="2025-03-11T13:12:38.972" v="2" actId="20577"/>
          <ac:spMkLst>
            <pc:docMk/>
            <pc:sldMk cId="262654736" sldId="319"/>
            <ac:spMk id="209" creationId="{E05CC5E3-B7C4-10B4-5F3B-E670FC691A23}"/>
          </ac:spMkLst>
        </pc:spChg>
      </pc:sldChg>
      <pc:sldChg chg="modSp mod modTransition modAnim">
        <pc:chgData name="nguyenna9904@gmail.com" userId="55ededb00bfa6f4a" providerId="LiveId" clId="{0FB6993C-DB48-495E-90C2-52FE2C1E856E}" dt="2025-03-11T15:33:25.214" v="2004"/>
        <pc:sldMkLst>
          <pc:docMk/>
          <pc:sldMk cId="1251707536" sldId="320"/>
        </pc:sldMkLst>
        <pc:spChg chg="mod">
          <ac:chgData name="nguyenna9904@gmail.com" userId="55ededb00bfa6f4a" providerId="LiveId" clId="{0FB6993C-DB48-495E-90C2-52FE2C1E856E}" dt="2025-03-11T13:12:41.698" v="3" actId="20577"/>
          <ac:spMkLst>
            <pc:docMk/>
            <pc:sldMk cId="1251707536" sldId="320"/>
            <ac:spMk id="209" creationId="{089EDBAD-75A1-A265-65EA-7C4082F12375}"/>
          </ac:spMkLst>
        </pc:spChg>
      </pc:sldChg>
      <pc:sldChg chg="modSp mod modTransition modAnim">
        <pc:chgData name="nguyenna9904@gmail.com" userId="55ededb00bfa6f4a" providerId="LiveId" clId="{0FB6993C-DB48-495E-90C2-52FE2C1E856E}" dt="2025-03-11T15:33:50.530" v="2007"/>
        <pc:sldMkLst>
          <pc:docMk/>
          <pc:sldMk cId="2462543188" sldId="321"/>
        </pc:sldMkLst>
        <pc:spChg chg="mod">
          <ac:chgData name="nguyenna9904@gmail.com" userId="55ededb00bfa6f4a" providerId="LiveId" clId="{0FB6993C-DB48-495E-90C2-52FE2C1E856E}" dt="2025-03-11T13:12:44.807" v="4" actId="20577"/>
          <ac:spMkLst>
            <pc:docMk/>
            <pc:sldMk cId="2462543188" sldId="321"/>
            <ac:spMk id="209" creationId="{7A7EAA5B-6DF5-6CC6-DE85-9ACB628D2554}"/>
          </ac:spMkLst>
        </pc:spChg>
      </pc:sldChg>
      <pc:sldChg chg="modSp mod modTransition modAnim">
        <pc:chgData name="nguyenna9904@gmail.com" userId="55ededb00bfa6f4a" providerId="LiveId" clId="{0FB6993C-DB48-495E-90C2-52FE2C1E856E}" dt="2025-03-11T15:34:05.391" v="2011"/>
        <pc:sldMkLst>
          <pc:docMk/>
          <pc:sldMk cId="3156380423" sldId="322"/>
        </pc:sldMkLst>
        <pc:spChg chg="mod">
          <ac:chgData name="nguyenna9904@gmail.com" userId="55ededb00bfa6f4a" providerId="LiveId" clId="{0FB6993C-DB48-495E-90C2-52FE2C1E856E}" dt="2025-03-11T13:12:48.377" v="5" actId="20577"/>
          <ac:spMkLst>
            <pc:docMk/>
            <pc:sldMk cId="3156380423" sldId="322"/>
            <ac:spMk id="209" creationId="{8F13E1F3-A737-EACA-427F-D71AC9631826}"/>
          </ac:spMkLst>
        </pc:spChg>
      </pc:sldChg>
      <pc:sldChg chg="modSp mod modTransition modAnim">
        <pc:chgData name="nguyenna9904@gmail.com" userId="55ededb00bfa6f4a" providerId="LiveId" clId="{0FB6993C-DB48-495E-90C2-52FE2C1E856E}" dt="2025-03-11T15:34:44.438" v="2020"/>
        <pc:sldMkLst>
          <pc:docMk/>
          <pc:sldMk cId="4169461128" sldId="323"/>
        </pc:sldMkLst>
        <pc:spChg chg="mod">
          <ac:chgData name="nguyenna9904@gmail.com" userId="55ededb00bfa6f4a" providerId="LiveId" clId="{0FB6993C-DB48-495E-90C2-52FE2C1E856E}" dt="2025-03-11T13:12:57.161" v="6" actId="20577"/>
          <ac:spMkLst>
            <pc:docMk/>
            <pc:sldMk cId="4169461128" sldId="323"/>
            <ac:spMk id="209" creationId="{1BD987FE-A426-6E3C-31BD-ECBA7F31ED0B}"/>
          </ac:spMkLst>
        </pc:spChg>
      </pc:sldChg>
      <pc:sldChg chg="modSp mod modTransition modAnim">
        <pc:chgData name="nguyenna9904@gmail.com" userId="55ededb00bfa6f4a" providerId="LiveId" clId="{0FB6993C-DB48-495E-90C2-52FE2C1E856E}" dt="2025-03-11T15:35:29.825" v="2026"/>
        <pc:sldMkLst>
          <pc:docMk/>
          <pc:sldMk cId="2839792385" sldId="324"/>
        </pc:sldMkLst>
        <pc:spChg chg="mod">
          <ac:chgData name="nguyenna9904@gmail.com" userId="55ededb00bfa6f4a" providerId="LiveId" clId="{0FB6993C-DB48-495E-90C2-52FE2C1E856E}" dt="2025-03-11T13:13:01.051" v="7" actId="20577"/>
          <ac:spMkLst>
            <pc:docMk/>
            <pc:sldMk cId="2839792385" sldId="324"/>
            <ac:spMk id="209" creationId="{B9510182-8604-DBF9-959A-BD2C58FCE6D7}"/>
          </ac:spMkLst>
        </pc:spChg>
      </pc:sldChg>
      <pc:sldChg chg="modSp mod modTransition modAnim">
        <pc:chgData name="nguyenna9904@gmail.com" userId="55ededb00bfa6f4a" providerId="LiveId" clId="{0FB6993C-DB48-495E-90C2-52FE2C1E856E}" dt="2025-03-11T15:35:50.968" v="2029"/>
        <pc:sldMkLst>
          <pc:docMk/>
          <pc:sldMk cId="681202302" sldId="325"/>
        </pc:sldMkLst>
        <pc:spChg chg="mod">
          <ac:chgData name="nguyenna9904@gmail.com" userId="55ededb00bfa6f4a" providerId="LiveId" clId="{0FB6993C-DB48-495E-90C2-52FE2C1E856E}" dt="2025-03-11T13:13:04.757" v="8" actId="20577"/>
          <ac:spMkLst>
            <pc:docMk/>
            <pc:sldMk cId="681202302" sldId="325"/>
            <ac:spMk id="209" creationId="{EA660EC3-2896-0B2D-7170-2A68BACF71ED}"/>
          </ac:spMkLst>
        </pc:spChg>
      </pc:sldChg>
      <pc:sldChg chg="modSp mod modTransition modAnim">
        <pc:chgData name="nguyenna9904@gmail.com" userId="55ededb00bfa6f4a" providerId="LiveId" clId="{0FB6993C-DB48-495E-90C2-52FE2C1E856E}" dt="2025-03-11T15:36:01.780" v="2032"/>
        <pc:sldMkLst>
          <pc:docMk/>
          <pc:sldMk cId="3118880236" sldId="326"/>
        </pc:sldMkLst>
        <pc:spChg chg="mod">
          <ac:chgData name="nguyenna9904@gmail.com" userId="55ededb00bfa6f4a" providerId="LiveId" clId="{0FB6993C-DB48-495E-90C2-52FE2C1E856E}" dt="2025-03-11T13:13:10.956" v="9" actId="20577"/>
          <ac:spMkLst>
            <pc:docMk/>
            <pc:sldMk cId="3118880236" sldId="326"/>
            <ac:spMk id="209" creationId="{6B0B1CBB-1F25-BFD4-D86B-B673B62C9E5F}"/>
          </ac:spMkLst>
        </pc:spChg>
      </pc:sldChg>
      <pc:sldChg chg="modSp mod modTransition modAnim">
        <pc:chgData name="nguyenna9904@gmail.com" userId="55ededb00bfa6f4a" providerId="LiveId" clId="{0FB6993C-DB48-495E-90C2-52FE2C1E856E}" dt="2025-03-11T15:37:05.097" v="2042"/>
        <pc:sldMkLst>
          <pc:docMk/>
          <pc:sldMk cId="2870817921" sldId="327"/>
        </pc:sldMkLst>
        <pc:spChg chg="mod">
          <ac:chgData name="nguyenna9904@gmail.com" userId="55ededb00bfa6f4a" providerId="LiveId" clId="{0FB6993C-DB48-495E-90C2-52FE2C1E856E}" dt="2025-03-11T13:13:16.926" v="10" actId="20577"/>
          <ac:spMkLst>
            <pc:docMk/>
            <pc:sldMk cId="2870817921" sldId="327"/>
            <ac:spMk id="209" creationId="{9A34E3E9-CB38-7352-2A1C-27726B14ED65}"/>
          </ac:spMkLst>
        </pc:spChg>
      </pc:sldChg>
      <pc:sldChg chg="modSp mod modTransition modAnim">
        <pc:chgData name="nguyenna9904@gmail.com" userId="55ededb00bfa6f4a" providerId="LiveId" clId="{0FB6993C-DB48-495E-90C2-52FE2C1E856E}" dt="2025-03-11T15:38:22.818" v="2045"/>
        <pc:sldMkLst>
          <pc:docMk/>
          <pc:sldMk cId="1615916471" sldId="328"/>
        </pc:sldMkLst>
        <pc:spChg chg="mod">
          <ac:chgData name="nguyenna9904@gmail.com" userId="55ededb00bfa6f4a" providerId="LiveId" clId="{0FB6993C-DB48-495E-90C2-52FE2C1E856E}" dt="2025-03-11T13:13:20.896" v="11" actId="20577"/>
          <ac:spMkLst>
            <pc:docMk/>
            <pc:sldMk cId="1615916471" sldId="328"/>
            <ac:spMk id="209" creationId="{E22D5734-51B1-B880-D3F1-0188C51CB343}"/>
          </ac:spMkLst>
        </pc:spChg>
      </pc:sldChg>
      <pc:sldChg chg="modSp mod modTransition modAnim">
        <pc:chgData name="nguyenna9904@gmail.com" userId="55ededb00bfa6f4a" providerId="LiveId" clId="{0FB6993C-DB48-495E-90C2-52FE2C1E856E}" dt="2025-03-11T15:38:33.678" v="2048"/>
        <pc:sldMkLst>
          <pc:docMk/>
          <pc:sldMk cId="778388680" sldId="329"/>
        </pc:sldMkLst>
        <pc:spChg chg="mod">
          <ac:chgData name="nguyenna9904@gmail.com" userId="55ededb00bfa6f4a" providerId="LiveId" clId="{0FB6993C-DB48-495E-90C2-52FE2C1E856E}" dt="2025-03-11T13:13:24.875" v="12" actId="20577"/>
          <ac:spMkLst>
            <pc:docMk/>
            <pc:sldMk cId="778388680" sldId="329"/>
            <ac:spMk id="209" creationId="{53A29621-7E70-4988-5E00-470DA2993BDD}"/>
          </ac:spMkLst>
        </pc:spChg>
      </pc:sldChg>
      <pc:sldChg chg="addSp delSp modSp add mod modTransition modAnim modNotesTx">
        <pc:chgData name="nguyenna9904@gmail.com" userId="55ededb00bfa6f4a" providerId="LiveId" clId="{0FB6993C-DB48-495E-90C2-52FE2C1E856E}" dt="2025-03-11T15:14:55.744" v="1903"/>
        <pc:sldMkLst>
          <pc:docMk/>
          <pc:sldMk cId="3810944637" sldId="330"/>
        </pc:sldMkLst>
        <pc:spChg chg="del">
          <ac:chgData name="nguyenna9904@gmail.com" userId="55ededb00bfa6f4a" providerId="LiveId" clId="{0FB6993C-DB48-495E-90C2-52FE2C1E856E}" dt="2025-03-11T13:28:42.850" v="142" actId="478"/>
          <ac:spMkLst>
            <pc:docMk/>
            <pc:sldMk cId="3810944637" sldId="330"/>
            <ac:spMk id="3" creationId="{38BD3BF1-B9B9-F883-8939-7DABEB73F406}"/>
          </ac:spMkLst>
        </pc:spChg>
        <pc:spChg chg="mod">
          <ac:chgData name="nguyenna9904@gmail.com" userId="55ededb00bfa6f4a" providerId="LiveId" clId="{0FB6993C-DB48-495E-90C2-52FE2C1E856E}" dt="2025-03-11T13:38:53.824" v="628" actId="2710"/>
          <ac:spMkLst>
            <pc:docMk/>
            <pc:sldMk cId="3810944637" sldId="330"/>
            <ac:spMk id="4" creationId="{55D8B07B-23E6-000F-45C5-2D8B57542B49}"/>
          </ac:spMkLst>
        </pc:spChg>
        <pc:picChg chg="add mod">
          <ac:chgData name="nguyenna9904@gmail.com" userId="55ededb00bfa6f4a" providerId="LiveId" clId="{0FB6993C-DB48-495E-90C2-52FE2C1E856E}" dt="2025-03-11T13:29:47.412" v="202" actId="1076"/>
          <ac:picMkLst>
            <pc:docMk/>
            <pc:sldMk cId="3810944637" sldId="330"/>
            <ac:picMk id="5" creationId="{393E96C6-EDD9-1FBD-484A-12993C98E8B8}"/>
          </ac:picMkLst>
        </pc:picChg>
      </pc:sldChg>
      <pc:sldChg chg="addSp delSp modSp add mod modTransition modAnim modNotesTx">
        <pc:chgData name="nguyenna9904@gmail.com" userId="55ededb00bfa6f4a" providerId="LiveId" clId="{0FB6993C-DB48-495E-90C2-52FE2C1E856E}" dt="2025-03-11T15:17:13.272" v="1913"/>
        <pc:sldMkLst>
          <pc:docMk/>
          <pc:sldMk cId="2972801682" sldId="331"/>
        </pc:sldMkLst>
        <pc:spChg chg="mod">
          <ac:chgData name="nguyenna9904@gmail.com" userId="55ededb00bfa6f4a" providerId="LiveId" clId="{0FB6993C-DB48-495E-90C2-52FE2C1E856E}" dt="2025-03-11T13:38:47.380" v="627" actId="2710"/>
          <ac:spMkLst>
            <pc:docMk/>
            <pc:sldMk cId="2972801682" sldId="331"/>
            <ac:spMk id="3" creationId="{0843C79C-B44A-5FBA-A3C3-F560EEC75B60}"/>
          </ac:spMkLst>
        </pc:spChg>
        <pc:spChg chg="del">
          <ac:chgData name="nguyenna9904@gmail.com" userId="55ededb00bfa6f4a" providerId="LiveId" clId="{0FB6993C-DB48-495E-90C2-52FE2C1E856E}" dt="2025-03-11T13:29:51.385" v="203" actId="478"/>
          <ac:spMkLst>
            <pc:docMk/>
            <pc:sldMk cId="2972801682" sldId="331"/>
            <ac:spMk id="4" creationId="{9CA6BCD8-5135-61D2-D041-CB674F08D1FB}"/>
          </ac:spMkLst>
        </pc:spChg>
        <pc:spChg chg="add mod">
          <ac:chgData name="nguyenna9904@gmail.com" userId="55ededb00bfa6f4a" providerId="LiveId" clId="{0FB6993C-DB48-495E-90C2-52FE2C1E856E}" dt="2025-03-11T13:38:42.344" v="626" actId="1076"/>
          <ac:spMkLst>
            <pc:docMk/>
            <pc:sldMk cId="2972801682" sldId="331"/>
            <ac:spMk id="11" creationId="{3FFE25E9-C7B5-49DD-EB7B-CE4C2E2F2ADE}"/>
          </ac:spMkLst>
        </pc:spChg>
        <pc:picChg chg="add del mod">
          <ac:chgData name="nguyenna9904@gmail.com" userId="55ededb00bfa6f4a" providerId="LiveId" clId="{0FB6993C-DB48-495E-90C2-52FE2C1E856E}" dt="2025-03-11T13:30:52.874" v="275" actId="478"/>
          <ac:picMkLst>
            <pc:docMk/>
            <pc:sldMk cId="2972801682" sldId="331"/>
            <ac:picMk id="6" creationId="{72CB7CF5-4068-E580-FDCF-1F285B0CEE28}"/>
          </ac:picMkLst>
        </pc:picChg>
        <pc:picChg chg="add mod">
          <ac:chgData name="nguyenna9904@gmail.com" userId="55ededb00bfa6f4a" providerId="LiveId" clId="{0FB6993C-DB48-495E-90C2-52FE2C1E856E}" dt="2025-03-11T13:32:13.896" v="359" actId="1076"/>
          <ac:picMkLst>
            <pc:docMk/>
            <pc:sldMk cId="2972801682" sldId="331"/>
            <ac:picMk id="8" creationId="{A6390E90-AF56-8619-8873-BF0F9157FFFE}"/>
          </ac:picMkLst>
        </pc:picChg>
        <pc:picChg chg="add mod">
          <ac:chgData name="nguyenna9904@gmail.com" userId="55ededb00bfa6f4a" providerId="LiveId" clId="{0FB6993C-DB48-495E-90C2-52FE2C1E856E}" dt="2025-03-11T13:31:33.167" v="290" actId="1076"/>
          <ac:picMkLst>
            <pc:docMk/>
            <pc:sldMk cId="2972801682" sldId="331"/>
            <ac:picMk id="10" creationId="{B3763BD7-C598-4205-D76C-BF3D4A40CE9E}"/>
          </ac:picMkLst>
        </pc:picChg>
      </pc:sldChg>
      <pc:sldChg chg="addSp delSp modSp add mod modTransition modAnim modNotesTx">
        <pc:chgData name="nguyenna9904@gmail.com" userId="55ededb00bfa6f4a" providerId="LiveId" clId="{0FB6993C-DB48-495E-90C2-52FE2C1E856E}" dt="2025-03-11T15:17:29.503" v="1917"/>
        <pc:sldMkLst>
          <pc:docMk/>
          <pc:sldMk cId="399106376" sldId="332"/>
        </pc:sldMkLst>
        <pc:spChg chg="mod">
          <ac:chgData name="nguyenna9904@gmail.com" userId="55ededb00bfa6f4a" providerId="LiveId" clId="{0FB6993C-DB48-495E-90C2-52FE2C1E856E}" dt="2025-03-11T13:39:24.406" v="631" actId="2710"/>
          <ac:spMkLst>
            <pc:docMk/>
            <pc:sldMk cId="399106376" sldId="332"/>
            <ac:spMk id="3" creationId="{5E606002-683F-15E9-4903-E9BB7A3A6964}"/>
          </ac:spMkLst>
        </pc:spChg>
        <pc:spChg chg="del mod">
          <ac:chgData name="nguyenna9904@gmail.com" userId="55ededb00bfa6f4a" providerId="LiveId" clId="{0FB6993C-DB48-495E-90C2-52FE2C1E856E}" dt="2025-03-11T13:33:20.829" v="410" actId="478"/>
          <ac:spMkLst>
            <pc:docMk/>
            <pc:sldMk cId="399106376" sldId="332"/>
            <ac:spMk id="4" creationId="{275FFDBF-4722-CBB3-7F67-69274569B8A2}"/>
          </ac:spMkLst>
        </pc:spChg>
        <pc:picChg chg="add mod">
          <ac:chgData name="nguyenna9904@gmail.com" userId="55ededb00bfa6f4a" providerId="LiveId" clId="{0FB6993C-DB48-495E-90C2-52FE2C1E856E}" dt="2025-03-11T13:35:11.090" v="533" actId="1076"/>
          <ac:picMkLst>
            <pc:docMk/>
            <pc:sldMk cId="399106376" sldId="332"/>
            <ac:picMk id="5" creationId="{04398E25-AB6D-E61C-5F6C-C1D7BA46113E}"/>
          </ac:picMkLst>
        </pc:picChg>
      </pc:sldChg>
      <pc:sldChg chg="addSp delSp modSp add mod modTransition modAnim modNotesTx">
        <pc:chgData name="nguyenna9904@gmail.com" userId="55ededb00bfa6f4a" providerId="LiveId" clId="{0FB6993C-DB48-495E-90C2-52FE2C1E856E}" dt="2025-03-11T15:17:46.912" v="1922"/>
        <pc:sldMkLst>
          <pc:docMk/>
          <pc:sldMk cId="972178534" sldId="333"/>
        </pc:sldMkLst>
        <pc:spChg chg="mod">
          <ac:chgData name="nguyenna9904@gmail.com" userId="55ededb00bfa6f4a" providerId="LiveId" clId="{0FB6993C-DB48-495E-90C2-52FE2C1E856E}" dt="2025-03-11T13:39:54.203" v="632" actId="2710"/>
          <ac:spMkLst>
            <pc:docMk/>
            <pc:sldMk cId="972178534" sldId="333"/>
            <ac:spMk id="3" creationId="{8CA760CF-6B79-8447-F8BA-E671AED93735}"/>
          </ac:spMkLst>
        </pc:spChg>
        <pc:picChg chg="add mod">
          <ac:chgData name="nguyenna9904@gmail.com" userId="55ededb00bfa6f4a" providerId="LiveId" clId="{0FB6993C-DB48-495E-90C2-52FE2C1E856E}" dt="2025-03-11T13:35:59.132" v="551" actId="14100"/>
          <ac:picMkLst>
            <pc:docMk/>
            <pc:sldMk cId="972178534" sldId="333"/>
            <ac:picMk id="4" creationId="{6D57A191-C438-C51F-25D6-5F2E01EB4E07}"/>
          </ac:picMkLst>
        </pc:picChg>
        <pc:picChg chg="del">
          <ac:chgData name="nguyenna9904@gmail.com" userId="55ededb00bfa6f4a" providerId="LiveId" clId="{0FB6993C-DB48-495E-90C2-52FE2C1E856E}" dt="2025-03-11T13:35:26.503" v="535" actId="478"/>
          <ac:picMkLst>
            <pc:docMk/>
            <pc:sldMk cId="972178534" sldId="333"/>
            <ac:picMk id="5" creationId="{6820E20C-DBC4-8AC8-0C75-228E6B610B4D}"/>
          </ac:picMkLst>
        </pc:picChg>
      </pc:sldChg>
      <pc:sldChg chg="add del">
        <pc:chgData name="nguyenna9904@gmail.com" userId="55ededb00bfa6f4a" providerId="LiveId" clId="{0FB6993C-DB48-495E-90C2-52FE2C1E856E}" dt="2025-03-11T13:36:15.967" v="553" actId="2890"/>
        <pc:sldMkLst>
          <pc:docMk/>
          <pc:sldMk cId="549132710" sldId="334"/>
        </pc:sldMkLst>
      </pc:sldChg>
      <pc:sldChg chg="addSp delSp modSp add mod modTransition delAnim modAnim modNotesTx">
        <pc:chgData name="nguyenna9904@gmail.com" userId="55ededb00bfa6f4a" providerId="LiveId" clId="{0FB6993C-DB48-495E-90C2-52FE2C1E856E}" dt="2025-03-12T06:31:55.095" v="2128" actId="1076"/>
        <pc:sldMkLst>
          <pc:docMk/>
          <pc:sldMk cId="3271122280" sldId="334"/>
        </pc:sldMkLst>
        <pc:spChg chg="mod">
          <ac:chgData name="nguyenna9904@gmail.com" userId="55ededb00bfa6f4a" providerId="LiveId" clId="{0FB6993C-DB48-495E-90C2-52FE2C1E856E}" dt="2025-03-11T13:40:05.467" v="633" actId="2710"/>
          <ac:spMkLst>
            <pc:docMk/>
            <pc:sldMk cId="3271122280" sldId="334"/>
            <ac:spMk id="3" creationId="{1B62ED67-28A0-82CC-4B0E-7DD3BC1BA1A2}"/>
          </ac:spMkLst>
        </pc:spChg>
        <pc:spChg chg="add mod">
          <ac:chgData name="nguyenna9904@gmail.com" userId="55ededb00bfa6f4a" providerId="LiveId" clId="{0FB6993C-DB48-495E-90C2-52FE2C1E856E}" dt="2025-03-12T06:31:55.095" v="2128" actId="1076"/>
          <ac:spMkLst>
            <pc:docMk/>
            <pc:sldMk cId="3271122280" sldId="334"/>
            <ac:spMk id="4" creationId="{E6504087-ACE0-49DC-E70D-B983B7FAFEA0}"/>
          </ac:spMkLst>
        </pc:spChg>
        <pc:spChg chg="add del mod">
          <ac:chgData name="nguyenna9904@gmail.com" userId="55ededb00bfa6f4a" providerId="LiveId" clId="{0FB6993C-DB48-495E-90C2-52FE2C1E856E}" dt="2025-03-12T06:30:31.620" v="2119" actId="478"/>
          <ac:spMkLst>
            <pc:docMk/>
            <pc:sldMk cId="3271122280" sldId="334"/>
            <ac:spMk id="15" creationId="{ADF670FA-DE00-9E84-82A0-C005ECCDA756}"/>
          </ac:spMkLst>
        </pc:spChg>
        <pc:spChg chg="add del mod">
          <ac:chgData name="nguyenna9904@gmail.com" userId="55ededb00bfa6f4a" providerId="LiveId" clId="{0FB6993C-DB48-495E-90C2-52FE2C1E856E}" dt="2025-03-11T13:48:29.205" v="765"/>
          <ac:spMkLst>
            <pc:docMk/>
            <pc:sldMk cId="3271122280" sldId="334"/>
            <ac:spMk id="16" creationId="{089A9CB2-FEDA-8539-9589-202158CB4684}"/>
          </ac:spMkLst>
        </pc:spChg>
        <pc:spChg chg="add">
          <ac:chgData name="nguyenna9904@gmail.com" userId="55ededb00bfa6f4a" providerId="LiveId" clId="{0FB6993C-DB48-495E-90C2-52FE2C1E856E}" dt="2025-03-11T13:48:24.509" v="763"/>
          <ac:spMkLst>
            <pc:docMk/>
            <pc:sldMk cId="3271122280" sldId="334"/>
            <ac:spMk id="17" creationId="{4C86024A-8AE7-A374-AE41-5EF37D5E55E3}"/>
          </ac:spMkLst>
        </pc:spChg>
        <pc:spChg chg="add mod">
          <ac:chgData name="nguyenna9904@gmail.com" userId="55ededb00bfa6f4a" providerId="LiveId" clId="{0FB6993C-DB48-495E-90C2-52FE2C1E856E}" dt="2025-03-11T13:53:34.797" v="840" actId="1076"/>
          <ac:spMkLst>
            <pc:docMk/>
            <pc:sldMk cId="3271122280" sldId="334"/>
            <ac:spMk id="18" creationId="{A7207C1F-6692-2C9D-EE76-9CCA7F790C9A}"/>
          </ac:spMkLst>
        </pc:spChg>
        <pc:spChg chg="add">
          <ac:chgData name="nguyenna9904@gmail.com" userId="55ededb00bfa6f4a" providerId="LiveId" clId="{0FB6993C-DB48-495E-90C2-52FE2C1E856E}" dt="2025-03-11T13:48:36.101" v="769"/>
          <ac:spMkLst>
            <pc:docMk/>
            <pc:sldMk cId="3271122280" sldId="334"/>
            <ac:spMk id="19" creationId="{5FDB3573-04CD-D9CE-FC6B-FE9932149332}"/>
          </ac:spMkLst>
        </pc:spChg>
        <pc:picChg chg="del">
          <ac:chgData name="nguyenna9904@gmail.com" userId="55ededb00bfa6f4a" providerId="LiveId" clId="{0FB6993C-DB48-495E-90C2-52FE2C1E856E}" dt="2025-03-11T13:36:27.153" v="555" actId="478"/>
          <ac:picMkLst>
            <pc:docMk/>
            <pc:sldMk cId="3271122280" sldId="334"/>
            <ac:picMk id="4" creationId="{3AB3925C-434D-EF0C-87A9-0B8BB08E9B8D}"/>
          </ac:picMkLst>
        </pc:picChg>
        <pc:picChg chg="add del mod">
          <ac:chgData name="nguyenna9904@gmail.com" userId="55ededb00bfa6f4a" providerId="LiveId" clId="{0FB6993C-DB48-495E-90C2-52FE2C1E856E}" dt="2025-03-11T13:38:00.657" v="618" actId="478"/>
          <ac:picMkLst>
            <pc:docMk/>
            <pc:sldMk cId="3271122280" sldId="334"/>
            <ac:picMk id="5" creationId="{5370F02E-2A93-EA00-DB54-6432BB5E74B7}"/>
          </ac:picMkLst>
        </pc:picChg>
        <pc:picChg chg="add mod">
          <ac:chgData name="nguyenna9904@gmail.com" userId="55ededb00bfa6f4a" providerId="LiveId" clId="{0FB6993C-DB48-495E-90C2-52FE2C1E856E}" dt="2025-03-11T13:38:16.517" v="622"/>
          <ac:picMkLst>
            <pc:docMk/>
            <pc:sldMk cId="3271122280" sldId="334"/>
            <ac:picMk id="6" creationId="{397C3FA6-0A99-FB82-9D22-C20B967A8CEE}"/>
          </ac:picMkLst>
        </pc:picChg>
        <pc:picChg chg="add del mod">
          <ac:chgData name="nguyenna9904@gmail.com" userId="55ededb00bfa6f4a" providerId="LiveId" clId="{0FB6993C-DB48-495E-90C2-52FE2C1E856E}" dt="2025-03-11T13:41:32.939" v="641" actId="478"/>
          <ac:picMkLst>
            <pc:docMk/>
            <pc:sldMk cId="3271122280" sldId="334"/>
            <ac:picMk id="8" creationId="{CE0DCC8A-70F6-C072-60E2-712E09448481}"/>
          </ac:picMkLst>
        </pc:picChg>
        <pc:picChg chg="add del mod">
          <ac:chgData name="nguyenna9904@gmail.com" userId="55ededb00bfa6f4a" providerId="LiveId" clId="{0FB6993C-DB48-495E-90C2-52FE2C1E856E}" dt="2025-03-11T13:41:33.574" v="642" actId="478"/>
          <ac:picMkLst>
            <pc:docMk/>
            <pc:sldMk cId="3271122280" sldId="334"/>
            <ac:picMk id="10" creationId="{9CC525FE-A657-3B22-AFB5-CD8608A21025}"/>
          </ac:picMkLst>
        </pc:picChg>
        <pc:picChg chg="add del mod">
          <ac:chgData name="nguyenna9904@gmail.com" userId="55ededb00bfa6f4a" providerId="LiveId" clId="{0FB6993C-DB48-495E-90C2-52FE2C1E856E}" dt="2025-03-11T13:50:44.474" v="820" actId="478"/>
          <ac:picMkLst>
            <pc:docMk/>
            <pc:sldMk cId="3271122280" sldId="334"/>
            <ac:picMk id="12" creationId="{052713B9-63E0-6EF5-3FB0-1B91C8EE50AB}"/>
          </ac:picMkLst>
        </pc:picChg>
        <pc:picChg chg="add del mod">
          <ac:chgData name="nguyenna9904@gmail.com" userId="55ededb00bfa6f4a" providerId="LiveId" clId="{0FB6993C-DB48-495E-90C2-52FE2C1E856E}" dt="2025-03-11T13:50:43.412" v="819" actId="478"/>
          <ac:picMkLst>
            <pc:docMk/>
            <pc:sldMk cId="3271122280" sldId="334"/>
            <ac:picMk id="14" creationId="{B46559E3-25F3-04B3-3330-CF6212FDA98B}"/>
          </ac:picMkLst>
        </pc:picChg>
        <pc:picChg chg="add mod">
          <ac:chgData name="nguyenna9904@gmail.com" userId="55ededb00bfa6f4a" providerId="LiveId" clId="{0FB6993C-DB48-495E-90C2-52FE2C1E856E}" dt="2025-03-11T15:19:04.213" v="1928" actId="1076"/>
          <ac:picMkLst>
            <pc:docMk/>
            <pc:sldMk cId="3271122280" sldId="334"/>
            <ac:picMk id="21" creationId="{F970FD9C-33CC-4B82-DED0-63F9B5C040E8}"/>
          </ac:picMkLst>
        </pc:picChg>
        <pc:picChg chg="add del">
          <ac:chgData name="nguyenna9904@gmail.com" userId="55ededb00bfa6f4a" providerId="LiveId" clId="{0FB6993C-DB48-495E-90C2-52FE2C1E856E}" dt="2025-03-11T13:53:27.664" v="837" actId="478"/>
          <ac:picMkLst>
            <pc:docMk/>
            <pc:sldMk cId="3271122280" sldId="334"/>
            <ac:picMk id="23" creationId="{D7EE2152-18DF-9C97-D687-CDB07CBB82DA}"/>
          </ac:picMkLst>
        </pc:picChg>
      </pc:sldChg>
      <pc:sldChg chg="addSp modSp add mod ord modTransition modAnim modNotesTx">
        <pc:chgData name="nguyenna9904@gmail.com" userId="55ededb00bfa6f4a" providerId="LiveId" clId="{0FB6993C-DB48-495E-90C2-52FE2C1E856E}" dt="2025-03-12T06:32:31.274" v="2131" actId="1076"/>
        <pc:sldMkLst>
          <pc:docMk/>
          <pc:sldMk cId="93589048" sldId="335"/>
        </pc:sldMkLst>
        <pc:spChg chg="mod">
          <ac:chgData name="nguyenna9904@gmail.com" userId="55ededb00bfa6f4a" providerId="LiveId" clId="{0FB6993C-DB48-495E-90C2-52FE2C1E856E}" dt="2025-03-11T14:00:25.928" v="1201" actId="1076"/>
          <ac:spMkLst>
            <pc:docMk/>
            <pc:sldMk cId="93589048" sldId="335"/>
            <ac:spMk id="3" creationId="{1BF81238-9C9F-BFD4-2889-728AC37369EE}"/>
          </ac:spMkLst>
        </pc:spChg>
        <pc:spChg chg="add mod">
          <ac:chgData name="nguyenna9904@gmail.com" userId="55ededb00bfa6f4a" providerId="LiveId" clId="{0FB6993C-DB48-495E-90C2-52FE2C1E856E}" dt="2025-03-11T14:00:32.228" v="1203" actId="2710"/>
          <ac:spMkLst>
            <pc:docMk/>
            <pc:sldMk cId="93589048" sldId="335"/>
            <ac:spMk id="4" creationId="{C9F79B8A-2FAD-9BA2-1D07-2BD9B210A62A}"/>
          </ac:spMkLst>
        </pc:spChg>
        <pc:picChg chg="mod">
          <ac:chgData name="nguyenna9904@gmail.com" userId="55ededb00bfa6f4a" providerId="LiveId" clId="{0FB6993C-DB48-495E-90C2-52FE2C1E856E}" dt="2025-03-11T13:59:24.780" v="1112" actId="1076"/>
          <ac:picMkLst>
            <pc:docMk/>
            <pc:sldMk cId="93589048" sldId="335"/>
            <ac:picMk id="8" creationId="{DD77BCE3-8AC6-EDEA-F8E4-78C93789158A}"/>
          </ac:picMkLst>
        </pc:picChg>
        <pc:picChg chg="mod">
          <ac:chgData name="nguyenna9904@gmail.com" userId="55ededb00bfa6f4a" providerId="LiveId" clId="{0FB6993C-DB48-495E-90C2-52FE2C1E856E}" dt="2025-03-12T06:32:31.274" v="2131" actId="1076"/>
          <ac:picMkLst>
            <pc:docMk/>
            <pc:sldMk cId="93589048" sldId="335"/>
            <ac:picMk id="10" creationId="{C4194759-F2AF-1BEB-1073-A881C24B6035}"/>
          </ac:picMkLst>
        </pc:picChg>
      </pc:sldChg>
      <pc:sldChg chg="addSp delSp modSp add mod modTransition modAnim modNotesTx">
        <pc:chgData name="nguyenna9904@gmail.com" userId="55ededb00bfa6f4a" providerId="LiveId" clId="{0FB6993C-DB48-495E-90C2-52FE2C1E856E}" dt="2025-03-11T15:30:46.723" v="1971"/>
        <pc:sldMkLst>
          <pc:docMk/>
          <pc:sldMk cId="3132760368" sldId="336"/>
        </pc:sldMkLst>
        <pc:spChg chg="mod">
          <ac:chgData name="nguyenna9904@gmail.com" userId="55ededb00bfa6f4a" providerId="LiveId" clId="{0FB6993C-DB48-495E-90C2-52FE2C1E856E}" dt="2025-03-11T14:22:50.118" v="1588" actId="1076"/>
          <ac:spMkLst>
            <pc:docMk/>
            <pc:sldMk cId="3132760368" sldId="336"/>
            <ac:spMk id="3" creationId="{B6BEFAF3-9518-DB31-2661-5B29ECBE6A3D}"/>
          </ac:spMkLst>
        </pc:spChg>
        <pc:spChg chg="add del mod">
          <ac:chgData name="nguyenna9904@gmail.com" userId="55ededb00bfa6f4a" providerId="LiveId" clId="{0FB6993C-DB48-495E-90C2-52FE2C1E856E}" dt="2025-03-11T13:42:30.741" v="655" actId="478"/>
          <ac:spMkLst>
            <pc:docMk/>
            <pc:sldMk cId="3132760368" sldId="336"/>
            <ac:spMk id="4" creationId="{75CC71D7-B127-9D33-DB14-1F9295E96BE2}"/>
          </ac:spMkLst>
        </pc:spChg>
        <pc:spChg chg="add del">
          <ac:chgData name="nguyenna9904@gmail.com" userId="55ededb00bfa6f4a" providerId="LiveId" clId="{0FB6993C-DB48-495E-90C2-52FE2C1E856E}" dt="2025-03-11T14:13:33.720" v="1411" actId="11529"/>
          <ac:spMkLst>
            <pc:docMk/>
            <pc:sldMk cId="3132760368" sldId="336"/>
            <ac:spMk id="6" creationId="{6C97FF7F-4EB1-C9AB-3BAD-49A6B9FC73DB}"/>
          </ac:spMkLst>
        </pc:spChg>
        <pc:spChg chg="add del mod">
          <ac:chgData name="nguyenna9904@gmail.com" userId="55ededb00bfa6f4a" providerId="LiveId" clId="{0FB6993C-DB48-495E-90C2-52FE2C1E856E}" dt="2025-03-11T14:18:29.642" v="1546" actId="478"/>
          <ac:spMkLst>
            <pc:docMk/>
            <pc:sldMk cId="3132760368" sldId="336"/>
            <ac:spMk id="7" creationId="{B0BD4407-398B-B80A-D4A1-A97A4E07EA9B}"/>
          </ac:spMkLst>
        </pc:spChg>
        <pc:spChg chg="add mod">
          <ac:chgData name="nguyenna9904@gmail.com" userId="55ededb00bfa6f4a" providerId="LiveId" clId="{0FB6993C-DB48-495E-90C2-52FE2C1E856E}" dt="2025-03-11T14:22:09.414" v="1581" actId="255"/>
          <ac:spMkLst>
            <pc:docMk/>
            <pc:sldMk cId="3132760368" sldId="336"/>
            <ac:spMk id="8" creationId="{F9579D4A-5EAA-E5A1-9E4D-864B85F2F778}"/>
          </ac:spMkLst>
        </pc:spChg>
        <pc:picChg chg="add del mod">
          <ac:chgData name="nguyenna9904@gmail.com" userId="55ededb00bfa6f4a" providerId="LiveId" clId="{0FB6993C-DB48-495E-90C2-52FE2C1E856E}" dt="2025-03-11T14:14:06.423" v="1482" actId="478"/>
          <ac:picMkLst>
            <pc:docMk/>
            <pc:sldMk cId="3132760368" sldId="336"/>
            <ac:picMk id="5" creationId="{05672B8C-3A84-1705-26F8-4C1A50BC207F}"/>
          </ac:picMkLst>
        </pc:picChg>
        <pc:picChg chg="add mod">
          <ac:chgData name="nguyenna9904@gmail.com" userId="55ededb00bfa6f4a" providerId="LiveId" clId="{0FB6993C-DB48-495E-90C2-52FE2C1E856E}" dt="2025-03-11T14:23:17.198" v="1593" actId="1076"/>
          <ac:picMkLst>
            <pc:docMk/>
            <pc:sldMk cId="3132760368" sldId="336"/>
            <ac:picMk id="10" creationId="{3C1063ED-0316-1D32-5EDD-44F154815F8C}"/>
          </ac:picMkLst>
        </pc:picChg>
        <pc:picChg chg="del">
          <ac:chgData name="nguyenna9904@gmail.com" userId="55ededb00bfa6f4a" providerId="LiveId" clId="{0FB6993C-DB48-495E-90C2-52FE2C1E856E}" dt="2025-03-11T13:42:14.393" v="650" actId="478"/>
          <ac:picMkLst>
            <pc:docMk/>
            <pc:sldMk cId="3132760368" sldId="336"/>
            <ac:picMk id="12" creationId="{028EB6E1-FF84-64A8-BA26-EBE08FDEC814}"/>
          </ac:picMkLst>
        </pc:picChg>
        <pc:picChg chg="add mod">
          <ac:chgData name="nguyenna9904@gmail.com" userId="55ededb00bfa6f4a" providerId="LiveId" clId="{0FB6993C-DB48-495E-90C2-52FE2C1E856E}" dt="2025-03-11T14:23:37.769" v="1598" actId="1076"/>
          <ac:picMkLst>
            <pc:docMk/>
            <pc:sldMk cId="3132760368" sldId="336"/>
            <ac:picMk id="13" creationId="{0C647956-A28B-49E5-176B-2AD098E0F02A}"/>
          </ac:picMkLst>
        </pc:picChg>
        <pc:picChg chg="del mod">
          <ac:chgData name="nguyenna9904@gmail.com" userId="55ededb00bfa6f4a" providerId="LiveId" clId="{0FB6993C-DB48-495E-90C2-52FE2C1E856E}" dt="2025-03-11T13:42:15.034" v="652" actId="478"/>
          <ac:picMkLst>
            <pc:docMk/>
            <pc:sldMk cId="3132760368" sldId="336"/>
            <ac:picMk id="14" creationId="{7616CE8E-6D32-1FDE-35F4-73E8DE276706}"/>
          </ac:picMkLst>
        </pc:picChg>
      </pc:sldChg>
      <pc:sldChg chg="addSp delSp modSp add mod modTransition modAnim modNotesTx">
        <pc:chgData name="nguyenna9904@gmail.com" userId="55ededb00bfa6f4a" providerId="LiveId" clId="{0FB6993C-DB48-495E-90C2-52FE2C1E856E}" dt="2025-03-11T15:20:42.469" v="1942"/>
        <pc:sldMkLst>
          <pc:docMk/>
          <pc:sldMk cId="1055314810" sldId="337"/>
        </pc:sldMkLst>
        <pc:spChg chg="del">
          <ac:chgData name="nguyenna9904@gmail.com" userId="55ededb00bfa6f4a" providerId="LiveId" clId="{0FB6993C-DB48-495E-90C2-52FE2C1E856E}" dt="2025-03-11T13:55:34.134" v="845" actId="478"/>
          <ac:spMkLst>
            <pc:docMk/>
            <pc:sldMk cId="1055314810" sldId="337"/>
            <ac:spMk id="3" creationId="{5895FBE6-D961-F7AA-6C66-323401EA268A}"/>
          </ac:spMkLst>
        </pc:spChg>
        <pc:spChg chg="add mod">
          <ac:chgData name="nguyenna9904@gmail.com" userId="55ededb00bfa6f4a" providerId="LiveId" clId="{0FB6993C-DB48-495E-90C2-52FE2C1E856E}" dt="2025-03-11T14:00:36.447" v="1204" actId="2710"/>
          <ac:spMkLst>
            <pc:docMk/>
            <pc:sldMk cId="1055314810" sldId="337"/>
            <ac:spMk id="4" creationId="{BB0647EC-B865-49EF-D068-2DC75CBA5398}"/>
          </ac:spMkLst>
        </pc:spChg>
        <pc:spChg chg="add mod">
          <ac:chgData name="nguyenna9904@gmail.com" userId="55ededb00bfa6f4a" providerId="LiveId" clId="{0FB6993C-DB48-495E-90C2-52FE2C1E856E}" dt="2025-03-11T14:00:39.515" v="1205" actId="2710"/>
          <ac:spMkLst>
            <pc:docMk/>
            <pc:sldMk cId="1055314810" sldId="337"/>
            <ac:spMk id="5" creationId="{4847A92B-E129-1717-C108-87383D230867}"/>
          </ac:spMkLst>
        </pc:spChg>
        <pc:spChg chg="mod">
          <ac:chgData name="nguyenna9904@gmail.com" userId="55ededb00bfa6f4a" providerId="LiveId" clId="{0FB6993C-DB48-495E-90C2-52FE2C1E856E}" dt="2025-03-11T14:00:41.485" v="1206" actId="2710"/>
          <ac:spMkLst>
            <pc:docMk/>
            <pc:sldMk cId="1055314810" sldId="337"/>
            <ac:spMk id="15" creationId="{CCD748A8-9953-436B-E42C-72B4A1AA2A4D}"/>
          </ac:spMkLst>
        </pc:spChg>
        <pc:spChg chg="del mod">
          <ac:chgData name="nguyenna9904@gmail.com" userId="55ededb00bfa6f4a" providerId="LiveId" clId="{0FB6993C-DB48-495E-90C2-52FE2C1E856E}" dt="2025-03-11T13:55:34.136" v="847"/>
          <ac:spMkLst>
            <pc:docMk/>
            <pc:sldMk cId="1055314810" sldId="337"/>
            <ac:spMk id="18" creationId="{5100636F-1795-B7AB-221B-5D05D167B302}"/>
          </ac:spMkLst>
        </pc:spChg>
        <pc:picChg chg="mod">
          <ac:chgData name="nguyenna9904@gmail.com" userId="55ededb00bfa6f4a" providerId="LiveId" clId="{0FB6993C-DB48-495E-90C2-52FE2C1E856E}" dt="2025-03-11T13:56:33.586" v="900" actId="1076"/>
          <ac:picMkLst>
            <pc:docMk/>
            <pc:sldMk cId="1055314810" sldId="337"/>
            <ac:picMk id="12" creationId="{5AFF2A22-F18A-D60C-BD11-CFEAE15138B9}"/>
          </ac:picMkLst>
        </pc:picChg>
        <pc:picChg chg="mod">
          <ac:chgData name="nguyenna9904@gmail.com" userId="55ededb00bfa6f4a" providerId="LiveId" clId="{0FB6993C-DB48-495E-90C2-52FE2C1E856E}" dt="2025-03-11T13:56:31.384" v="899" actId="1076"/>
          <ac:picMkLst>
            <pc:docMk/>
            <pc:sldMk cId="1055314810" sldId="337"/>
            <ac:picMk id="14" creationId="{9DE035AB-AB2D-0BA4-7BCF-B54F43E03D75}"/>
          </ac:picMkLst>
        </pc:picChg>
      </pc:sldChg>
      <pc:sldChg chg="addSp modSp add mod ord modTransition modAnim modNotesTx">
        <pc:chgData name="nguyenna9904@gmail.com" userId="55ededb00bfa6f4a" providerId="LiveId" clId="{0FB6993C-DB48-495E-90C2-52FE2C1E856E}" dt="2025-03-11T15:30:18.343" v="1961" actId="1076"/>
        <pc:sldMkLst>
          <pc:docMk/>
          <pc:sldMk cId="2323000752" sldId="338"/>
        </pc:sldMkLst>
        <pc:spChg chg="mod">
          <ac:chgData name="nguyenna9904@gmail.com" userId="55ededb00bfa6f4a" providerId="LiveId" clId="{0FB6993C-DB48-495E-90C2-52FE2C1E856E}" dt="2025-03-11T15:30:18.343" v="1961" actId="1076"/>
          <ac:spMkLst>
            <pc:docMk/>
            <pc:sldMk cId="2323000752" sldId="338"/>
            <ac:spMk id="7" creationId="{EE9ED782-DD7E-7F41-D772-A5857443BD38}"/>
          </ac:spMkLst>
        </pc:spChg>
        <pc:spChg chg="add mod">
          <ac:chgData name="nguyenna9904@gmail.com" userId="55ededb00bfa6f4a" providerId="LiveId" clId="{0FB6993C-DB48-495E-90C2-52FE2C1E856E}" dt="2025-03-11T14:17:51.901" v="1539" actId="1076"/>
          <ac:spMkLst>
            <pc:docMk/>
            <pc:sldMk cId="2323000752" sldId="338"/>
            <ac:spMk id="9" creationId="{14CAEE69-E5AB-8349-CF83-89A7BB49CD04}"/>
          </ac:spMkLst>
        </pc:spChg>
        <pc:picChg chg="add mod">
          <ac:chgData name="nguyenna9904@gmail.com" userId="55ededb00bfa6f4a" providerId="LiveId" clId="{0FB6993C-DB48-495E-90C2-52FE2C1E856E}" dt="2025-03-11T14:16:48.125" v="1518" actId="1076"/>
          <ac:picMkLst>
            <pc:docMk/>
            <pc:sldMk cId="2323000752" sldId="338"/>
            <ac:picMk id="5" creationId="{4BFF42DA-7D6F-2A89-171D-71CD882739BD}"/>
          </ac:picMkLst>
        </pc:picChg>
        <pc:picChg chg="add mod">
          <ac:chgData name="nguyenna9904@gmail.com" userId="55ededb00bfa6f4a" providerId="LiveId" clId="{0FB6993C-DB48-495E-90C2-52FE2C1E856E}" dt="2025-03-11T14:17:45.743" v="1537" actId="1076"/>
          <ac:picMkLst>
            <pc:docMk/>
            <pc:sldMk cId="2323000752" sldId="338"/>
            <ac:picMk id="8" creationId="{D333104A-5C67-0F4B-E074-29AF8C040614}"/>
          </ac:picMkLst>
        </pc:picChg>
      </pc:sldChg>
      <pc:sldChg chg="addSp modSp add mod modTransition modAnim modNotesTx">
        <pc:chgData name="nguyenna9904@gmail.com" userId="55ededb00bfa6f4a" providerId="LiveId" clId="{0FB6993C-DB48-495E-90C2-52FE2C1E856E}" dt="2025-03-11T15:31:15.126" v="1979"/>
        <pc:sldMkLst>
          <pc:docMk/>
          <pc:sldMk cId="4032169974" sldId="339"/>
        </pc:sldMkLst>
        <pc:spChg chg="mod">
          <ac:chgData name="nguyenna9904@gmail.com" userId="55ededb00bfa6f4a" providerId="LiveId" clId="{0FB6993C-DB48-495E-90C2-52FE2C1E856E}" dt="2025-03-11T14:22:24.307" v="1584" actId="14100"/>
          <ac:spMkLst>
            <pc:docMk/>
            <pc:sldMk cId="4032169974" sldId="339"/>
            <ac:spMk id="3" creationId="{0AD4429A-1F7A-3D20-E483-7F4BD81D23C9}"/>
          </ac:spMkLst>
        </pc:spChg>
        <pc:spChg chg="add mod">
          <ac:chgData name="nguyenna9904@gmail.com" userId="55ededb00bfa6f4a" providerId="LiveId" clId="{0FB6993C-DB48-495E-90C2-52FE2C1E856E}" dt="2025-03-11T14:22:34.955" v="1587" actId="1076"/>
          <ac:spMkLst>
            <pc:docMk/>
            <pc:sldMk cId="4032169974" sldId="339"/>
            <ac:spMk id="4" creationId="{C7FBF374-2D8E-0DE1-56A0-85F23C193CF5}"/>
          </ac:spMkLst>
        </pc:spChg>
        <pc:picChg chg="add mod">
          <ac:chgData name="nguyenna9904@gmail.com" userId="55ededb00bfa6f4a" providerId="LiveId" clId="{0FB6993C-DB48-495E-90C2-52FE2C1E856E}" dt="2025-03-11T14:23:53.967" v="1603" actId="1076"/>
          <ac:picMkLst>
            <pc:docMk/>
            <pc:sldMk cId="4032169974" sldId="339"/>
            <ac:picMk id="6" creationId="{E767750F-0721-9AF6-A4F3-1C98B86CA1BC}"/>
          </ac:picMkLst>
        </pc:picChg>
        <pc:picChg chg="add mod">
          <ac:chgData name="nguyenna9904@gmail.com" userId="55ededb00bfa6f4a" providerId="LiveId" clId="{0FB6993C-DB48-495E-90C2-52FE2C1E856E}" dt="2025-03-11T14:24:18.771" v="1609" actId="1076"/>
          <ac:picMkLst>
            <pc:docMk/>
            <pc:sldMk cId="4032169974" sldId="339"/>
            <ac:picMk id="8" creationId="{6DA88323-E26B-58B0-2EC2-DDE6BAE98F4F}"/>
          </ac:picMkLst>
        </pc:picChg>
      </pc:sldChg>
      <pc:sldChg chg="addSp delSp modSp add mod modTransition modAnim modNotesTx">
        <pc:chgData name="nguyenna9904@gmail.com" userId="55ededb00bfa6f4a" providerId="LiveId" clId="{0FB6993C-DB48-495E-90C2-52FE2C1E856E}" dt="2025-03-11T15:38:44.279" v="2050"/>
        <pc:sldMkLst>
          <pc:docMk/>
          <pc:sldMk cId="3499142569" sldId="340"/>
        </pc:sldMkLst>
        <pc:spChg chg="add del">
          <ac:chgData name="nguyenna9904@gmail.com" userId="55ededb00bfa6f4a" providerId="LiveId" clId="{0FB6993C-DB48-495E-90C2-52FE2C1E856E}" dt="2025-03-11T14:26:13.490" v="1618" actId="478"/>
          <ac:spMkLst>
            <pc:docMk/>
            <pc:sldMk cId="3499142569" sldId="340"/>
            <ac:spMk id="3" creationId="{8FD243E1-217C-41B1-A0EB-46F372748D08}"/>
          </ac:spMkLst>
        </pc:spChg>
        <pc:spChg chg="add del">
          <ac:chgData name="nguyenna9904@gmail.com" userId="55ededb00bfa6f4a" providerId="LiveId" clId="{0FB6993C-DB48-495E-90C2-52FE2C1E856E}" dt="2025-03-11T14:26:13.490" v="1618" actId="478"/>
          <ac:spMkLst>
            <pc:docMk/>
            <pc:sldMk cId="3499142569" sldId="340"/>
            <ac:spMk id="4" creationId="{706AF280-4D8C-6C88-E092-779C64537359}"/>
          </ac:spMkLst>
        </pc:spChg>
        <pc:spChg chg="add del">
          <ac:chgData name="nguyenna9904@gmail.com" userId="55ededb00bfa6f4a" providerId="LiveId" clId="{0FB6993C-DB48-495E-90C2-52FE2C1E856E}" dt="2025-03-11T14:26:13.490" v="1618" actId="478"/>
          <ac:spMkLst>
            <pc:docMk/>
            <pc:sldMk cId="3499142569" sldId="340"/>
            <ac:spMk id="5" creationId="{170A4BB8-4659-54D5-B5CE-129E6381A8B0}"/>
          </ac:spMkLst>
        </pc:spChg>
        <pc:spChg chg="add del mod">
          <ac:chgData name="nguyenna9904@gmail.com" userId="55ededb00bfa6f4a" providerId="LiveId" clId="{0FB6993C-DB48-495E-90C2-52FE2C1E856E}" dt="2025-03-11T14:26:13.490" v="1618" actId="478"/>
          <ac:spMkLst>
            <pc:docMk/>
            <pc:sldMk cId="3499142569" sldId="340"/>
            <ac:spMk id="5" creationId="{700026D7-08F9-2DE1-AD05-BE9B43A60478}"/>
          </ac:spMkLst>
        </pc:spChg>
        <pc:spChg chg="add mod">
          <ac:chgData name="nguyenna9904@gmail.com" userId="55ededb00bfa6f4a" providerId="LiveId" clId="{0FB6993C-DB48-495E-90C2-52FE2C1E856E}" dt="2025-03-11T14:51:39.693" v="1727" actId="1076"/>
          <ac:spMkLst>
            <pc:docMk/>
            <pc:sldMk cId="3499142569" sldId="340"/>
            <ac:spMk id="6" creationId="{8BB4729E-601A-89C2-F427-167FC36C3A64}"/>
          </ac:spMkLst>
        </pc:spChg>
        <pc:spChg chg="add">
          <ac:chgData name="nguyenna9904@gmail.com" userId="55ededb00bfa6f4a" providerId="LiveId" clId="{0FB6993C-DB48-495E-90C2-52FE2C1E856E}" dt="2025-03-11T14:49:00.274" v="1670"/>
          <ac:spMkLst>
            <pc:docMk/>
            <pc:sldMk cId="3499142569" sldId="340"/>
            <ac:spMk id="7" creationId="{A7D23A5A-C6D5-D2F6-88A5-ACDBC238F4FF}"/>
          </ac:spMkLst>
        </pc:spChg>
        <pc:spChg chg="add">
          <ac:chgData name="nguyenna9904@gmail.com" userId="55ededb00bfa6f4a" providerId="LiveId" clId="{0FB6993C-DB48-495E-90C2-52FE2C1E856E}" dt="2025-03-11T14:49:08.324" v="1673"/>
          <ac:spMkLst>
            <pc:docMk/>
            <pc:sldMk cId="3499142569" sldId="340"/>
            <ac:spMk id="8" creationId="{EB20EC9A-CF0F-8488-FE45-5CC95E0A2B1E}"/>
          </ac:spMkLst>
        </pc:spChg>
        <pc:spChg chg="add">
          <ac:chgData name="nguyenna9904@gmail.com" userId="55ededb00bfa6f4a" providerId="LiveId" clId="{0FB6993C-DB48-495E-90C2-52FE2C1E856E}" dt="2025-03-11T14:49:25.531" v="1678"/>
          <ac:spMkLst>
            <pc:docMk/>
            <pc:sldMk cId="3499142569" sldId="340"/>
            <ac:spMk id="9" creationId="{363381AF-6DF0-A241-AAB8-0EE1F3DD556A}"/>
          </ac:spMkLst>
        </pc:spChg>
        <pc:spChg chg="add del mod">
          <ac:chgData name="nguyenna9904@gmail.com" userId="55ededb00bfa6f4a" providerId="LiveId" clId="{0FB6993C-DB48-495E-90C2-52FE2C1E856E}" dt="2025-03-11T14:51:42.436" v="1729"/>
          <ac:spMkLst>
            <pc:docMk/>
            <pc:sldMk cId="3499142569" sldId="340"/>
            <ac:spMk id="10" creationId="{02BB9A93-876B-B305-C41D-AF3A447E682E}"/>
          </ac:spMkLst>
        </pc:spChg>
        <pc:spChg chg="add del">
          <ac:chgData name="nguyenna9904@gmail.com" userId="55ededb00bfa6f4a" providerId="LiveId" clId="{0FB6993C-DB48-495E-90C2-52FE2C1E856E}" dt="2025-03-11T14:26:13.490" v="1618" actId="478"/>
          <ac:spMkLst>
            <pc:docMk/>
            <pc:sldMk cId="3499142569" sldId="340"/>
            <ac:spMk id="15" creationId="{9A018A05-9CB1-C4A9-152A-B0A4E2C1A80A}"/>
          </ac:spMkLst>
        </pc:spChg>
        <pc:spChg chg="add del mod">
          <ac:chgData name="nguyenna9904@gmail.com" userId="55ededb00bfa6f4a" providerId="LiveId" clId="{0FB6993C-DB48-495E-90C2-52FE2C1E856E}" dt="2025-03-11T14:26:38.764" v="1667" actId="20577"/>
          <ac:spMkLst>
            <pc:docMk/>
            <pc:sldMk cId="3499142569" sldId="340"/>
            <ac:spMk id="209" creationId="{5DA5475E-67D4-A716-E8CF-7844C4A2AD12}"/>
          </ac:spMkLst>
        </pc:spChg>
        <pc:graphicFrameChg chg="add del mod modGraphic">
          <ac:chgData name="nguyenna9904@gmail.com" userId="55ededb00bfa6f4a" providerId="LiveId" clId="{0FB6993C-DB48-495E-90C2-52FE2C1E856E}" dt="2025-03-11T14:26:22.707" v="1620" actId="478"/>
          <ac:graphicFrameMkLst>
            <pc:docMk/>
            <pc:sldMk cId="3499142569" sldId="340"/>
            <ac:graphicFrameMk id="4" creationId="{852E97E9-989C-D245-D0C5-769C1800F04C}"/>
          </ac:graphicFrameMkLst>
        </pc:graphicFrameChg>
      </pc:sldChg>
      <pc:sldMasterChg chg="modTransition modSldLayout">
        <pc:chgData name="nguyenna9904@gmail.com" userId="55ededb00bfa6f4a" providerId="LiveId" clId="{0FB6993C-DB48-495E-90C2-52FE2C1E856E}" dt="2025-03-11T14:54:54.689" v="1756"/>
        <pc:sldMasterMkLst>
          <pc:docMk/>
          <pc:sldMasterMk cId="4143850075" sldId="2147483676"/>
        </pc:sldMasterMkLst>
        <pc:sldLayoutChg chg="modTransition">
          <pc:chgData name="nguyenna9904@gmail.com" userId="55ededb00bfa6f4a" providerId="LiveId" clId="{0FB6993C-DB48-495E-90C2-52FE2C1E856E}" dt="2025-03-11T14:54:54.689" v="1756"/>
          <pc:sldLayoutMkLst>
            <pc:docMk/>
            <pc:sldMasterMk cId="4143850075" sldId="2147483676"/>
            <pc:sldLayoutMk cId="3083858427" sldId="2147483677"/>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84115513" sldId="2147483679"/>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477519661" sldId="2147483681"/>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825897740" sldId="2147483682"/>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050786339" sldId="2147483683"/>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206522678" sldId="2147483684"/>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4148175432" sldId="2147483685"/>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617659370" sldId="2147483686"/>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4241053391" sldId="2147483687"/>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053104475" sldId="2147483688"/>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271824434" sldId="2147483689"/>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050696451" sldId="2147483693"/>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4182109562" sldId="2147483694"/>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705890074" sldId="2147483695"/>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097629210" sldId="2147483697"/>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840074849" sldId="2147483698"/>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553553249" sldId="2147483699"/>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500300795" sldId="2147483700"/>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64651759" sldId="2147483701"/>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329458377" sldId="2147483702"/>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835252342" sldId="2147483703"/>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544654885" sldId="2147483704"/>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4058184718" sldId="2147483705"/>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211703703" sldId="2147483706"/>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822689675" sldId="2147483707"/>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719444032" sldId="2147483710"/>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257180963" sldId="2147483711"/>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593932313" sldId="2147483712"/>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932928344" sldId="2147483713"/>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424078252" sldId="2147483714"/>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458434982" sldId="2147483715"/>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785703382" sldId="2147483716"/>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88351006" sldId="2147483717"/>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23295844" sldId="2147483718"/>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117215601" sldId="2147483719"/>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101578467" sldId="2147483720"/>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1537371063" sldId="2147483721"/>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762712726" sldId="2147483722"/>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305055754" sldId="2147483723"/>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459083917" sldId="2147483724"/>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115182427" sldId="2147483725"/>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2878389145" sldId="2147483726"/>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4042041355" sldId="2147483727"/>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102232949" sldId="2147483728"/>
          </pc:sldLayoutMkLst>
        </pc:sldLayoutChg>
        <pc:sldLayoutChg chg="modTransition">
          <pc:chgData name="nguyenna9904@gmail.com" userId="55ededb00bfa6f4a" providerId="LiveId" clId="{0FB6993C-DB48-495E-90C2-52FE2C1E856E}" dt="2025-03-11T14:54:54.689" v="1756"/>
          <pc:sldLayoutMkLst>
            <pc:docMk/>
            <pc:sldMasterMk cId="4143850075" sldId="2147483676"/>
            <pc:sldLayoutMk cId="3507260769" sldId="2147483729"/>
          </pc:sldLayoutMkLst>
        </pc:sldLayoutChg>
      </pc:sldMasterChg>
      <pc:sldMasterChg chg="modTransition modSldLayout">
        <pc:chgData name="nguyenna9904@gmail.com" userId="55ededb00bfa6f4a" providerId="LiveId" clId="{0FB6993C-DB48-495E-90C2-52FE2C1E856E}" dt="2025-03-11T14:54:54.689" v="1756"/>
        <pc:sldMasterMkLst>
          <pc:docMk/>
          <pc:sldMasterMk cId="0" sldId="2147483730"/>
        </pc:sldMasterMkLst>
        <pc:sldLayoutChg chg="modTransition">
          <pc:chgData name="nguyenna9904@gmail.com" userId="55ededb00bfa6f4a" providerId="LiveId" clId="{0FB6993C-DB48-495E-90C2-52FE2C1E856E}" dt="2025-03-11T14:54:54.689" v="1756"/>
          <pc:sldLayoutMkLst>
            <pc:docMk/>
            <pc:sldMasterMk cId="0" sldId="2147483648"/>
            <pc:sldLayoutMk cId="0" sldId="2147483649"/>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0"/>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1"/>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2"/>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3"/>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4"/>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5"/>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6"/>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7"/>
          </pc:sldLayoutMkLst>
        </pc:sldLayoutChg>
        <pc:sldLayoutChg chg="modTransition">
          <pc:chgData name="nguyenna9904@gmail.com" userId="55ededb00bfa6f4a" providerId="LiveId" clId="{0FB6993C-DB48-495E-90C2-52FE2C1E856E}" dt="2025-03-11T14:54:54.689" v="1756"/>
          <pc:sldLayoutMkLst>
            <pc:docMk/>
            <pc:sldMasterMk cId="0" sldId="2147483648"/>
            <pc:sldLayoutMk cId="0" sldId="2147483658"/>
          </pc:sldLayoutMkLst>
        </pc:sldLayoutChg>
      </pc:sldMasterChg>
    </pc:docChg>
  </pc:docChgLst>
  <pc:docChgLst>
    <pc:chgData name="Van Huyen" userId="02756b3f156e38fc" providerId="LiveId" clId="{488DF4EB-B3B4-44C1-A62D-5E61A14D892B}"/>
    <pc:docChg chg="custSel addSld delSld modSld addMainMaster">
      <pc:chgData name="Van Huyen" userId="02756b3f156e38fc" providerId="LiveId" clId="{488DF4EB-B3B4-44C1-A62D-5E61A14D892B}" dt="2025-03-12T07:26:23.505" v="654" actId="20577"/>
      <pc:docMkLst>
        <pc:docMk/>
      </pc:docMkLst>
      <pc:sldChg chg="add del">
        <pc:chgData name="Van Huyen" userId="02756b3f156e38fc" providerId="LiveId" clId="{488DF4EB-B3B4-44C1-A62D-5E61A14D892B}" dt="2025-03-11T10:34:31.050" v="82"/>
        <pc:sldMkLst>
          <pc:docMk/>
          <pc:sldMk cId="2948622477" sldId="317"/>
        </pc:sldMkLst>
      </pc:sldChg>
      <pc:sldChg chg="add">
        <pc:chgData name="Van Huyen" userId="02756b3f156e38fc" providerId="LiveId" clId="{488DF4EB-B3B4-44C1-A62D-5E61A14D892B}" dt="2025-03-11T11:41:29.458" v="83"/>
        <pc:sldMkLst>
          <pc:docMk/>
          <pc:sldMk cId="1802737026" sldId="318"/>
        </pc:sldMkLst>
      </pc:sldChg>
      <pc:sldChg chg="modSp add del mod">
        <pc:chgData name="Van Huyen" userId="02756b3f156e38fc" providerId="LiveId" clId="{488DF4EB-B3B4-44C1-A62D-5E61A14D892B}" dt="2025-03-11T10:02:20.334" v="76" actId="47"/>
        <pc:sldMkLst>
          <pc:docMk/>
          <pc:sldMk cId="3929778528" sldId="318"/>
        </pc:sldMkLst>
        <pc:spChg chg="mod">
          <ac:chgData name="Van Huyen" userId="02756b3f156e38fc" providerId="LiveId" clId="{488DF4EB-B3B4-44C1-A62D-5E61A14D892B}" dt="2025-03-11T10:01:34.995" v="7"/>
          <ac:spMkLst>
            <pc:docMk/>
            <pc:sldMk cId="3929778528" sldId="318"/>
            <ac:spMk id="2" creationId="{9E785B7D-3DEC-331B-7405-8BDCCF7F9AB1}"/>
          </ac:spMkLst>
        </pc:spChg>
        <pc:spChg chg="mod">
          <ac:chgData name="Van Huyen" userId="02756b3f156e38fc" providerId="LiveId" clId="{488DF4EB-B3B4-44C1-A62D-5E61A14D892B}" dt="2025-03-11T10:01:34.995" v="6"/>
          <ac:spMkLst>
            <pc:docMk/>
            <pc:sldMk cId="3929778528" sldId="318"/>
            <ac:spMk id="3" creationId="{EAF23828-CFF5-50CB-DF4D-89D57695704B}"/>
          </ac:spMkLst>
        </pc:spChg>
        <pc:spChg chg="mod">
          <ac:chgData name="Van Huyen" userId="02756b3f156e38fc" providerId="LiveId" clId="{488DF4EB-B3B4-44C1-A62D-5E61A14D892B}" dt="2025-03-11T10:01:34.995" v="5"/>
          <ac:spMkLst>
            <pc:docMk/>
            <pc:sldMk cId="3929778528" sldId="318"/>
            <ac:spMk id="4" creationId="{344423B1-819B-437F-96A1-9236DEDFEBD7}"/>
          </ac:spMkLst>
        </pc:spChg>
      </pc:sldChg>
      <pc:sldChg chg="add">
        <pc:chgData name="Van Huyen" userId="02756b3f156e38fc" providerId="LiveId" clId="{488DF4EB-B3B4-44C1-A62D-5E61A14D892B}" dt="2025-03-11T11:54:27.698" v="84"/>
        <pc:sldMkLst>
          <pc:docMk/>
          <pc:sldMk cId="262654736" sldId="319"/>
        </pc:sldMkLst>
      </pc:sldChg>
      <pc:sldChg chg="modSp new del mod">
        <pc:chgData name="Van Huyen" userId="02756b3f156e38fc" providerId="LiveId" clId="{488DF4EB-B3B4-44C1-A62D-5E61A14D892B}" dt="2025-03-11T10:02:21.674" v="77" actId="47"/>
        <pc:sldMkLst>
          <pc:docMk/>
          <pc:sldMk cId="941168081" sldId="319"/>
        </pc:sldMkLst>
        <pc:spChg chg="mod">
          <ac:chgData name="Van Huyen" userId="02756b3f156e38fc" providerId="LiveId" clId="{488DF4EB-B3B4-44C1-A62D-5E61A14D892B}" dt="2025-03-11T10:01:35.183" v="18"/>
          <ac:spMkLst>
            <pc:docMk/>
            <pc:sldMk cId="941168081" sldId="319"/>
            <ac:spMk id="2" creationId="{0D899888-1F38-4F9B-A99A-5F23F7990BC8}"/>
          </ac:spMkLst>
        </pc:spChg>
        <pc:spChg chg="mod">
          <ac:chgData name="Van Huyen" userId="02756b3f156e38fc" providerId="LiveId" clId="{488DF4EB-B3B4-44C1-A62D-5E61A14D892B}" dt="2025-03-11T10:01:35.183" v="17"/>
          <ac:spMkLst>
            <pc:docMk/>
            <pc:sldMk cId="941168081" sldId="319"/>
            <ac:spMk id="3" creationId="{A0B79E1E-5E02-3459-5D8C-340DE48AA886}"/>
          </ac:spMkLst>
        </pc:spChg>
        <pc:spChg chg="mod">
          <ac:chgData name="Van Huyen" userId="02756b3f156e38fc" providerId="LiveId" clId="{488DF4EB-B3B4-44C1-A62D-5E61A14D892B}" dt="2025-03-11T10:01:35.183" v="20"/>
          <ac:spMkLst>
            <pc:docMk/>
            <pc:sldMk cId="941168081" sldId="319"/>
            <ac:spMk id="5" creationId="{6BFCEA8B-8021-281D-7CB5-1BDCD5C86DD8}"/>
          </ac:spMkLst>
        </pc:spChg>
        <pc:spChg chg="mod">
          <ac:chgData name="Van Huyen" userId="02756b3f156e38fc" providerId="LiveId" clId="{488DF4EB-B3B4-44C1-A62D-5E61A14D892B}" dt="2025-03-11T10:01:35.183" v="19"/>
          <ac:spMkLst>
            <pc:docMk/>
            <pc:sldMk cId="941168081" sldId="319"/>
            <ac:spMk id="6" creationId="{67220D1E-397E-9528-0B49-A098CD4EC539}"/>
          </ac:spMkLst>
        </pc:spChg>
        <pc:spChg chg="mod">
          <ac:chgData name="Van Huyen" userId="02756b3f156e38fc" providerId="LiveId" clId="{488DF4EB-B3B4-44C1-A62D-5E61A14D892B}" dt="2025-03-11T10:01:35.195" v="22"/>
          <ac:spMkLst>
            <pc:docMk/>
            <pc:sldMk cId="941168081" sldId="319"/>
            <ac:spMk id="7" creationId="{F1AD257D-9CC9-9C37-AF0D-F9801C4CF054}"/>
          </ac:spMkLst>
        </pc:spChg>
        <pc:spChg chg="mod">
          <ac:chgData name="Van Huyen" userId="02756b3f156e38fc" providerId="LiveId" clId="{488DF4EB-B3B4-44C1-A62D-5E61A14D892B}" dt="2025-03-11T10:01:35.183" v="21"/>
          <ac:spMkLst>
            <pc:docMk/>
            <pc:sldMk cId="941168081" sldId="319"/>
            <ac:spMk id="8" creationId="{EBD9DEAB-60E6-10B2-3ED2-DDDED41A54F3}"/>
          </ac:spMkLst>
        </pc:spChg>
        <pc:spChg chg="mod">
          <ac:chgData name="Van Huyen" userId="02756b3f156e38fc" providerId="LiveId" clId="{488DF4EB-B3B4-44C1-A62D-5E61A14D892B}" dt="2025-03-11T10:01:35.199" v="24"/>
          <ac:spMkLst>
            <pc:docMk/>
            <pc:sldMk cId="941168081" sldId="319"/>
            <ac:spMk id="9" creationId="{AD0B0601-969F-0125-4B67-A09D3EBF24F7}"/>
          </ac:spMkLst>
        </pc:spChg>
        <pc:spChg chg="mod">
          <ac:chgData name="Van Huyen" userId="02756b3f156e38fc" providerId="LiveId" clId="{488DF4EB-B3B4-44C1-A62D-5E61A14D892B}" dt="2025-03-11T10:01:35.196" v="23"/>
          <ac:spMkLst>
            <pc:docMk/>
            <pc:sldMk cId="941168081" sldId="319"/>
            <ac:spMk id="10" creationId="{480FC399-27DF-C1CD-7130-2F9D529A1C43}"/>
          </ac:spMkLst>
        </pc:spChg>
      </pc:sldChg>
      <pc:sldChg chg="addSp delSp modSp new del mod">
        <pc:chgData name="Van Huyen" userId="02756b3f156e38fc" providerId="LiveId" clId="{488DF4EB-B3B4-44C1-A62D-5E61A14D892B}" dt="2025-03-11T10:02:22.521" v="78" actId="47"/>
        <pc:sldMkLst>
          <pc:docMk/>
          <pc:sldMk cId="707609177" sldId="320"/>
        </pc:sldMkLst>
        <pc:spChg chg="mod">
          <ac:chgData name="Van Huyen" userId="02756b3f156e38fc" providerId="LiveId" clId="{488DF4EB-B3B4-44C1-A62D-5E61A14D892B}" dt="2025-03-11T10:01:35.212" v="31"/>
          <ac:spMkLst>
            <pc:docMk/>
            <pc:sldMk cId="707609177" sldId="320"/>
            <ac:spMk id="2" creationId="{E1602F01-AC86-67AA-9A59-05C118129319}"/>
          </ac:spMkLst>
        </pc:spChg>
        <pc:spChg chg="mod">
          <ac:chgData name="Van Huyen" userId="02756b3f156e38fc" providerId="LiveId" clId="{488DF4EB-B3B4-44C1-A62D-5E61A14D892B}" dt="2025-03-11T10:01:35.212" v="30"/>
          <ac:spMkLst>
            <pc:docMk/>
            <pc:sldMk cId="707609177" sldId="320"/>
            <ac:spMk id="3" creationId="{AE952920-4786-7BB1-6675-143211CED84E}"/>
          </ac:spMkLst>
        </pc:spChg>
        <pc:spChg chg="del">
          <ac:chgData name="Van Huyen" userId="02756b3f156e38fc" providerId="LiveId" clId="{488DF4EB-B3B4-44C1-A62D-5E61A14D892B}" dt="2025-03-11T10:01:38.298" v="73"/>
          <ac:spMkLst>
            <pc:docMk/>
            <pc:sldMk cId="707609177" sldId="320"/>
            <ac:spMk id="5" creationId="{08CB34DF-2C21-8D9F-3CD4-D712DCC6986E}"/>
          </ac:spMkLst>
        </pc:spChg>
        <pc:spChg chg="mod">
          <ac:chgData name="Van Huyen" userId="02756b3f156e38fc" providerId="LiveId" clId="{488DF4EB-B3B4-44C1-A62D-5E61A14D892B}" dt="2025-03-11T10:01:35.214" v="33"/>
          <ac:spMkLst>
            <pc:docMk/>
            <pc:sldMk cId="707609177" sldId="320"/>
            <ac:spMk id="6" creationId="{540EEE71-73AD-ACE3-A992-3B53D17F1326}"/>
          </ac:spMkLst>
        </pc:spChg>
        <pc:spChg chg="mod">
          <ac:chgData name="Van Huyen" userId="02756b3f156e38fc" providerId="LiveId" clId="{488DF4EB-B3B4-44C1-A62D-5E61A14D892B}" dt="2025-03-11T10:01:35.214" v="32"/>
          <ac:spMkLst>
            <pc:docMk/>
            <pc:sldMk cId="707609177" sldId="320"/>
            <ac:spMk id="7" creationId="{3F585A5F-4C43-AD56-A935-483FD3E5F9A5}"/>
          </ac:spMkLst>
        </pc:spChg>
        <pc:picChg chg="add mod">
          <ac:chgData name="Van Huyen" userId="02756b3f156e38fc" providerId="LiveId" clId="{488DF4EB-B3B4-44C1-A62D-5E61A14D892B}" dt="2025-03-11T10:01:38.298" v="73"/>
          <ac:picMkLst>
            <pc:docMk/>
            <pc:sldMk cId="707609177" sldId="320"/>
            <ac:picMk id="8" creationId="{1B3F5B5C-7B12-CF2A-9F0C-847E9207F5A4}"/>
          </ac:picMkLst>
        </pc:picChg>
      </pc:sldChg>
      <pc:sldChg chg="modSp add mod">
        <pc:chgData name="Van Huyen" userId="02756b3f156e38fc" providerId="LiveId" clId="{488DF4EB-B3B4-44C1-A62D-5E61A14D892B}" dt="2025-03-11T12:07:55.094" v="93" actId="1076"/>
        <pc:sldMkLst>
          <pc:docMk/>
          <pc:sldMk cId="1251707536" sldId="320"/>
        </pc:sldMkLst>
        <pc:spChg chg="mod">
          <ac:chgData name="Van Huyen" userId="02756b3f156e38fc" providerId="LiveId" clId="{488DF4EB-B3B4-44C1-A62D-5E61A14D892B}" dt="2025-03-11T12:07:55.094" v="93" actId="1076"/>
          <ac:spMkLst>
            <pc:docMk/>
            <pc:sldMk cId="1251707536" sldId="320"/>
            <ac:spMk id="6" creationId="{00583F2F-9D7C-6187-FC79-054833F26CB3}"/>
          </ac:spMkLst>
        </pc:spChg>
        <pc:spChg chg="mod">
          <ac:chgData name="Van Huyen" userId="02756b3f156e38fc" providerId="LiveId" clId="{488DF4EB-B3B4-44C1-A62D-5E61A14D892B}" dt="2025-03-11T12:07:46.621" v="90" actId="255"/>
          <ac:spMkLst>
            <pc:docMk/>
            <pc:sldMk cId="1251707536" sldId="320"/>
            <ac:spMk id="9" creationId="{7C4F7FEE-7B8E-672E-80FA-A97F788FF103}"/>
          </ac:spMkLst>
        </pc:spChg>
        <pc:spChg chg="mod">
          <ac:chgData name="Van Huyen" userId="02756b3f156e38fc" providerId="LiveId" clId="{488DF4EB-B3B4-44C1-A62D-5E61A14D892B}" dt="2025-03-11T12:07:30.959" v="86" actId="255"/>
          <ac:spMkLst>
            <pc:docMk/>
            <pc:sldMk cId="1251707536" sldId="320"/>
            <ac:spMk id="12" creationId="{CA97F351-FD76-46AB-9FE6-44D7303A2BC4}"/>
          </ac:spMkLst>
        </pc:spChg>
        <pc:spChg chg="mod">
          <ac:chgData name="Van Huyen" userId="02756b3f156e38fc" providerId="LiveId" clId="{488DF4EB-B3B4-44C1-A62D-5E61A14D892B}" dt="2025-03-11T12:07:42.671" v="89" actId="14100"/>
          <ac:spMkLst>
            <pc:docMk/>
            <pc:sldMk cId="1251707536" sldId="320"/>
            <ac:spMk id="13" creationId="{1938F9EF-7DD6-43DA-D703-2871D37DDCF3}"/>
          </ac:spMkLst>
        </pc:spChg>
      </pc:sldChg>
      <pc:sldChg chg="modSp add">
        <pc:chgData name="Van Huyen" userId="02756b3f156e38fc" providerId="LiveId" clId="{488DF4EB-B3B4-44C1-A62D-5E61A14D892B}" dt="2025-03-11T12:16:23.626" v="96" actId="1076"/>
        <pc:sldMkLst>
          <pc:docMk/>
          <pc:sldMk cId="2462543188" sldId="321"/>
        </pc:sldMkLst>
        <pc:picChg chg="mod">
          <ac:chgData name="Van Huyen" userId="02756b3f156e38fc" providerId="LiveId" clId="{488DF4EB-B3B4-44C1-A62D-5E61A14D892B}" dt="2025-03-11T12:16:23.626" v="96" actId="1076"/>
          <ac:picMkLst>
            <pc:docMk/>
            <pc:sldMk cId="2462543188" sldId="321"/>
            <ac:picMk id="1026" creationId="{02867DFE-920B-ADE8-5811-69CC24DD4754}"/>
          </ac:picMkLst>
        </pc:picChg>
      </pc:sldChg>
      <pc:sldChg chg="addSp delSp modSp new del mod">
        <pc:chgData name="Van Huyen" userId="02756b3f156e38fc" providerId="LiveId" clId="{488DF4EB-B3B4-44C1-A62D-5E61A14D892B}" dt="2025-03-11T10:02:23.141" v="79" actId="47"/>
        <pc:sldMkLst>
          <pc:docMk/>
          <pc:sldMk cId="3333128121" sldId="321"/>
        </pc:sldMkLst>
        <pc:spChg chg="mod">
          <ac:chgData name="Van Huyen" userId="02756b3f156e38fc" providerId="LiveId" clId="{488DF4EB-B3B4-44C1-A62D-5E61A14D892B}" dt="2025-03-11T10:01:35.242" v="43"/>
          <ac:spMkLst>
            <pc:docMk/>
            <pc:sldMk cId="3333128121" sldId="321"/>
            <ac:spMk id="2" creationId="{76589FC8-2128-4702-3279-858585F9F4AE}"/>
          </ac:spMkLst>
        </pc:spChg>
        <pc:spChg chg="mod">
          <ac:chgData name="Van Huyen" userId="02756b3f156e38fc" providerId="LiveId" clId="{488DF4EB-B3B4-44C1-A62D-5E61A14D892B}" dt="2025-03-11T10:01:35.242" v="42"/>
          <ac:spMkLst>
            <pc:docMk/>
            <pc:sldMk cId="3333128121" sldId="321"/>
            <ac:spMk id="3" creationId="{435135DC-9CF1-029C-A89F-4D8DF04CEAF2}"/>
          </ac:spMkLst>
        </pc:spChg>
        <pc:spChg chg="del">
          <ac:chgData name="Van Huyen" userId="02756b3f156e38fc" providerId="LiveId" clId="{488DF4EB-B3B4-44C1-A62D-5E61A14D892B}" dt="2025-03-11T10:01:38.668" v="74"/>
          <ac:spMkLst>
            <pc:docMk/>
            <pc:sldMk cId="3333128121" sldId="321"/>
            <ac:spMk id="5" creationId="{2E5AD2C2-5B08-EA52-9536-498CD3DAEE36}"/>
          </ac:spMkLst>
        </pc:spChg>
        <pc:spChg chg="mod">
          <ac:chgData name="Van Huyen" userId="02756b3f156e38fc" providerId="LiveId" clId="{488DF4EB-B3B4-44C1-A62D-5E61A14D892B}" dt="2025-03-11T10:01:35.246" v="45"/>
          <ac:spMkLst>
            <pc:docMk/>
            <pc:sldMk cId="3333128121" sldId="321"/>
            <ac:spMk id="6" creationId="{4659AE00-8DC1-DCBF-192C-2259C36576A6}"/>
          </ac:spMkLst>
        </pc:spChg>
        <pc:spChg chg="mod">
          <ac:chgData name="Van Huyen" userId="02756b3f156e38fc" providerId="LiveId" clId="{488DF4EB-B3B4-44C1-A62D-5E61A14D892B}" dt="2025-03-11T10:01:35.242" v="44"/>
          <ac:spMkLst>
            <pc:docMk/>
            <pc:sldMk cId="3333128121" sldId="321"/>
            <ac:spMk id="7" creationId="{DDE7EDD4-2358-B7CD-56CC-1BD753835076}"/>
          </ac:spMkLst>
        </pc:spChg>
        <pc:spChg chg="mod">
          <ac:chgData name="Van Huyen" userId="02756b3f156e38fc" providerId="LiveId" clId="{488DF4EB-B3B4-44C1-A62D-5E61A14D892B}" dt="2025-03-11T10:01:35.247" v="47"/>
          <ac:spMkLst>
            <pc:docMk/>
            <pc:sldMk cId="3333128121" sldId="321"/>
            <ac:spMk id="8" creationId="{A922A3F4-670B-B976-E254-F83A70E87E49}"/>
          </ac:spMkLst>
        </pc:spChg>
        <pc:spChg chg="mod">
          <ac:chgData name="Van Huyen" userId="02756b3f156e38fc" providerId="LiveId" clId="{488DF4EB-B3B4-44C1-A62D-5E61A14D892B}" dt="2025-03-11T10:01:35.246" v="46"/>
          <ac:spMkLst>
            <pc:docMk/>
            <pc:sldMk cId="3333128121" sldId="321"/>
            <ac:spMk id="9" creationId="{E5D0D199-4236-B806-EE41-7DFA2901EEA1}"/>
          </ac:spMkLst>
        </pc:spChg>
        <pc:spChg chg="del">
          <ac:chgData name="Van Huyen" userId="02756b3f156e38fc" providerId="LiveId" clId="{488DF4EB-B3B4-44C1-A62D-5E61A14D892B}" dt="2025-03-11T10:01:38.729" v="75"/>
          <ac:spMkLst>
            <pc:docMk/>
            <pc:sldMk cId="3333128121" sldId="321"/>
            <ac:spMk id="10" creationId="{D383DEB6-2F84-6B68-8A37-7C6FFF71D544}"/>
          </ac:spMkLst>
        </pc:spChg>
        <pc:picChg chg="add mod">
          <ac:chgData name="Van Huyen" userId="02756b3f156e38fc" providerId="LiveId" clId="{488DF4EB-B3B4-44C1-A62D-5E61A14D892B}" dt="2025-03-11T10:01:38.668" v="74"/>
          <ac:picMkLst>
            <pc:docMk/>
            <pc:sldMk cId="3333128121" sldId="321"/>
            <ac:picMk id="11" creationId="{9271328C-30BB-CCB4-FD39-032E7BE0D943}"/>
          </ac:picMkLst>
        </pc:picChg>
        <pc:picChg chg="add mod">
          <ac:chgData name="Van Huyen" userId="02756b3f156e38fc" providerId="LiveId" clId="{488DF4EB-B3B4-44C1-A62D-5E61A14D892B}" dt="2025-03-11T10:01:38.729" v="75"/>
          <ac:picMkLst>
            <pc:docMk/>
            <pc:sldMk cId="3333128121" sldId="321"/>
            <ac:picMk id="12" creationId="{A6A5D206-686F-A67D-450A-B12D9675F835}"/>
          </ac:picMkLst>
        </pc:picChg>
      </pc:sldChg>
      <pc:sldChg chg="modSp add del mod">
        <pc:chgData name="Van Huyen" userId="02756b3f156e38fc" providerId="LiveId" clId="{488DF4EB-B3B4-44C1-A62D-5E61A14D892B}" dt="2025-03-11T10:02:23.634" v="80" actId="47"/>
        <pc:sldMkLst>
          <pc:docMk/>
          <pc:sldMk cId="1928948827" sldId="322"/>
        </pc:sldMkLst>
        <pc:spChg chg="mod">
          <ac:chgData name="Van Huyen" userId="02756b3f156e38fc" providerId="LiveId" clId="{488DF4EB-B3B4-44C1-A62D-5E61A14D892B}" dt="2025-03-11T10:01:35.274" v="59"/>
          <ac:spMkLst>
            <pc:docMk/>
            <pc:sldMk cId="1928948827" sldId="322"/>
            <ac:spMk id="3" creationId="{00000000-0000-0000-0000-000000000000}"/>
          </ac:spMkLst>
        </pc:spChg>
        <pc:spChg chg="mod">
          <ac:chgData name="Van Huyen" userId="02756b3f156e38fc" providerId="LiveId" clId="{488DF4EB-B3B4-44C1-A62D-5E61A14D892B}" dt="2025-03-11T10:01:35.279" v="62"/>
          <ac:spMkLst>
            <pc:docMk/>
            <pc:sldMk cId="1928948827" sldId="322"/>
            <ac:spMk id="5" creationId="{00000000-0000-0000-0000-000000000000}"/>
          </ac:spMkLst>
        </pc:spChg>
        <pc:spChg chg="mod">
          <ac:chgData name="Van Huyen" userId="02756b3f156e38fc" providerId="LiveId" clId="{488DF4EB-B3B4-44C1-A62D-5E61A14D892B}" dt="2025-03-11T10:01:35.281" v="72"/>
          <ac:spMkLst>
            <pc:docMk/>
            <pc:sldMk cId="1928948827" sldId="322"/>
            <ac:spMk id="25" creationId="{00000000-0000-0000-0000-000000000000}"/>
          </ac:spMkLst>
        </pc:spChg>
      </pc:sldChg>
      <pc:sldChg chg="modSp add mod modNotesTx">
        <pc:chgData name="Van Huyen" userId="02756b3f156e38fc" providerId="LiveId" clId="{488DF4EB-B3B4-44C1-A62D-5E61A14D892B}" dt="2025-03-12T02:54:26.111" v="640"/>
        <pc:sldMkLst>
          <pc:docMk/>
          <pc:sldMk cId="3156380423" sldId="322"/>
        </pc:sldMkLst>
        <pc:spChg chg="mod">
          <ac:chgData name="Van Huyen" userId="02756b3f156e38fc" providerId="LiveId" clId="{488DF4EB-B3B4-44C1-A62D-5E61A14D892B}" dt="2025-03-11T12:27:01.937" v="99" actId="1076"/>
          <ac:spMkLst>
            <pc:docMk/>
            <pc:sldMk cId="3156380423" sldId="322"/>
            <ac:spMk id="6" creationId="{EB7A9CF2-A76C-0708-83C2-CC3154FB6DFD}"/>
          </ac:spMkLst>
        </pc:spChg>
        <pc:picChg chg="mod">
          <ac:chgData name="Van Huyen" userId="02756b3f156e38fc" providerId="LiveId" clId="{488DF4EB-B3B4-44C1-A62D-5E61A14D892B}" dt="2025-03-11T12:27:00.217" v="98" actId="14100"/>
          <ac:picMkLst>
            <pc:docMk/>
            <pc:sldMk cId="3156380423" sldId="322"/>
            <ac:picMk id="2050" creationId="{C00B01EF-94E7-7631-B92A-2FDA05026DBF}"/>
          </ac:picMkLst>
        </pc:picChg>
      </pc:sldChg>
      <pc:sldChg chg="add">
        <pc:chgData name="Van Huyen" userId="02756b3f156e38fc" providerId="LiveId" clId="{488DF4EB-B3B4-44C1-A62D-5E61A14D892B}" dt="2025-03-11T12:49:16.960" v="100"/>
        <pc:sldMkLst>
          <pc:docMk/>
          <pc:sldMk cId="4169461128" sldId="323"/>
        </pc:sldMkLst>
      </pc:sldChg>
      <pc:sldChg chg="add modNotesTx">
        <pc:chgData name="Van Huyen" userId="02756b3f156e38fc" providerId="LiveId" clId="{488DF4EB-B3B4-44C1-A62D-5E61A14D892B}" dt="2025-03-12T02:52:31.803" v="639"/>
        <pc:sldMkLst>
          <pc:docMk/>
          <pc:sldMk cId="2839792385" sldId="324"/>
        </pc:sldMkLst>
      </pc:sldChg>
      <pc:sldChg chg="add">
        <pc:chgData name="Van Huyen" userId="02756b3f156e38fc" providerId="LiveId" clId="{488DF4EB-B3B4-44C1-A62D-5E61A14D892B}" dt="2025-03-11T12:49:38.586" v="102"/>
        <pc:sldMkLst>
          <pc:docMk/>
          <pc:sldMk cId="681202302" sldId="325"/>
        </pc:sldMkLst>
      </pc:sldChg>
      <pc:sldChg chg="add">
        <pc:chgData name="Van Huyen" userId="02756b3f156e38fc" providerId="LiveId" clId="{488DF4EB-B3B4-44C1-A62D-5E61A14D892B}" dt="2025-03-11T12:49:45.590" v="103"/>
        <pc:sldMkLst>
          <pc:docMk/>
          <pc:sldMk cId="3118880236" sldId="326"/>
        </pc:sldMkLst>
      </pc:sldChg>
      <pc:sldChg chg="modSp add">
        <pc:chgData name="Van Huyen" userId="02756b3f156e38fc" providerId="LiveId" clId="{488DF4EB-B3B4-44C1-A62D-5E61A14D892B}" dt="2025-03-12T07:26:23.505" v="654" actId="20577"/>
        <pc:sldMkLst>
          <pc:docMk/>
          <pc:sldMk cId="2870817921" sldId="327"/>
        </pc:sldMkLst>
        <pc:spChg chg="mod">
          <ac:chgData name="Van Huyen" userId="02756b3f156e38fc" providerId="LiveId" clId="{488DF4EB-B3B4-44C1-A62D-5E61A14D892B}" dt="2025-03-12T07:26:23.505" v="654" actId="20577"/>
          <ac:spMkLst>
            <pc:docMk/>
            <pc:sldMk cId="2870817921" sldId="327"/>
            <ac:spMk id="8" creationId="{714E7366-4308-7D3F-77AB-A38365D8AC5A}"/>
          </ac:spMkLst>
        </pc:spChg>
      </pc:sldChg>
      <pc:sldChg chg="add modNotesTx">
        <pc:chgData name="Van Huyen" userId="02756b3f156e38fc" providerId="LiveId" clId="{488DF4EB-B3B4-44C1-A62D-5E61A14D892B}" dt="2025-03-12T02:58:27.193" v="651" actId="20577"/>
        <pc:sldMkLst>
          <pc:docMk/>
          <pc:sldMk cId="1615916471" sldId="328"/>
        </pc:sldMkLst>
      </pc:sldChg>
      <pc:sldChg chg="modSp add">
        <pc:chgData name="Van Huyen" userId="02756b3f156e38fc" providerId="LiveId" clId="{488DF4EB-B3B4-44C1-A62D-5E61A14D892B}" dt="2025-03-11T12:50:17.863" v="107" actId="207"/>
        <pc:sldMkLst>
          <pc:docMk/>
          <pc:sldMk cId="778388680" sldId="329"/>
        </pc:sldMkLst>
        <pc:graphicFrameChg chg="mod">
          <ac:chgData name="Van Huyen" userId="02756b3f156e38fc" providerId="LiveId" clId="{488DF4EB-B3B4-44C1-A62D-5E61A14D892B}" dt="2025-03-11T12:50:17.863" v="107" actId="207"/>
          <ac:graphicFrameMkLst>
            <pc:docMk/>
            <pc:sldMk cId="778388680" sldId="329"/>
            <ac:graphicFrameMk id="4" creationId="{B4CD2A37-501D-1B23-E775-7E3AE8814311}"/>
          </ac:graphicFrameMkLst>
        </pc:graphicFrameChg>
      </pc:sldChg>
      <pc:sldMasterChg chg="add addSldLayout">
        <pc:chgData name="Van Huyen" userId="02756b3f156e38fc" providerId="LiveId" clId="{488DF4EB-B3B4-44C1-A62D-5E61A14D892B}" dt="2025-03-11T10:01:35.142" v="8"/>
        <pc:sldMasterMkLst>
          <pc:docMk/>
          <pc:sldMasterMk cId="4143850075" sldId="2147483676"/>
        </pc:sldMasterMkLst>
        <pc:sldLayoutChg chg="add">
          <pc:chgData name="Van Huyen" userId="02756b3f156e38fc" providerId="LiveId" clId="{488DF4EB-B3B4-44C1-A62D-5E61A14D892B}" dt="2025-03-11T10:01:34.765" v="0"/>
          <pc:sldLayoutMkLst>
            <pc:docMk/>
            <pc:sldMasterMk cId="4143850075" sldId="2147483676"/>
            <pc:sldLayoutMk cId="3083858427" sldId="2147483677"/>
          </pc:sldLayoutMkLst>
        </pc:sldLayoutChg>
        <pc:sldLayoutChg chg="add">
          <pc:chgData name="Van Huyen" userId="02756b3f156e38fc" providerId="LiveId" clId="{488DF4EB-B3B4-44C1-A62D-5E61A14D892B}" dt="2025-03-11T10:01:34.765" v="0"/>
          <pc:sldLayoutMkLst>
            <pc:docMk/>
            <pc:sldMasterMk cId="4143850075" sldId="2147483676"/>
            <pc:sldLayoutMk cId="84115513" sldId="2147483679"/>
          </pc:sldLayoutMkLst>
        </pc:sldLayoutChg>
        <pc:sldLayoutChg chg="add">
          <pc:chgData name="Van Huyen" userId="02756b3f156e38fc" providerId="LiveId" clId="{488DF4EB-B3B4-44C1-A62D-5E61A14D892B}" dt="2025-03-11T10:01:34.765" v="0"/>
          <pc:sldLayoutMkLst>
            <pc:docMk/>
            <pc:sldMasterMk cId="4143850075" sldId="2147483676"/>
            <pc:sldLayoutMk cId="2477519661" sldId="2147483681"/>
          </pc:sldLayoutMkLst>
        </pc:sldLayoutChg>
        <pc:sldLayoutChg chg="add">
          <pc:chgData name="Van Huyen" userId="02756b3f156e38fc" providerId="LiveId" clId="{488DF4EB-B3B4-44C1-A62D-5E61A14D892B}" dt="2025-03-11T10:01:34.765" v="0"/>
          <pc:sldLayoutMkLst>
            <pc:docMk/>
            <pc:sldMasterMk cId="4143850075" sldId="2147483676"/>
            <pc:sldLayoutMk cId="2825897740" sldId="2147483682"/>
          </pc:sldLayoutMkLst>
        </pc:sldLayoutChg>
        <pc:sldLayoutChg chg="add">
          <pc:chgData name="Van Huyen" userId="02756b3f156e38fc" providerId="LiveId" clId="{488DF4EB-B3B4-44C1-A62D-5E61A14D892B}" dt="2025-03-11T10:01:34.765" v="0"/>
          <pc:sldLayoutMkLst>
            <pc:docMk/>
            <pc:sldMasterMk cId="4143850075" sldId="2147483676"/>
            <pc:sldLayoutMk cId="3050786339" sldId="2147483683"/>
          </pc:sldLayoutMkLst>
        </pc:sldLayoutChg>
        <pc:sldLayoutChg chg="add">
          <pc:chgData name="Van Huyen" userId="02756b3f156e38fc" providerId="LiveId" clId="{488DF4EB-B3B4-44C1-A62D-5E61A14D892B}" dt="2025-03-11T10:01:34.765" v="0"/>
          <pc:sldLayoutMkLst>
            <pc:docMk/>
            <pc:sldMasterMk cId="4143850075" sldId="2147483676"/>
            <pc:sldLayoutMk cId="3206522678" sldId="2147483684"/>
          </pc:sldLayoutMkLst>
        </pc:sldLayoutChg>
        <pc:sldLayoutChg chg="add">
          <pc:chgData name="Van Huyen" userId="02756b3f156e38fc" providerId="LiveId" clId="{488DF4EB-B3B4-44C1-A62D-5E61A14D892B}" dt="2025-03-11T10:01:34.765" v="0"/>
          <pc:sldLayoutMkLst>
            <pc:docMk/>
            <pc:sldMasterMk cId="4143850075" sldId="2147483676"/>
            <pc:sldLayoutMk cId="4148175432" sldId="2147483685"/>
          </pc:sldLayoutMkLst>
        </pc:sldLayoutChg>
        <pc:sldLayoutChg chg="add">
          <pc:chgData name="Van Huyen" userId="02756b3f156e38fc" providerId="LiveId" clId="{488DF4EB-B3B4-44C1-A62D-5E61A14D892B}" dt="2025-03-11T10:01:34.765" v="0"/>
          <pc:sldLayoutMkLst>
            <pc:docMk/>
            <pc:sldMasterMk cId="4143850075" sldId="2147483676"/>
            <pc:sldLayoutMk cId="3617659370" sldId="2147483686"/>
          </pc:sldLayoutMkLst>
        </pc:sldLayoutChg>
        <pc:sldLayoutChg chg="add">
          <pc:chgData name="Van Huyen" userId="02756b3f156e38fc" providerId="LiveId" clId="{488DF4EB-B3B4-44C1-A62D-5E61A14D892B}" dt="2025-03-11T10:01:34.765" v="0"/>
          <pc:sldLayoutMkLst>
            <pc:docMk/>
            <pc:sldMasterMk cId="4143850075" sldId="2147483676"/>
            <pc:sldLayoutMk cId="4241053391" sldId="2147483687"/>
          </pc:sldLayoutMkLst>
        </pc:sldLayoutChg>
        <pc:sldLayoutChg chg="add">
          <pc:chgData name="Van Huyen" userId="02756b3f156e38fc" providerId="LiveId" clId="{488DF4EB-B3B4-44C1-A62D-5E61A14D892B}" dt="2025-03-11T10:01:34.765" v="0"/>
          <pc:sldLayoutMkLst>
            <pc:docMk/>
            <pc:sldMasterMk cId="4143850075" sldId="2147483676"/>
            <pc:sldLayoutMk cId="2053104475" sldId="2147483688"/>
          </pc:sldLayoutMkLst>
        </pc:sldLayoutChg>
        <pc:sldLayoutChg chg="add">
          <pc:chgData name="Van Huyen" userId="02756b3f156e38fc" providerId="LiveId" clId="{488DF4EB-B3B4-44C1-A62D-5E61A14D892B}" dt="2025-03-11T10:01:34.765" v="0"/>
          <pc:sldLayoutMkLst>
            <pc:docMk/>
            <pc:sldMasterMk cId="4143850075" sldId="2147483676"/>
            <pc:sldLayoutMk cId="2271824434" sldId="2147483689"/>
          </pc:sldLayoutMkLst>
        </pc:sldLayoutChg>
        <pc:sldLayoutChg chg="add">
          <pc:chgData name="Van Huyen" userId="02756b3f156e38fc" providerId="LiveId" clId="{488DF4EB-B3B4-44C1-A62D-5E61A14D892B}" dt="2025-03-11T10:01:34.765" v="0"/>
          <pc:sldLayoutMkLst>
            <pc:docMk/>
            <pc:sldMasterMk cId="4143850075" sldId="2147483676"/>
            <pc:sldLayoutMk cId="1050696451" sldId="2147483693"/>
          </pc:sldLayoutMkLst>
        </pc:sldLayoutChg>
        <pc:sldLayoutChg chg="add">
          <pc:chgData name="Van Huyen" userId="02756b3f156e38fc" providerId="LiveId" clId="{488DF4EB-B3B4-44C1-A62D-5E61A14D892B}" dt="2025-03-11T10:01:34.765" v="0"/>
          <pc:sldLayoutMkLst>
            <pc:docMk/>
            <pc:sldMasterMk cId="4143850075" sldId="2147483676"/>
            <pc:sldLayoutMk cId="4182109562" sldId="2147483694"/>
          </pc:sldLayoutMkLst>
        </pc:sldLayoutChg>
        <pc:sldLayoutChg chg="add">
          <pc:chgData name="Van Huyen" userId="02756b3f156e38fc" providerId="LiveId" clId="{488DF4EB-B3B4-44C1-A62D-5E61A14D892B}" dt="2025-03-11T10:01:34.765" v="0"/>
          <pc:sldLayoutMkLst>
            <pc:docMk/>
            <pc:sldMasterMk cId="4143850075" sldId="2147483676"/>
            <pc:sldLayoutMk cId="3705890074" sldId="2147483695"/>
          </pc:sldLayoutMkLst>
        </pc:sldLayoutChg>
        <pc:sldLayoutChg chg="add">
          <pc:chgData name="Van Huyen" userId="02756b3f156e38fc" providerId="LiveId" clId="{488DF4EB-B3B4-44C1-A62D-5E61A14D892B}" dt="2025-03-11T10:01:34.765" v="0"/>
          <pc:sldLayoutMkLst>
            <pc:docMk/>
            <pc:sldMasterMk cId="4143850075" sldId="2147483676"/>
            <pc:sldLayoutMk cId="2097629210" sldId="2147483697"/>
          </pc:sldLayoutMkLst>
        </pc:sldLayoutChg>
        <pc:sldLayoutChg chg="add">
          <pc:chgData name="Van Huyen" userId="02756b3f156e38fc" providerId="LiveId" clId="{488DF4EB-B3B4-44C1-A62D-5E61A14D892B}" dt="2025-03-11T10:01:34.765" v="0"/>
          <pc:sldLayoutMkLst>
            <pc:docMk/>
            <pc:sldMasterMk cId="4143850075" sldId="2147483676"/>
            <pc:sldLayoutMk cId="3840074849" sldId="2147483698"/>
          </pc:sldLayoutMkLst>
        </pc:sldLayoutChg>
        <pc:sldLayoutChg chg="add">
          <pc:chgData name="Van Huyen" userId="02756b3f156e38fc" providerId="LiveId" clId="{488DF4EB-B3B4-44C1-A62D-5E61A14D892B}" dt="2025-03-11T10:01:34.765" v="0"/>
          <pc:sldLayoutMkLst>
            <pc:docMk/>
            <pc:sldMasterMk cId="4143850075" sldId="2147483676"/>
            <pc:sldLayoutMk cId="1553553249" sldId="2147483699"/>
          </pc:sldLayoutMkLst>
        </pc:sldLayoutChg>
        <pc:sldLayoutChg chg="add">
          <pc:chgData name="Van Huyen" userId="02756b3f156e38fc" providerId="LiveId" clId="{488DF4EB-B3B4-44C1-A62D-5E61A14D892B}" dt="2025-03-11T10:01:34.765" v="0"/>
          <pc:sldLayoutMkLst>
            <pc:docMk/>
            <pc:sldMasterMk cId="4143850075" sldId="2147483676"/>
            <pc:sldLayoutMk cId="500300795" sldId="2147483700"/>
          </pc:sldLayoutMkLst>
        </pc:sldLayoutChg>
        <pc:sldLayoutChg chg="add">
          <pc:chgData name="Van Huyen" userId="02756b3f156e38fc" providerId="LiveId" clId="{488DF4EB-B3B4-44C1-A62D-5E61A14D892B}" dt="2025-03-11T10:01:34.765" v="0"/>
          <pc:sldLayoutMkLst>
            <pc:docMk/>
            <pc:sldMasterMk cId="4143850075" sldId="2147483676"/>
            <pc:sldLayoutMk cId="364651759" sldId="2147483701"/>
          </pc:sldLayoutMkLst>
        </pc:sldLayoutChg>
        <pc:sldLayoutChg chg="add">
          <pc:chgData name="Van Huyen" userId="02756b3f156e38fc" providerId="LiveId" clId="{488DF4EB-B3B4-44C1-A62D-5E61A14D892B}" dt="2025-03-11T10:01:34.765" v="0"/>
          <pc:sldLayoutMkLst>
            <pc:docMk/>
            <pc:sldMasterMk cId="4143850075" sldId="2147483676"/>
            <pc:sldLayoutMk cId="1329458377" sldId="2147483702"/>
          </pc:sldLayoutMkLst>
        </pc:sldLayoutChg>
        <pc:sldLayoutChg chg="add">
          <pc:chgData name="Van Huyen" userId="02756b3f156e38fc" providerId="LiveId" clId="{488DF4EB-B3B4-44C1-A62D-5E61A14D892B}" dt="2025-03-11T10:01:34.765" v="0"/>
          <pc:sldLayoutMkLst>
            <pc:docMk/>
            <pc:sldMasterMk cId="4143850075" sldId="2147483676"/>
            <pc:sldLayoutMk cId="2835252342" sldId="2147483703"/>
          </pc:sldLayoutMkLst>
        </pc:sldLayoutChg>
        <pc:sldLayoutChg chg="add">
          <pc:chgData name="Van Huyen" userId="02756b3f156e38fc" providerId="LiveId" clId="{488DF4EB-B3B4-44C1-A62D-5E61A14D892B}" dt="2025-03-11T10:01:34.765" v="0"/>
          <pc:sldLayoutMkLst>
            <pc:docMk/>
            <pc:sldMasterMk cId="4143850075" sldId="2147483676"/>
            <pc:sldLayoutMk cId="3544654885" sldId="2147483704"/>
          </pc:sldLayoutMkLst>
        </pc:sldLayoutChg>
        <pc:sldLayoutChg chg="add">
          <pc:chgData name="Van Huyen" userId="02756b3f156e38fc" providerId="LiveId" clId="{488DF4EB-B3B4-44C1-A62D-5E61A14D892B}" dt="2025-03-11T10:01:34.765" v="0"/>
          <pc:sldLayoutMkLst>
            <pc:docMk/>
            <pc:sldMasterMk cId="4143850075" sldId="2147483676"/>
            <pc:sldLayoutMk cId="4058184718" sldId="2147483705"/>
          </pc:sldLayoutMkLst>
        </pc:sldLayoutChg>
        <pc:sldLayoutChg chg="add">
          <pc:chgData name="Van Huyen" userId="02756b3f156e38fc" providerId="LiveId" clId="{488DF4EB-B3B4-44C1-A62D-5E61A14D892B}" dt="2025-03-11T10:01:34.765" v="0"/>
          <pc:sldLayoutMkLst>
            <pc:docMk/>
            <pc:sldMasterMk cId="4143850075" sldId="2147483676"/>
            <pc:sldLayoutMk cId="3211703703" sldId="2147483706"/>
          </pc:sldLayoutMkLst>
        </pc:sldLayoutChg>
        <pc:sldLayoutChg chg="add">
          <pc:chgData name="Van Huyen" userId="02756b3f156e38fc" providerId="LiveId" clId="{488DF4EB-B3B4-44C1-A62D-5E61A14D892B}" dt="2025-03-11T10:01:34.765" v="0"/>
          <pc:sldLayoutMkLst>
            <pc:docMk/>
            <pc:sldMasterMk cId="4143850075" sldId="2147483676"/>
            <pc:sldLayoutMk cId="1822689675" sldId="2147483707"/>
          </pc:sldLayoutMkLst>
        </pc:sldLayoutChg>
        <pc:sldLayoutChg chg="add">
          <pc:chgData name="Van Huyen" userId="02756b3f156e38fc" providerId="LiveId" clId="{488DF4EB-B3B4-44C1-A62D-5E61A14D892B}" dt="2025-03-11T10:01:34.765" v="0"/>
          <pc:sldLayoutMkLst>
            <pc:docMk/>
            <pc:sldMasterMk cId="4143850075" sldId="2147483676"/>
            <pc:sldLayoutMk cId="2719444032" sldId="2147483710"/>
          </pc:sldLayoutMkLst>
        </pc:sldLayoutChg>
        <pc:sldLayoutChg chg="add">
          <pc:chgData name="Van Huyen" userId="02756b3f156e38fc" providerId="LiveId" clId="{488DF4EB-B3B4-44C1-A62D-5E61A14D892B}" dt="2025-03-11T10:01:34.765" v="0"/>
          <pc:sldLayoutMkLst>
            <pc:docMk/>
            <pc:sldMasterMk cId="4143850075" sldId="2147483676"/>
            <pc:sldLayoutMk cId="3257180963" sldId="2147483711"/>
          </pc:sldLayoutMkLst>
        </pc:sldLayoutChg>
        <pc:sldLayoutChg chg="add">
          <pc:chgData name="Van Huyen" userId="02756b3f156e38fc" providerId="LiveId" clId="{488DF4EB-B3B4-44C1-A62D-5E61A14D892B}" dt="2025-03-11T10:01:34.765" v="0"/>
          <pc:sldLayoutMkLst>
            <pc:docMk/>
            <pc:sldMasterMk cId="4143850075" sldId="2147483676"/>
            <pc:sldLayoutMk cId="1593932313" sldId="2147483712"/>
          </pc:sldLayoutMkLst>
        </pc:sldLayoutChg>
        <pc:sldLayoutChg chg="add">
          <pc:chgData name="Van Huyen" userId="02756b3f156e38fc" providerId="LiveId" clId="{488DF4EB-B3B4-44C1-A62D-5E61A14D892B}" dt="2025-03-11T10:01:34.765" v="0"/>
          <pc:sldLayoutMkLst>
            <pc:docMk/>
            <pc:sldMasterMk cId="4143850075" sldId="2147483676"/>
            <pc:sldLayoutMk cId="3932928344" sldId="2147483713"/>
          </pc:sldLayoutMkLst>
        </pc:sldLayoutChg>
        <pc:sldLayoutChg chg="add">
          <pc:chgData name="Van Huyen" userId="02756b3f156e38fc" providerId="LiveId" clId="{488DF4EB-B3B4-44C1-A62D-5E61A14D892B}" dt="2025-03-11T10:01:34.765" v="0"/>
          <pc:sldLayoutMkLst>
            <pc:docMk/>
            <pc:sldMasterMk cId="4143850075" sldId="2147483676"/>
            <pc:sldLayoutMk cId="3424078252" sldId="2147483714"/>
          </pc:sldLayoutMkLst>
        </pc:sldLayoutChg>
        <pc:sldLayoutChg chg="add">
          <pc:chgData name="Van Huyen" userId="02756b3f156e38fc" providerId="LiveId" clId="{488DF4EB-B3B4-44C1-A62D-5E61A14D892B}" dt="2025-03-11T10:01:34.765" v="0"/>
          <pc:sldLayoutMkLst>
            <pc:docMk/>
            <pc:sldMasterMk cId="4143850075" sldId="2147483676"/>
            <pc:sldLayoutMk cId="2458434982" sldId="2147483715"/>
          </pc:sldLayoutMkLst>
        </pc:sldLayoutChg>
        <pc:sldLayoutChg chg="add">
          <pc:chgData name="Van Huyen" userId="02756b3f156e38fc" providerId="LiveId" clId="{488DF4EB-B3B4-44C1-A62D-5E61A14D892B}" dt="2025-03-11T10:01:34.765" v="0"/>
          <pc:sldLayoutMkLst>
            <pc:docMk/>
            <pc:sldMasterMk cId="4143850075" sldId="2147483676"/>
            <pc:sldLayoutMk cId="1785703382" sldId="2147483716"/>
          </pc:sldLayoutMkLst>
        </pc:sldLayoutChg>
        <pc:sldLayoutChg chg="add">
          <pc:chgData name="Van Huyen" userId="02756b3f156e38fc" providerId="LiveId" clId="{488DF4EB-B3B4-44C1-A62D-5E61A14D892B}" dt="2025-03-11T10:01:34.765" v="0"/>
          <pc:sldLayoutMkLst>
            <pc:docMk/>
            <pc:sldMasterMk cId="4143850075" sldId="2147483676"/>
            <pc:sldLayoutMk cId="88351006" sldId="2147483717"/>
          </pc:sldLayoutMkLst>
        </pc:sldLayoutChg>
        <pc:sldLayoutChg chg="add">
          <pc:chgData name="Van Huyen" userId="02756b3f156e38fc" providerId="LiveId" clId="{488DF4EB-B3B4-44C1-A62D-5E61A14D892B}" dt="2025-03-11T10:01:34.765" v="0"/>
          <pc:sldLayoutMkLst>
            <pc:docMk/>
            <pc:sldMasterMk cId="4143850075" sldId="2147483676"/>
            <pc:sldLayoutMk cId="123295844" sldId="2147483718"/>
          </pc:sldLayoutMkLst>
        </pc:sldLayoutChg>
        <pc:sldLayoutChg chg="add">
          <pc:chgData name="Van Huyen" userId="02756b3f156e38fc" providerId="LiveId" clId="{488DF4EB-B3B4-44C1-A62D-5E61A14D892B}" dt="2025-03-11T10:01:34.765" v="0"/>
          <pc:sldLayoutMkLst>
            <pc:docMk/>
            <pc:sldMasterMk cId="4143850075" sldId="2147483676"/>
            <pc:sldLayoutMk cId="1117215601" sldId="2147483719"/>
          </pc:sldLayoutMkLst>
        </pc:sldLayoutChg>
        <pc:sldLayoutChg chg="add">
          <pc:chgData name="Van Huyen" userId="02756b3f156e38fc" providerId="LiveId" clId="{488DF4EB-B3B4-44C1-A62D-5E61A14D892B}" dt="2025-03-11T10:01:34.765" v="0"/>
          <pc:sldLayoutMkLst>
            <pc:docMk/>
            <pc:sldMasterMk cId="4143850075" sldId="2147483676"/>
            <pc:sldLayoutMk cId="1101578467" sldId="2147483720"/>
          </pc:sldLayoutMkLst>
        </pc:sldLayoutChg>
        <pc:sldLayoutChg chg="add">
          <pc:chgData name="Van Huyen" userId="02756b3f156e38fc" providerId="LiveId" clId="{488DF4EB-B3B4-44C1-A62D-5E61A14D892B}" dt="2025-03-11T10:01:34.765" v="0"/>
          <pc:sldLayoutMkLst>
            <pc:docMk/>
            <pc:sldMasterMk cId="4143850075" sldId="2147483676"/>
            <pc:sldLayoutMk cId="1537371063" sldId="2147483721"/>
          </pc:sldLayoutMkLst>
        </pc:sldLayoutChg>
        <pc:sldLayoutChg chg="add">
          <pc:chgData name="Van Huyen" userId="02756b3f156e38fc" providerId="LiveId" clId="{488DF4EB-B3B4-44C1-A62D-5E61A14D892B}" dt="2025-03-11T10:01:34.765" v="0"/>
          <pc:sldLayoutMkLst>
            <pc:docMk/>
            <pc:sldMasterMk cId="4143850075" sldId="2147483676"/>
            <pc:sldLayoutMk cId="3762712726" sldId="2147483722"/>
          </pc:sldLayoutMkLst>
        </pc:sldLayoutChg>
        <pc:sldLayoutChg chg="add">
          <pc:chgData name="Van Huyen" userId="02756b3f156e38fc" providerId="LiveId" clId="{488DF4EB-B3B4-44C1-A62D-5E61A14D892B}" dt="2025-03-11T10:01:34.765" v="0"/>
          <pc:sldLayoutMkLst>
            <pc:docMk/>
            <pc:sldMasterMk cId="4143850075" sldId="2147483676"/>
            <pc:sldLayoutMk cId="2305055754" sldId="2147483723"/>
          </pc:sldLayoutMkLst>
        </pc:sldLayoutChg>
        <pc:sldLayoutChg chg="add">
          <pc:chgData name="Van Huyen" userId="02756b3f156e38fc" providerId="LiveId" clId="{488DF4EB-B3B4-44C1-A62D-5E61A14D892B}" dt="2025-03-11T10:01:34.765" v="0"/>
          <pc:sldLayoutMkLst>
            <pc:docMk/>
            <pc:sldMasterMk cId="4143850075" sldId="2147483676"/>
            <pc:sldLayoutMk cId="2459083917" sldId="2147483724"/>
          </pc:sldLayoutMkLst>
        </pc:sldLayoutChg>
        <pc:sldLayoutChg chg="add">
          <pc:chgData name="Van Huyen" userId="02756b3f156e38fc" providerId="LiveId" clId="{488DF4EB-B3B4-44C1-A62D-5E61A14D892B}" dt="2025-03-11T10:01:34.765" v="0"/>
          <pc:sldLayoutMkLst>
            <pc:docMk/>
            <pc:sldMasterMk cId="4143850075" sldId="2147483676"/>
            <pc:sldLayoutMk cId="2115182427" sldId="2147483725"/>
          </pc:sldLayoutMkLst>
        </pc:sldLayoutChg>
        <pc:sldLayoutChg chg="add">
          <pc:chgData name="Van Huyen" userId="02756b3f156e38fc" providerId="LiveId" clId="{488DF4EB-B3B4-44C1-A62D-5E61A14D892B}" dt="2025-03-11T10:01:34.765" v="0"/>
          <pc:sldLayoutMkLst>
            <pc:docMk/>
            <pc:sldMasterMk cId="4143850075" sldId="2147483676"/>
            <pc:sldLayoutMk cId="2878389145" sldId="2147483726"/>
          </pc:sldLayoutMkLst>
        </pc:sldLayoutChg>
        <pc:sldLayoutChg chg="add">
          <pc:chgData name="Van Huyen" userId="02756b3f156e38fc" providerId="LiveId" clId="{488DF4EB-B3B4-44C1-A62D-5E61A14D892B}" dt="2025-03-11T10:01:34.765" v="0"/>
          <pc:sldLayoutMkLst>
            <pc:docMk/>
            <pc:sldMasterMk cId="4143850075" sldId="2147483676"/>
            <pc:sldLayoutMk cId="4042041355" sldId="2147483727"/>
          </pc:sldLayoutMkLst>
        </pc:sldLayoutChg>
        <pc:sldLayoutChg chg="add">
          <pc:chgData name="Van Huyen" userId="02756b3f156e38fc" providerId="LiveId" clId="{488DF4EB-B3B4-44C1-A62D-5E61A14D892B}" dt="2025-03-11T10:01:34.765" v="0"/>
          <pc:sldLayoutMkLst>
            <pc:docMk/>
            <pc:sldMasterMk cId="4143850075" sldId="2147483676"/>
            <pc:sldLayoutMk cId="3102232949" sldId="2147483728"/>
          </pc:sldLayoutMkLst>
        </pc:sldLayoutChg>
        <pc:sldLayoutChg chg="add">
          <pc:chgData name="Van Huyen" userId="02756b3f156e38fc" providerId="LiveId" clId="{488DF4EB-B3B4-44C1-A62D-5E61A14D892B}" dt="2025-03-11T10:01:35.142" v="8"/>
          <pc:sldLayoutMkLst>
            <pc:docMk/>
            <pc:sldMasterMk cId="4143850075" sldId="2147483676"/>
            <pc:sldLayoutMk cId="3507260769" sldId="2147483729"/>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Cross The Road</c:v>
                </c:pt>
              </c:strCache>
            </c:strRef>
          </c:tx>
          <c:spPr>
            <a:solidFill>
              <a:srgbClr val="F26522"/>
            </a:solidFill>
            <a:ln>
              <a:noFill/>
            </a:ln>
          </c:spPr>
          <c:cat>
            <c:strRef>
              <c:f>Sheet1!$A$2:$A$6</c:f>
              <c:strCache>
                <c:ptCount val="5"/>
                <c:pt idx="0">
                  <c:v>PPO</c:v>
                </c:pt>
                <c:pt idx="1">
                  <c:v>SAC</c:v>
                </c:pt>
                <c:pt idx="2">
                  <c:v>MA-POCA</c:v>
                </c:pt>
                <c:pt idx="3">
                  <c:v>MAPPO</c:v>
                </c:pt>
                <c:pt idx="4">
                  <c:v>DQN</c:v>
                </c:pt>
              </c:strCache>
            </c:strRef>
          </c:cat>
          <c:val>
            <c:numRef>
              <c:f>Sheet1!$B$2:$B$6</c:f>
              <c:numCache>
                <c:formatCode>General</c:formatCode>
                <c:ptCount val="5"/>
                <c:pt idx="0">
                  <c:v>690</c:v>
                </c:pt>
                <c:pt idx="1">
                  <c:v>846</c:v>
                </c:pt>
                <c:pt idx="2">
                  <c:v>556</c:v>
                </c:pt>
                <c:pt idx="3">
                  <c:v>835</c:v>
                </c:pt>
                <c:pt idx="4">
                  <c:v>336</c:v>
                </c:pt>
              </c:numCache>
            </c:numRef>
          </c:val>
        </c:ser>
        <c:ser>
          <c:idx val="1"/>
          <c:order val="1"/>
          <c:tx>
            <c:strRef>
              <c:f>Sheet1!$C$1</c:f>
              <c:strCache>
                <c:ptCount val="1"/>
                <c:pt idx="0">
                  <c:v>Capture The Flag</c:v>
                </c:pt>
              </c:strCache>
            </c:strRef>
          </c:tx>
          <c:spPr>
            <a:solidFill>
              <a:srgbClr val="223771"/>
            </a:solidFill>
            <a:ln>
              <a:noFill/>
            </a:ln>
          </c:spPr>
          <c:cat>
            <c:strRef>
              <c:f>Sheet1!$A$2:$A$6</c:f>
              <c:strCache>
                <c:ptCount val="5"/>
                <c:pt idx="0">
                  <c:v>PPO</c:v>
                </c:pt>
                <c:pt idx="1">
                  <c:v>SAC</c:v>
                </c:pt>
                <c:pt idx="2">
                  <c:v>MA-POCA</c:v>
                </c:pt>
                <c:pt idx="3">
                  <c:v>MAPPO</c:v>
                </c:pt>
                <c:pt idx="4">
                  <c:v>DQN</c:v>
                </c:pt>
              </c:strCache>
            </c:strRef>
          </c:cat>
          <c:val>
            <c:numRef>
              <c:f>Sheet1!$C$2:$C$6</c:f>
              <c:numCache>
                <c:formatCode>General</c:formatCode>
                <c:ptCount val="5"/>
                <c:pt idx="0">
                  <c:v>834</c:v>
                </c:pt>
                <c:pt idx="1">
                  <c:v>183</c:v>
                </c:pt>
                <c:pt idx="2">
                  <c:v>838</c:v>
                </c:pt>
                <c:pt idx="3">
                  <c:v>840</c:v>
                </c:pt>
                <c:pt idx="4">
                  <c:v>800</c:v>
                </c:pt>
              </c:numCache>
            </c:numRef>
          </c:val>
        </c:ser>
        <c:dLbls>
          <c:numFmt formatCode="0&quot;,&quot;000" sourceLinked="0"/>
          <c:txPr>
            <a:bodyPr/>
            <a:lstStyle/>
            <a:p>
              <a:pPr>
                <a:defRPr sz="950" b="1">
                  <a:solidFill>
                    <a:srgbClr val="2B2B2B"/>
                  </a:solidFill>
                  <a:latin typeface="Calibri"/>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5DCEA"/>
            </a:solidFill>
          </a:ln>
        </c:spPr>
        <c:txPr>
          <a:bodyPr/>
          <a:lstStyle/>
          <a:p>
            <a:pPr>
              <a:defRPr sz="1200" b="1">
                <a:solidFill>
                  <a:srgbClr val="223771"/>
                </a:solidFill>
                <a:latin typeface="Calibri"/>
              </a:defRPr>
            </a:pPr>
          </a:p>
        </c:txPr>
        <c:crossAx val="-2113994440"/>
        <c:crosses val="autoZero"/>
        <c:auto val="1"/>
        <c:lblAlgn val="ctr"/>
        <c:lblOffset val="100"/>
        <c:noMultiLvlLbl val="0"/>
      </c:catAx>
      <c:valAx>
        <c:axId val="-2113994440"/>
        <c:scaling>
          <c:max val="1000.0"/>
          <c:min val="0.0"/>
        </c:scaling>
        <c:delete val="0"/>
        <c:axPos val="l"/>
        <c:majorGridlines>
          <c:spPr>
            <a:ln w="9525">
              <a:solidFill>
                <a:srgbClr val="E8ECF3"/>
              </a:solidFill>
            </a:ln>
          </c:spPr>
        </c:majorGridlines>
        <c:numFmt formatCode="0&quot;,&quot;000" sourceLinked="0"/>
        <c:majorTickMark val="out"/>
        <c:minorTickMark val="none"/>
        <c:tickLblPos val="nextTo"/>
        <c:spPr>
          <a:ln>
            <a:solidFill>
              <a:srgbClr val="D5DCEA"/>
            </a:solidFill>
          </a:ln>
        </c:spPr>
        <c:txPr>
          <a:bodyPr/>
          <a:lstStyle/>
          <a:p>
            <a:pPr>
              <a:defRPr sz="1050">
                <a:solidFill>
                  <a:srgbClr val="666E7E"/>
                </a:solidFill>
                <a:latin typeface="Calibri"/>
              </a:defRPr>
            </a:pPr>
          </a:p>
        </c:txPr>
        <c:crossAx val="-2068027336"/>
        <c:crosses val="autoZero"/>
        <c:majorUnit val="200.0"/>
      </c:valAx>
    </c:plotArea>
    <c:legend>
      <c:legendPos val="t"/>
      <c:overlay val="0"/>
      <c:txPr>
        <a:bodyPr/>
        <a:lstStyle/>
        <a:p>
          <a:pPr>
            <a:defRPr sz="1150">
              <a:solidFill>
                <a:srgbClr val="2B2B2B"/>
              </a:solidFill>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PPO</c:v>
                </c:pt>
              </c:strCache>
            </c:strRef>
          </c:tx>
          <c:spPr>
            <a:ln w="22225">
              <a:solidFill>
                <a:srgbClr val="2E86C1"/>
              </a:solidFill>
            </a:ln>
          </c:spPr>
          <c:marker>
            <c:symbol val="none"/>
          </c:marker>
          <c:xVal>
            <c:numRef>
              <c:f>Sheet1!$A$2:$A$161</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Sheet1!$B$2:$B$161</c:f>
              <c:numCache>
                <c:formatCode>General</c:formatCode>
                <c:ptCount val="160"/>
                <c:pt idx="0">
                  <c:v>1592.558217048645</c:v>
                </c:pt>
                <c:pt idx="1">
                  <c:v>1743.5027559598286</c:v>
                </c:pt>
                <c:pt idx="2">
                  <c:v>1697.7901288441249</c:v>
                </c:pt>
                <c:pt idx="3">
                  <c:v>1660.717412829399</c:v>
                </c:pt>
                <c:pt idx="4">
                  <c:v>1793.9383586247761</c:v>
                </c:pt>
                <c:pt idx="5">
                  <c:v>1749.1321166356404</c:v>
                </c:pt>
                <c:pt idx="6">
                  <c:v>1591.6095442242092</c:v>
                </c:pt>
                <c:pt idx="7">
                  <c:v>1657.8734318415325</c:v>
                </c:pt>
                <c:pt idx="8">
                  <c:v>1790.1763783560857</c:v>
                </c:pt>
                <c:pt idx="9">
                  <c:v>1858.077049255371</c:v>
                </c:pt>
                <c:pt idx="10">
                  <c:v>1780.6214491526287</c:v>
                </c:pt>
                <c:pt idx="11">
                  <c:v>1767.5804032219783</c:v>
                </c:pt>
                <c:pt idx="12">
                  <c:v>1879.9240854051377</c:v>
                </c:pt>
                <c:pt idx="13">
                  <c:v>1606.0607532660167</c:v>
                </c:pt>
                <c:pt idx="14">
                  <c:v>1711.6763293743134</c:v>
                </c:pt>
                <c:pt idx="15">
                  <c:v>1789.4530528121525</c:v>
                </c:pt>
                <c:pt idx="16">
                  <c:v>1810.6129136350419</c:v>
                </c:pt>
                <c:pt idx="17">
                  <c:v>1900.97294582261</c:v>
                </c:pt>
                <c:pt idx="18">
                  <c:v>1905.34888042344</c:v>
                </c:pt>
                <c:pt idx="19">
                  <c:v>1901.108804676268</c:v>
                </c:pt>
                <c:pt idx="20">
                  <c:v>1858.0937948491837</c:v>
                </c:pt>
                <c:pt idx="21">
                  <c:v>1871.1410131719376</c:v>
                </c:pt>
                <c:pt idx="22">
                  <c:v>2006.965140501658</c:v>
                </c:pt>
                <c:pt idx="23">
                  <c:v>2102.7944154209563</c:v>
                </c:pt>
                <c:pt idx="24">
                  <c:v>2062.1870689921907</c:v>
                </c:pt>
                <c:pt idx="25">
                  <c:v>1912.9299918810527</c:v>
                </c:pt>
                <c:pt idx="26">
                  <c:v>1705.6445876757305</c:v>
                </c:pt>
                <c:pt idx="27">
                  <c:v>1695.8664457003276</c:v>
                </c:pt>
                <c:pt idx="28">
                  <c:v>1792.0166187816196</c:v>
                </c:pt>
                <c:pt idx="29">
                  <c:v>1849.2300907770793</c:v>
                </c:pt>
                <c:pt idx="30">
                  <c:v>1826.1298206117417</c:v>
                </c:pt>
                <c:pt idx="31">
                  <c:v>1894.6623007456462</c:v>
                </c:pt>
                <c:pt idx="32">
                  <c:v>1918.0726475185818</c:v>
                </c:pt>
                <c:pt idx="33">
                  <c:v>2028.1799104478625</c:v>
                </c:pt>
                <c:pt idx="34">
                  <c:v>2174.7210555606416</c:v>
                </c:pt>
                <c:pt idx="35">
                  <c:v>2309.603346718682</c:v>
                </c:pt>
                <c:pt idx="36">
                  <c:v>2344.6178038915</c:v>
                </c:pt>
                <c:pt idx="37">
                  <c:v>2254.151635699802</c:v>
                </c:pt>
                <c:pt idx="38">
                  <c:v>2328.711642159356</c:v>
                </c:pt>
                <c:pt idx="39">
                  <c:v>2282.4415365854898</c:v>
                </c:pt>
                <c:pt idx="40">
                  <c:v>2266.264888975355</c:v>
                </c:pt>
                <c:pt idx="41">
                  <c:v>2124.4333850012886</c:v>
                </c:pt>
                <c:pt idx="42">
                  <c:v>2133.228619893392</c:v>
                </c:pt>
                <c:pt idx="43">
                  <c:v>2077.3369868596396</c:v>
                </c:pt>
                <c:pt idx="44">
                  <c:v>2011.4367802937827</c:v>
                </c:pt>
                <c:pt idx="45">
                  <c:v>2043.5055229398938</c:v>
                </c:pt>
                <c:pt idx="46">
                  <c:v>2158.525069554647</c:v>
                </c:pt>
                <c:pt idx="47">
                  <c:v>2228.6741203731963</c:v>
                </c:pt>
                <c:pt idx="48">
                  <c:v>2342.4791230095757</c:v>
                </c:pt>
                <c:pt idx="49">
                  <c:v>2387.7760304345024</c:v>
                </c:pt>
                <c:pt idx="50">
                  <c:v>2413.1524297926157</c:v>
                </c:pt>
                <c:pt idx="51">
                  <c:v>2398.503621419271</c:v>
                </c:pt>
                <c:pt idx="52">
                  <c:v>2497.7487855487398</c:v>
                </c:pt>
                <c:pt idx="53">
                  <c:v>2485.2167103025645</c:v>
                </c:pt>
                <c:pt idx="54">
                  <c:v>2496.2656365500557</c:v>
                </c:pt>
                <c:pt idx="55">
                  <c:v>2441.636496120029</c:v>
                </c:pt>
                <c:pt idx="56">
                  <c:v>2382.843746079339</c:v>
                </c:pt>
                <c:pt idx="57">
                  <c:v>2351.2662384245127</c:v>
                </c:pt>
                <c:pt idx="58">
                  <c:v>2468.0825736787588</c:v>
                </c:pt>
                <c:pt idx="59">
                  <c:v>2573.3774105707803</c:v>
                </c:pt>
                <c:pt idx="60">
                  <c:v>2613.277448548211</c:v>
                </c:pt>
                <c:pt idx="61">
                  <c:v>2611.400326093038</c:v>
                </c:pt>
                <c:pt idx="62">
                  <c:v>2616.4201498031616</c:v>
                </c:pt>
                <c:pt idx="63">
                  <c:v>2663.753946622213</c:v>
                </c:pt>
                <c:pt idx="64">
                  <c:v>2665.6020085016885</c:v>
                </c:pt>
                <c:pt idx="65">
                  <c:v>2606.7738135655723</c:v>
                </c:pt>
                <c:pt idx="66">
                  <c:v>2495.6154028574624</c:v>
                </c:pt>
                <c:pt idx="67">
                  <c:v>2358.6595588260225</c:v>
                </c:pt>
                <c:pt idx="68">
                  <c:v>2102.7585996521843</c:v>
                </c:pt>
                <c:pt idx="69">
                  <c:v>2030.4880208439297</c:v>
                </c:pt>
                <c:pt idx="70">
                  <c:v>1907.8833725717332</c:v>
                </c:pt>
                <c:pt idx="71">
                  <c:v>2011.5272535218135</c:v>
                </c:pt>
                <c:pt idx="72">
                  <c:v>1856.9132685661316</c:v>
                </c:pt>
                <c:pt idx="73">
                  <c:v>1770.1909475856357</c:v>
                </c:pt>
                <c:pt idx="74">
                  <c:v>1801.2864258554246</c:v>
                </c:pt>
                <c:pt idx="75">
                  <c:v>1848.6225936147903</c:v>
                </c:pt>
                <c:pt idx="76">
                  <c:v>1768.631703323788</c:v>
                </c:pt>
                <c:pt idx="77">
                  <c:v>1947.7661450703938</c:v>
                </c:pt>
                <c:pt idx="78">
                  <c:v>1881.990869839986</c:v>
                </c:pt>
                <c:pt idx="79">
                  <c:v>1918.2735813988581</c:v>
                </c:pt>
                <c:pt idx="80">
                  <c:v>1797.1092727449204</c:v>
                </c:pt>
                <c:pt idx="81">
                  <c:v>1785.8926057815552</c:v>
                </c:pt>
                <c:pt idx="82">
                  <c:v>1921.494762102763</c:v>
                </c:pt>
                <c:pt idx="83">
                  <c:v>1934.9001910951401</c:v>
                </c:pt>
                <c:pt idx="84">
                  <c:v>1853.9990186691284</c:v>
                </c:pt>
                <c:pt idx="85">
                  <c:v>1947.7247529559666</c:v>
                </c:pt>
                <c:pt idx="86">
                  <c:v>1842.9037067625259</c:v>
                </c:pt>
                <c:pt idx="87">
                  <c:v>1861.6568909751043</c:v>
                </c:pt>
                <c:pt idx="88">
                  <c:v>1912.4368694093491</c:v>
                </c:pt>
                <c:pt idx="89">
                  <c:v>1941.5507713953655</c:v>
                </c:pt>
                <c:pt idx="90">
                  <c:v>2067.0769214630127</c:v>
                </c:pt>
                <c:pt idx="91">
                  <c:v>1961.4000585344102</c:v>
                </c:pt>
                <c:pt idx="92">
                  <c:v>1993.5214519500732</c:v>
                </c:pt>
                <c:pt idx="93">
                  <c:v>1949.002981185913</c:v>
                </c:pt>
                <c:pt idx="94">
                  <c:v>1891.3780450820923</c:v>
                </c:pt>
                <c:pt idx="95">
                  <c:v>1933.6500962575276</c:v>
                </c:pt>
                <c:pt idx="96">
                  <c:v>1945.6785122553508</c:v>
                </c:pt>
                <c:pt idx="97">
                  <c:v>1960.9036842981975</c:v>
                </c:pt>
                <c:pt idx="98">
                  <c:v>1963.0520078870986</c:v>
                </c:pt>
                <c:pt idx="99">
                  <c:v>1842.969536781311</c:v>
                </c:pt>
                <c:pt idx="100">
                  <c:v>1804.514726003011</c:v>
                </c:pt>
                <c:pt idx="101">
                  <c:v>1879.6054522196453</c:v>
                </c:pt>
                <c:pt idx="102">
                  <c:v>2023.3014689551458</c:v>
                </c:pt>
                <c:pt idx="103">
                  <c:v>2109.8489893807305</c:v>
                </c:pt>
                <c:pt idx="104">
                  <c:v>2060.48748228285</c:v>
                </c:pt>
                <c:pt idx="105">
                  <c:v>2061.186022228665</c:v>
                </c:pt>
                <c:pt idx="106">
                  <c:v>2014.8325761159263</c:v>
                </c:pt>
                <c:pt idx="107">
                  <c:v>2021.830677986145</c:v>
                </c:pt>
                <c:pt idx="108">
                  <c:v>2004.5675304200915</c:v>
                </c:pt>
                <c:pt idx="109">
                  <c:v>2070.461723539564</c:v>
                </c:pt>
                <c:pt idx="110">
                  <c:v>1961.2522919972737</c:v>
                </c:pt>
                <c:pt idx="111">
                  <c:v>1943.3777332305908</c:v>
                </c:pt>
                <c:pt idx="112">
                  <c:v>1878.513256708781</c:v>
                </c:pt>
                <c:pt idx="113">
                  <c:v>1983.7742381625706</c:v>
                </c:pt>
                <c:pt idx="114">
                  <c:v>1970.0732893413967</c:v>
                </c:pt>
                <c:pt idx="115">
                  <c:v>1934.972710079617</c:v>
                </c:pt>
                <c:pt idx="116">
                  <c:v>1835.7027636633977</c:v>
                </c:pt>
                <c:pt idx="117">
                  <c:v>1916.0598384009465</c:v>
                </c:pt>
                <c:pt idx="118">
                  <c:v>1924.7345924377441</c:v>
                </c:pt>
                <c:pt idx="119">
                  <c:v>1855.3900453779434</c:v>
                </c:pt>
                <c:pt idx="120">
                  <c:v>1748.7532960044011</c:v>
                </c:pt>
                <c:pt idx="121">
                  <c:v>1806.807345814175</c:v>
                </c:pt>
                <c:pt idx="122">
                  <c:v>1714.8421472973293</c:v>
                </c:pt>
                <c:pt idx="123">
                  <c:v>1761.1489295959473</c:v>
                </c:pt>
                <c:pt idx="124">
                  <c:v>1817.5216383404202</c:v>
                </c:pt>
                <c:pt idx="125">
                  <c:v>1915.0577916039363</c:v>
                </c:pt>
                <c:pt idx="126">
                  <c:v>1889.854841762119</c:v>
                </c:pt>
                <c:pt idx="127">
                  <c:v>1810.9253247578938</c:v>
                </c:pt>
                <c:pt idx="128">
                  <c:v>1924.1467316945393</c:v>
                </c:pt>
                <c:pt idx="129">
                  <c:v>2002.127183808221</c:v>
                </c:pt>
                <c:pt idx="130">
                  <c:v>1929.7969208823308</c:v>
                </c:pt>
                <c:pt idx="131">
                  <c:v>2008.5836913850574</c:v>
                </c:pt>
                <c:pt idx="132">
                  <c:v>1933.4960248735215</c:v>
                </c:pt>
                <c:pt idx="133">
                  <c:v>1875.4826254314846</c:v>
                </c:pt>
                <c:pt idx="134">
                  <c:v>1949.6820105446711</c:v>
                </c:pt>
                <c:pt idx="135">
                  <c:v>1952.6238176557754</c:v>
                </c:pt>
                <c:pt idx="136">
                  <c:v>1917.711655298869</c:v>
                </c:pt>
                <c:pt idx="137">
                  <c:v>1865.583313835992</c:v>
                </c:pt>
                <c:pt idx="138">
                  <c:v>1906.6132704416912</c:v>
                </c:pt>
                <c:pt idx="139">
                  <c:v>1875.0848240322537</c:v>
                </c:pt>
                <c:pt idx="140">
                  <c:v>1823.923389116923</c:v>
                </c:pt>
                <c:pt idx="141">
                  <c:v>1841.4111534754436</c:v>
                </c:pt>
                <c:pt idx="142">
                  <c:v>1823.8835732142131</c:v>
                </c:pt>
                <c:pt idx="143">
                  <c:v>1727.3106839921738</c:v>
                </c:pt>
                <c:pt idx="144">
                  <c:v>1763.5659509234958</c:v>
                </c:pt>
                <c:pt idx="145">
                  <c:v>1857.8127490149602</c:v>
                </c:pt>
                <c:pt idx="146">
                  <c:v>1789.0519433551365</c:v>
                </c:pt>
                <c:pt idx="147">
                  <c:v>1741.0922182930842</c:v>
                </c:pt>
                <c:pt idx="148">
                  <c:v>1689.59379196167</c:v>
                </c:pt>
                <c:pt idx="149">
                  <c:v>1611.6661098268296</c:v>
                </c:pt>
                <c:pt idx="150">
                  <c:v>1638.887882232666</c:v>
                </c:pt>
                <c:pt idx="151">
                  <c:v>1671.4004145728215</c:v>
                </c:pt>
                <c:pt idx="152">
                  <c:v>1666.6404008865356</c:v>
                </c:pt>
                <c:pt idx="153">
                  <c:v>1610.4018820656672</c:v>
                </c:pt>
                <c:pt idx="154">
                  <c:v>1581.700364748637</c:v>
                </c:pt>
                <c:pt idx="155">
                  <c:v>1649.7592131296794</c:v>
                </c:pt>
                <c:pt idx="156">
                  <c:v>1636.6813480854034</c:v>
                </c:pt>
                <c:pt idx="157">
                  <c:v>1693.4385469981603</c:v>
                </c:pt>
                <c:pt idx="158">
                  <c:v>1788.0050142606099</c:v>
                </c:pt>
                <c:pt idx="159">
                  <c:v>1732.9033136367798</c:v>
                </c:pt>
              </c:numCache>
            </c:numRef>
          </c:yVal>
          <c:smooth val="0"/>
        </c:ser>
        <c:ser>
          <c:idx val="1"/>
          <c:order val="1"/>
          <c:tx>
            <c:strRef>
              <c:f>Sheet1!$B$163</c:f>
              <c:strCache>
                <c:ptCount val="1"/>
                <c:pt idx="0">
                  <c:v>SAC</c:v>
                </c:pt>
              </c:strCache>
            </c:strRef>
          </c:tx>
          <c:spPr>
            <a:ln w="22225">
              <a:solidFill>
                <a:srgbClr val="27924F"/>
              </a:solidFill>
            </a:ln>
          </c:spPr>
          <c:marker>
            <c:symbol val="none"/>
          </c:marker>
          <c:xVal>
            <c:numRef>
              <c:f>Sheet1!$A$164:$A$323</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Sheet1!$B$164:$B$323</c:f>
              <c:numCache>
                <c:formatCode>General</c:formatCode>
                <c:ptCount val="160"/>
                <c:pt idx="0">
                  <c:v>1542.4410820007324</c:v>
                </c:pt>
                <c:pt idx="1">
                  <c:v>1658.277114232381</c:v>
                </c:pt>
                <c:pt idx="2">
                  <c:v>1730.595861162458</c:v>
                </c:pt>
                <c:pt idx="3">
                  <c:v>1720.1070338487625</c:v>
                </c:pt>
                <c:pt idx="4">
                  <c:v>1687.6216729482014</c:v>
                </c:pt>
                <c:pt idx="5">
                  <c:v>1771.4316580030654</c:v>
                </c:pt>
                <c:pt idx="6">
                  <c:v>1675.7919854587979</c:v>
                </c:pt>
                <c:pt idx="7">
                  <c:v>1623.6256427235073</c:v>
                </c:pt>
                <c:pt idx="8">
                  <c:v>1646.1143294970195</c:v>
                </c:pt>
                <c:pt idx="9">
                  <c:v>1701.1077867613897</c:v>
                </c:pt>
                <c:pt idx="10">
                  <c:v>1588.9338321155972</c:v>
                </c:pt>
                <c:pt idx="11">
                  <c:v>1521.0136771202087</c:v>
                </c:pt>
                <c:pt idx="12">
                  <c:v>1471.4603622754414</c:v>
                </c:pt>
                <c:pt idx="13">
                  <c:v>1492.761300669776</c:v>
                </c:pt>
                <c:pt idx="14">
                  <c:v>1424.6677888764277</c:v>
                </c:pt>
                <c:pt idx="15">
                  <c:v>1469.7946972317166</c:v>
                </c:pt>
                <c:pt idx="16">
                  <c:v>1459.6445030636257</c:v>
                </c:pt>
                <c:pt idx="17">
                  <c:v>1479.7099431355794</c:v>
                </c:pt>
                <c:pt idx="18">
                  <c:v>1579.4572167926365</c:v>
                </c:pt>
                <c:pt idx="19">
                  <c:v>1626.661843723721</c:v>
                </c:pt>
                <c:pt idx="20">
                  <c:v>1715.165999200609</c:v>
                </c:pt>
                <c:pt idx="21">
                  <c:v>1744.9485063552856</c:v>
                </c:pt>
                <c:pt idx="22">
                  <c:v>1813.4704033533733</c:v>
                </c:pt>
                <c:pt idx="23">
                  <c:v>1878.4070412317913</c:v>
                </c:pt>
                <c:pt idx="24">
                  <c:v>1897.0645268758137</c:v>
                </c:pt>
                <c:pt idx="25">
                  <c:v>1950.7279793421428</c:v>
                </c:pt>
                <c:pt idx="26">
                  <c:v>1951.2765142652725</c:v>
                </c:pt>
                <c:pt idx="27">
                  <c:v>1947.9867352379695</c:v>
                </c:pt>
                <c:pt idx="28">
                  <c:v>2020.48839463128</c:v>
                </c:pt>
                <c:pt idx="29">
                  <c:v>1944.3543752034504</c:v>
                </c:pt>
                <c:pt idx="30">
                  <c:v>1944.0328015221492</c:v>
                </c:pt>
                <c:pt idx="31">
                  <c:v>1887.7083990308975</c:v>
                </c:pt>
                <c:pt idx="32">
                  <c:v>1853.1472153133816</c:v>
                </c:pt>
                <c:pt idx="33">
                  <c:v>1840.0859038035076</c:v>
                </c:pt>
                <c:pt idx="34">
                  <c:v>1796.095371246338</c:v>
                </c:pt>
                <c:pt idx="35">
                  <c:v>1845.5098072687786</c:v>
                </c:pt>
                <c:pt idx="36">
                  <c:v>1756.5492126676772</c:v>
                </c:pt>
                <c:pt idx="37">
                  <c:v>1728.899598121643</c:v>
                </c:pt>
                <c:pt idx="38">
                  <c:v>1741.6765160030789</c:v>
                </c:pt>
                <c:pt idx="39">
                  <c:v>1756.838904486762</c:v>
                </c:pt>
                <c:pt idx="40">
                  <c:v>1875.7558663686116</c:v>
                </c:pt>
                <c:pt idx="41">
                  <c:v>1841.4464924070571</c:v>
                </c:pt>
                <c:pt idx="42">
                  <c:v>1803.9913177490234</c:v>
                </c:pt>
                <c:pt idx="43">
                  <c:v>1885.2512571546768</c:v>
                </c:pt>
                <c:pt idx="44">
                  <c:v>1850.9373135036892</c:v>
                </c:pt>
                <c:pt idx="45">
                  <c:v>1912.2301472557917</c:v>
                </c:pt>
                <c:pt idx="46">
                  <c:v>1950.7629076639812</c:v>
                </c:pt>
                <c:pt idx="47">
                  <c:v>2054.3343358569673</c:v>
                </c:pt>
                <c:pt idx="48">
                  <c:v>2160.4298220740425</c:v>
                </c:pt>
                <c:pt idx="49">
                  <c:v>2085.99583307902</c:v>
                </c:pt>
                <c:pt idx="50">
                  <c:v>2057.0397774378457</c:v>
                </c:pt>
                <c:pt idx="51">
                  <c:v>2197.833220163981</c:v>
                </c:pt>
                <c:pt idx="52">
                  <c:v>2153.282364209493</c:v>
                </c:pt>
                <c:pt idx="53">
                  <c:v>2128.7539535098604</c:v>
                </c:pt>
                <c:pt idx="54">
                  <c:v>2201.297309663561</c:v>
                </c:pt>
                <c:pt idx="55">
                  <c:v>2136.1898316277397</c:v>
                </c:pt>
                <c:pt idx="56">
                  <c:v>2042.5564050674438</c:v>
                </c:pt>
                <c:pt idx="57">
                  <c:v>1951.1728021833633</c:v>
                </c:pt>
                <c:pt idx="58">
                  <c:v>1819.5709586143494</c:v>
                </c:pt>
                <c:pt idx="59">
                  <c:v>1881.0019029511348</c:v>
                </c:pt>
                <c:pt idx="60">
                  <c:v>1792.6215926806133</c:v>
                </c:pt>
                <c:pt idx="61">
                  <c:v>1890.499214331309</c:v>
                </c:pt>
                <c:pt idx="62">
                  <c:v>1944.992893271976</c:v>
                </c:pt>
                <c:pt idx="63">
                  <c:v>1875.112487210168</c:v>
                </c:pt>
                <c:pt idx="64">
                  <c:v>1902.0608067512512</c:v>
                </c:pt>
                <c:pt idx="65">
                  <c:v>1907.2855247391597</c:v>
                </c:pt>
                <c:pt idx="66">
                  <c:v>1953.6793563101028</c:v>
                </c:pt>
                <c:pt idx="67">
                  <c:v>2027.0224279827542</c:v>
                </c:pt>
                <c:pt idx="68">
                  <c:v>1937.7637770440842</c:v>
                </c:pt>
                <c:pt idx="69">
                  <c:v>1923.5907196998596</c:v>
                </c:pt>
                <c:pt idx="70">
                  <c:v>1922.8160977363586</c:v>
                </c:pt>
                <c:pt idx="71">
                  <c:v>1809.206571843889</c:v>
                </c:pt>
                <c:pt idx="72">
                  <c:v>1778.6521977848477</c:v>
                </c:pt>
                <c:pt idx="73">
                  <c:v>1799.852642748091</c:v>
                </c:pt>
                <c:pt idx="74">
                  <c:v>1750.1807146602207</c:v>
                </c:pt>
                <c:pt idx="75">
                  <c:v>1795.5214646127488</c:v>
                </c:pt>
                <c:pt idx="76">
                  <c:v>1867.6080372598435</c:v>
                </c:pt>
                <c:pt idx="77">
                  <c:v>1963.304917017619</c:v>
                </c:pt>
                <c:pt idx="78">
                  <c:v>2075.9234163496226</c:v>
                </c:pt>
                <c:pt idx="79">
                  <c:v>1951.4689048131306</c:v>
                </c:pt>
                <c:pt idx="80">
                  <c:v>2110.446466339959</c:v>
                </c:pt>
                <c:pt idx="81">
                  <c:v>2072.3702245288423</c:v>
                </c:pt>
                <c:pt idx="82">
                  <c:v>2073.6656851238677</c:v>
                </c:pt>
                <c:pt idx="83">
                  <c:v>2084.493358929952</c:v>
                </c:pt>
                <c:pt idx="84">
                  <c:v>1970.92518541548</c:v>
                </c:pt>
                <c:pt idx="85">
                  <c:v>2033.8826047049627</c:v>
                </c:pt>
                <c:pt idx="86">
                  <c:v>2018.7538199954563</c:v>
                </c:pt>
                <c:pt idx="87">
                  <c:v>2048.3861234452993</c:v>
                </c:pt>
                <c:pt idx="88">
                  <c:v>2153.3973084555732</c:v>
                </c:pt>
                <c:pt idx="89">
                  <c:v>2169.1632138358223</c:v>
                </c:pt>
                <c:pt idx="90">
                  <c:v>2178.402543067932</c:v>
                </c:pt>
                <c:pt idx="91">
                  <c:v>2189.7191074159414</c:v>
                </c:pt>
                <c:pt idx="92">
                  <c:v>2235.8635663986206</c:v>
                </c:pt>
                <c:pt idx="93">
                  <c:v>2315.5933353635996</c:v>
                </c:pt>
                <c:pt idx="94">
                  <c:v>2312.7760224872163</c:v>
                </c:pt>
                <c:pt idx="95">
                  <c:v>2482.4076096216836</c:v>
                </c:pt>
                <c:pt idx="96">
                  <c:v>2376.650518841214</c:v>
                </c:pt>
                <c:pt idx="97">
                  <c:v>2314.5440022150674</c:v>
                </c:pt>
                <c:pt idx="98">
                  <c:v>2268.241047859192</c:v>
                </c:pt>
                <c:pt idx="99">
                  <c:v>2275.9644985198975</c:v>
                </c:pt>
                <c:pt idx="100">
                  <c:v>2205.049488279554</c:v>
                </c:pt>
                <c:pt idx="101">
                  <c:v>2084.973004129198</c:v>
                </c:pt>
                <c:pt idx="102">
                  <c:v>2054.0423923068574</c:v>
                </c:pt>
                <c:pt idx="103">
                  <c:v>1978.9500766330295</c:v>
                </c:pt>
                <c:pt idx="104">
                  <c:v>1769.946773846944</c:v>
                </c:pt>
                <c:pt idx="105">
                  <c:v>1722.4528127246433</c:v>
                </c:pt>
                <c:pt idx="106">
                  <c:v>1742.7189350128174</c:v>
                </c:pt>
                <c:pt idx="107">
                  <c:v>1636.7225646972656</c:v>
                </c:pt>
                <c:pt idx="108">
                  <c:v>1635.2246072557236</c:v>
                </c:pt>
                <c:pt idx="109">
                  <c:v>1551.83924569024</c:v>
                </c:pt>
                <c:pt idx="110">
                  <c:v>1695.4855389065212</c:v>
                </c:pt>
                <c:pt idx="111">
                  <c:v>1547.747055689494</c:v>
                </c:pt>
                <c:pt idx="112">
                  <c:v>1501.0063913133408</c:v>
                </c:pt>
                <c:pt idx="113">
                  <c:v>1498.3565542432998</c:v>
                </c:pt>
                <c:pt idx="114">
                  <c:v>1635.5626450644597</c:v>
                </c:pt>
                <c:pt idx="115">
                  <c:v>1628.8294792175293</c:v>
                </c:pt>
                <c:pt idx="116">
                  <c:v>1707.7273262871638</c:v>
                </c:pt>
                <c:pt idx="117">
                  <c:v>1749.8258882098728</c:v>
                </c:pt>
                <c:pt idx="118">
                  <c:v>1905.827111668057</c:v>
                </c:pt>
                <c:pt idx="119">
                  <c:v>1864.6737734476726</c:v>
                </c:pt>
                <c:pt idx="120">
                  <c:v>1960.0227408938938</c:v>
                </c:pt>
                <c:pt idx="121">
                  <c:v>2009.0382099151611</c:v>
                </c:pt>
                <c:pt idx="122">
                  <c:v>2010.1694530910916</c:v>
                </c:pt>
                <c:pt idx="123">
                  <c:v>1982.1707672542996</c:v>
                </c:pt>
                <c:pt idx="124">
                  <c:v>2019.7421842151218</c:v>
                </c:pt>
                <c:pt idx="125">
                  <c:v>1988.813016149733</c:v>
                </c:pt>
                <c:pt idx="126">
                  <c:v>1993.5407771004573</c:v>
                </c:pt>
                <c:pt idx="127">
                  <c:v>1955.7827181286282</c:v>
                </c:pt>
                <c:pt idx="128">
                  <c:v>1932.1099122365315</c:v>
                </c:pt>
                <c:pt idx="129">
                  <c:v>1970.6083006329006</c:v>
                </c:pt>
                <c:pt idx="130">
                  <c:v>1982.838061120775</c:v>
                </c:pt>
                <c:pt idx="131">
                  <c:v>2155.4626358879937</c:v>
                </c:pt>
                <c:pt idx="132">
                  <c:v>2161.622020933363</c:v>
                </c:pt>
                <c:pt idx="133">
                  <c:v>2197.1668667263457</c:v>
                </c:pt>
                <c:pt idx="134">
                  <c:v>2298.8584836324058</c:v>
                </c:pt>
                <c:pt idx="135">
                  <c:v>2252.501871850756</c:v>
                </c:pt>
                <c:pt idx="136">
                  <c:v>2264.0364832348296</c:v>
                </c:pt>
                <c:pt idx="137">
                  <c:v>2304.4090933269927</c:v>
                </c:pt>
                <c:pt idx="138">
                  <c:v>2358.0013248655528</c:v>
                </c:pt>
                <c:pt idx="139">
                  <c:v>2313.5036627451577</c:v>
                </c:pt>
                <c:pt idx="140">
                  <c:v>2156.430244445801</c:v>
                </c:pt>
                <c:pt idx="141">
                  <c:v>2063.9988713794282</c:v>
                </c:pt>
                <c:pt idx="142">
                  <c:v>1943.9202679528132</c:v>
                </c:pt>
                <c:pt idx="143">
                  <c:v>1883.899450302124</c:v>
                </c:pt>
                <c:pt idx="144">
                  <c:v>1876.1669529808894</c:v>
                </c:pt>
                <c:pt idx="145">
                  <c:v>1807.8014453252156</c:v>
                </c:pt>
                <c:pt idx="146">
                  <c:v>1789.2700301276311</c:v>
                </c:pt>
                <c:pt idx="147">
                  <c:v>1677.290055486891</c:v>
                </c:pt>
                <c:pt idx="148">
                  <c:v>1607.0167620976765</c:v>
                </c:pt>
                <c:pt idx="149">
                  <c:v>1686.9322061538696</c:v>
                </c:pt>
                <c:pt idx="150">
                  <c:v>1700.3011571036443</c:v>
                </c:pt>
                <c:pt idx="151">
                  <c:v>1844.1542519463435</c:v>
                </c:pt>
                <c:pt idx="152">
                  <c:v>1855.6924131181504</c:v>
                </c:pt>
                <c:pt idx="153">
                  <c:v>1884.3497302797105</c:v>
                </c:pt>
                <c:pt idx="154">
                  <c:v>1930.178787973192</c:v>
                </c:pt>
                <c:pt idx="155">
                  <c:v>1949.758940272861</c:v>
                </c:pt>
                <c:pt idx="156">
                  <c:v>2027.6159942150116</c:v>
                </c:pt>
                <c:pt idx="157">
                  <c:v>2143.410529409136</c:v>
                </c:pt>
                <c:pt idx="158">
                  <c:v>2133.7597171465554</c:v>
                </c:pt>
                <c:pt idx="159">
                  <c:v>2238.033866882324</c:v>
                </c:pt>
              </c:numCache>
            </c:numRef>
          </c:yVal>
          <c:smooth val="0"/>
        </c:ser>
        <c:ser>
          <c:idx val="2"/>
          <c:order val="2"/>
          <c:tx>
            <c:strRef>
              <c:f>Sheet1!$B$325</c:f>
              <c:strCache>
                <c:ptCount val="1"/>
                <c:pt idx="0">
                  <c:v>MA-POCA</c:v>
                </c:pt>
              </c:strCache>
            </c:strRef>
          </c:tx>
          <c:spPr>
            <a:ln w="22225">
              <a:solidFill>
                <a:srgbClr val="E07B18"/>
              </a:solidFill>
            </a:ln>
          </c:spPr>
          <c:marker>
            <c:symbol val="none"/>
          </c:marker>
          <c:xVal>
            <c:numRef>
              <c:f>Sheet1!$A$326:$A$485</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Sheet1!$B$326:$B$485</c:f>
              <c:numCache>
                <c:formatCode>General</c:formatCode>
                <c:ptCount val="160"/>
                <c:pt idx="0">
                  <c:v>1930.5246353149414</c:v>
                </c:pt>
                <c:pt idx="1">
                  <c:v>1838.5594089825947</c:v>
                </c:pt>
                <c:pt idx="2">
                  <c:v>1794.4914102554321</c:v>
                </c:pt>
                <c:pt idx="3">
                  <c:v>1815.8480376005173</c:v>
                </c:pt>
                <c:pt idx="4">
                  <c:v>1704.408135679033</c:v>
                </c:pt>
                <c:pt idx="5">
                  <c:v>1552.4283051490784</c:v>
                </c:pt>
                <c:pt idx="6">
                  <c:v>1627.3374888632034</c:v>
                </c:pt>
                <c:pt idx="7">
                  <c:v>1780.170155896081</c:v>
                </c:pt>
                <c:pt idx="8">
                  <c:v>1675.0362382994756</c:v>
                </c:pt>
                <c:pt idx="9">
                  <c:v>1612.79876364602</c:v>
                </c:pt>
                <c:pt idx="10">
                  <c:v>1688.0616678131953</c:v>
                </c:pt>
                <c:pt idx="11">
                  <c:v>1835.2077073521084</c:v>
                </c:pt>
                <c:pt idx="12">
                  <c:v>1741.3146297136943</c:v>
                </c:pt>
                <c:pt idx="13">
                  <c:v>1833.0376280678645</c:v>
                </c:pt>
                <c:pt idx="14">
                  <c:v>1958.9055246777004</c:v>
                </c:pt>
                <c:pt idx="15">
                  <c:v>1948.4707117080688</c:v>
                </c:pt>
                <c:pt idx="16">
                  <c:v>1926.2144698037043</c:v>
                </c:pt>
                <c:pt idx="17">
                  <c:v>2033.3553685082331</c:v>
                </c:pt>
                <c:pt idx="18">
                  <c:v>2107.5134012434214</c:v>
                </c:pt>
                <c:pt idx="19">
                  <c:v>2153.4627278645835</c:v>
                </c:pt>
                <c:pt idx="20">
                  <c:v>1900.6160696347554</c:v>
                </c:pt>
                <c:pt idx="21">
                  <c:v>1898.3238206969365</c:v>
                </c:pt>
                <c:pt idx="22">
                  <c:v>1983.1753373146057</c:v>
                </c:pt>
                <c:pt idx="23">
                  <c:v>1953.4820649358962</c:v>
                </c:pt>
                <c:pt idx="24">
                  <c:v>1879.4853488604228</c:v>
                </c:pt>
                <c:pt idx="25">
                  <c:v>1873.6852871047124</c:v>
                </c:pt>
                <c:pt idx="26">
                  <c:v>1852.348307768504</c:v>
                </c:pt>
                <c:pt idx="27">
                  <c:v>1735.253671805064</c:v>
                </c:pt>
                <c:pt idx="28">
                  <c:v>1614.4793099827236</c:v>
                </c:pt>
                <c:pt idx="29">
                  <c:v>1761.396884918213</c:v>
                </c:pt>
                <c:pt idx="30">
                  <c:v>1786.4491012361314</c:v>
                </c:pt>
                <c:pt idx="31">
                  <c:v>1720.3455368677776</c:v>
                </c:pt>
                <c:pt idx="32">
                  <c:v>1730.6533654530842</c:v>
                </c:pt>
                <c:pt idx="33">
                  <c:v>1747.096273634169</c:v>
                </c:pt>
                <c:pt idx="34">
                  <c:v>1608.4869371520147</c:v>
                </c:pt>
                <c:pt idx="35">
                  <c:v>1599.7421145439148</c:v>
                </c:pt>
                <c:pt idx="36">
                  <c:v>1727.9853092299566</c:v>
                </c:pt>
                <c:pt idx="37">
                  <c:v>1740.6384878688389</c:v>
                </c:pt>
                <c:pt idx="38">
                  <c:v>1804.3752445114985</c:v>
                </c:pt>
                <c:pt idx="39">
                  <c:v>1900.2860585848491</c:v>
                </c:pt>
                <c:pt idx="40">
                  <c:v>1940.0694304042393</c:v>
                </c:pt>
                <c:pt idx="41">
                  <c:v>2009.9289483494229</c:v>
                </c:pt>
                <c:pt idx="42">
                  <c:v>2047.677536805471</c:v>
                </c:pt>
                <c:pt idx="43">
                  <c:v>2214.9707476298013</c:v>
                </c:pt>
                <c:pt idx="44">
                  <c:v>2173.9781167772085</c:v>
                </c:pt>
                <c:pt idx="45">
                  <c:v>2167.17169019911</c:v>
                </c:pt>
                <c:pt idx="46">
                  <c:v>2220.988988876343</c:v>
                </c:pt>
                <c:pt idx="47">
                  <c:v>2040.7002766927085</c:v>
                </c:pt>
                <c:pt idx="48">
                  <c:v>2043.463362587823</c:v>
                </c:pt>
                <c:pt idx="49">
                  <c:v>2078.3639219072134</c:v>
                </c:pt>
                <c:pt idx="50">
                  <c:v>2022.493018044366</c:v>
                </c:pt>
                <c:pt idx="51">
                  <c:v>1970.1313972473145</c:v>
                </c:pt>
                <c:pt idx="52">
                  <c:v>1959.968990749783</c:v>
                </c:pt>
                <c:pt idx="53">
                  <c:v>2005.7219664255776</c:v>
                </c:pt>
                <c:pt idx="54">
                  <c:v>1959.0914116965398</c:v>
                </c:pt>
                <c:pt idx="55">
                  <c:v>1958.8663048214382</c:v>
                </c:pt>
                <c:pt idx="56">
                  <c:v>2034.8003705342612</c:v>
                </c:pt>
                <c:pt idx="57">
                  <c:v>1966.3742913140193</c:v>
                </c:pt>
                <c:pt idx="58">
                  <c:v>1920.1170603434246</c:v>
                </c:pt>
                <c:pt idx="59">
                  <c:v>1959.0060975816514</c:v>
                </c:pt>
                <c:pt idx="60">
                  <c:v>1932.511395878262</c:v>
                </c:pt>
                <c:pt idx="61">
                  <c:v>1837.4223709106445</c:v>
                </c:pt>
                <c:pt idx="62">
                  <c:v>1860.4667451646592</c:v>
                </c:pt>
                <c:pt idx="63">
                  <c:v>1945.523699124654</c:v>
                </c:pt>
                <c:pt idx="64">
                  <c:v>1963.168462117513</c:v>
                </c:pt>
                <c:pt idx="65">
                  <c:v>2038.2077958848743</c:v>
                </c:pt>
                <c:pt idx="66">
                  <c:v>2080.2426470650566</c:v>
                </c:pt>
                <c:pt idx="67">
                  <c:v>2062.5502003563774</c:v>
                </c:pt>
                <c:pt idx="68">
                  <c:v>2010.0689464145237</c:v>
                </c:pt>
                <c:pt idx="69">
                  <c:v>1966.546032163832</c:v>
                </c:pt>
                <c:pt idx="70">
                  <c:v>1977.8855244318645</c:v>
                </c:pt>
                <c:pt idx="71">
                  <c:v>1941.2561390135024</c:v>
                </c:pt>
                <c:pt idx="72">
                  <c:v>1850.3345383538142</c:v>
                </c:pt>
                <c:pt idx="73">
                  <c:v>1772.4511755837336</c:v>
                </c:pt>
                <c:pt idx="74">
                  <c:v>1723.80879190233</c:v>
                </c:pt>
                <c:pt idx="75">
                  <c:v>1661.27261850569</c:v>
                </c:pt>
                <c:pt idx="76">
                  <c:v>1634.9460151460435</c:v>
                </c:pt>
                <c:pt idx="77">
                  <c:v>1653.8976695802476</c:v>
                </c:pt>
                <c:pt idx="78">
                  <c:v>1836.2578286064997</c:v>
                </c:pt>
                <c:pt idx="79">
                  <c:v>1932.2309494018555</c:v>
                </c:pt>
                <c:pt idx="80">
                  <c:v>1961.5744484795466</c:v>
                </c:pt>
                <c:pt idx="81">
                  <c:v>2004.8794878853694</c:v>
                </c:pt>
                <c:pt idx="82">
                  <c:v>1869.7904116577572</c:v>
                </c:pt>
                <c:pt idx="83">
                  <c:v>1915.1999453703563</c:v>
                </c:pt>
                <c:pt idx="84">
                  <c:v>1978.4158898724452</c:v>
                </c:pt>
                <c:pt idx="85">
                  <c:v>1932.1442345778148</c:v>
                </c:pt>
                <c:pt idx="86">
                  <c:v>1896.1786329746246</c:v>
                </c:pt>
                <c:pt idx="87">
                  <c:v>1849.9292698171403</c:v>
                </c:pt>
                <c:pt idx="88">
                  <c:v>1792.8642729918163</c:v>
                </c:pt>
                <c:pt idx="89">
                  <c:v>1711.8381559848785</c:v>
                </c:pt>
                <c:pt idx="90">
                  <c:v>1745.3226149082184</c:v>
                </c:pt>
                <c:pt idx="91">
                  <c:v>1921.3693804211086</c:v>
                </c:pt>
                <c:pt idx="92">
                  <c:v>1929.235339164734</c:v>
                </c:pt>
                <c:pt idx="93">
                  <c:v>1919.5631477567886</c:v>
                </c:pt>
                <c:pt idx="94">
                  <c:v>2040.6007634268865</c:v>
                </c:pt>
                <c:pt idx="95">
                  <c:v>1954.8628131548564</c:v>
                </c:pt>
                <c:pt idx="96">
                  <c:v>1879.1207671165466</c:v>
                </c:pt>
                <c:pt idx="97">
                  <c:v>1867.7182793617249</c:v>
                </c:pt>
                <c:pt idx="98">
                  <c:v>1983.6312333742778</c:v>
                </c:pt>
                <c:pt idx="99">
                  <c:v>1850.3547310829163</c:v>
                </c:pt>
                <c:pt idx="100">
                  <c:v>1824.3375950389438</c:v>
                </c:pt>
                <c:pt idx="101">
                  <c:v>1773.6621499061584</c:v>
                </c:pt>
                <c:pt idx="102">
                  <c:v>1798.0787025557622</c:v>
                </c:pt>
                <c:pt idx="103">
                  <c:v>1707.8404360347324</c:v>
                </c:pt>
                <c:pt idx="104">
                  <c:v>1813.6498133341472</c:v>
                </c:pt>
                <c:pt idx="105">
                  <c:v>1800.9586334228516</c:v>
                </c:pt>
                <c:pt idx="106">
                  <c:v>1868.4577676985</c:v>
                </c:pt>
                <c:pt idx="107">
                  <c:v>1816.6998492346868</c:v>
                </c:pt>
                <c:pt idx="108">
                  <c:v>1880.6514872445002</c:v>
                </c:pt>
                <c:pt idx="109">
                  <c:v>1870.494498146905</c:v>
                </c:pt>
                <c:pt idx="110">
                  <c:v>1830.3139607111614</c:v>
                </c:pt>
                <c:pt idx="111">
                  <c:v>1727.8462515936956</c:v>
                </c:pt>
                <c:pt idx="112">
                  <c:v>1743.3353397581313</c:v>
                </c:pt>
                <c:pt idx="113">
                  <c:v>1748.9837805430095</c:v>
                </c:pt>
                <c:pt idx="114">
                  <c:v>1736.5334033966064</c:v>
                </c:pt>
                <c:pt idx="115">
                  <c:v>1542.4396726820205</c:v>
                </c:pt>
                <c:pt idx="116">
                  <c:v>1593.4716860453289</c:v>
                </c:pt>
                <c:pt idx="117">
                  <c:v>1610.4959381951228</c:v>
                </c:pt>
                <c:pt idx="118">
                  <c:v>1642.477552096049</c:v>
                </c:pt>
                <c:pt idx="119">
                  <c:v>1767.5962977939182</c:v>
                </c:pt>
                <c:pt idx="120">
                  <c:v>1865.4794825447932</c:v>
                </c:pt>
                <c:pt idx="121">
                  <c:v>1881.5306027730305</c:v>
                </c:pt>
                <c:pt idx="122">
                  <c:v>1969.4293472501968</c:v>
                </c:pt>
                <c:pt idx="123">
                  <c:v>2080.3975264231362</c:v>
                </c:pt>
                <c:pt idx="124">
                  <c:v>2284.759521484375</c:v>
                </c:pt>
                <c:pt idx="125">
                  <c:v>2107.2707176208496</c:v>
                </c:pt>
                <c:pt idx="126">
                  <c:v>2156.5947267744273</c:v>
                </c:pt>
                <c:pt idx="127">
                  <c:v>2124.016178978814</c:v>
                </c:pt>
                <c:pt idx="128">
                  <c:v>2142.918931113349</c:v>
                </c:pt>
                <c:pt idx="129">
                  <c:v>2220.5571863386363</c:v>
                </c:pt>
                <c:pt idx="130">
                  <c:v>2228.381686740451</c:v>
                </c:pt>
                <c:pt idx="131">
                  <c:v>2174.797455469767</c:v>
                </c:pt>
                <c:pt idx="132">
                  <c:v>2033.7114731470742</c:v>
                </c:pt>
                <c:pt idx="133">
                  <c:v>1918.1732601589626</c:v>
                </c:pt>
                <c:pt idx="134">
                  <c:v>2085.369825363159</c:v>
                </c:pt>
                <c:pt idx="135">
                  <c:v>1922.991196314494</c:v>
                </c:pt>
                <c:pt idx="136">
                  <c:v>1962.9895687103271</c:v>
                </c:pt>
                <c:pt idx="137">
                  <c:v>1880.165656407674</c:v>
                </c:pt>
                <c:pt idx="138">
                  <c:v>1848.153485192193</c:v>
                </c:pt>
                <c:pt idx="139">
                  <c:v>1887.5151872634888</c:v>
                </c:pt>
                <c:pt idx="140">
                  <c:v>1817.4646298090618</c:v>
                </c:pt>
                <c:pt idx="141">
                  <c:v>1887.7152072058782</c:v>
                </c:pt>
                <c:pt idx="142">
                  <c:v>1963.6007812288071</c:v>
                </c:pt>
                <c:pt idx="143">
                  <c:v>1834.755539894104</c:v>
                </c:pt>
                <c:pt idx="144">
                  <c:v>2038.412160343594</c:v>
                </c:pt>
                <c:pt idx="145">
                  <c:v>2142.90279812283</c:v>
                </c:pt>
                <c:pt idx="146">
                  <c:v>2044.9949238035413</c:v>
                </c:pt>
                <c:pt idx="147">
                  <c:v>1896.8228896458943</c:v>
                </c:pt>
                <c:pt idx="148">
                  <c:v>1802.4095296859741</c:v>
                </c:pt>
                <c:pt idx="149">
                  <c:v>1766.5140363905166</c:v>
                </c:pt>
                <c:pt idx="150">
                  <c:v>1787.0723671383328</c:v>
                </c:pt>
                <c:pt idx="151">
                  <c:v>1817.8047868940566</c:v>
                </c:pt>
                <c:pt idx="152">
                  <c:v>1900.6908999549016</c:v>
                </c:pt>
                <c:pt idx="153">
                  <c:v>1776.8367926279705</c:v>
                </c:pt>
                <c:pt idx="154">
                  <c:v>1583.0197201834783</c:v>
                </c:pt>
                <c:pt idx="155">
                  <c:v>1593.4709045622085</c:v>
                </c:pt>
                <c:pt idx="156">
                  <c:v>1648.8630920648575</c:v>
                </c:pt>
                <c:pt idx="157">
                  <c:v>1686.3631010055542</c:v>
                </c:pt>
                <c:pt idx="158">
                  <c:v>1771.2474664052327</c:v>
                </c:pt>
                <c:pt idx="159">
                  <c:v>1722.623634338379</c:v>
                </c:pt>
              </c:numCache>
            </c:numRef>
          </c:yVal>
          <c:smooth val="0"/>
        </c:ser>
        <c:ser>
          <c:idx val="3"/>
          <c:order val="3"/>
          <c:tx>
            <c:strRef>
              <c:f>Sheet1!$B$487</c:f>
              <c:strCache>
                <c:ptCount val="1"/>
                <c:pt idx="0">
                  <c:v>MAPPO</c:v>
                </c:pt>
              </c:strCache>
            </c:strRef>
          </c:tx>
          <c:spPr>
            <a:ln w="22225">
              <a:solidFill>
                <a:srgbClr val="7D3C98"/>
              </a:solidFill>
            </a:ln>
          </c:spPr>
          <c:marker>
            <c:symbol val="none"/>
          </c:marker>
          <c:xVal>
            <c:numRef>
              <c:f>Sheet1!$A$488:$A$647</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Sheet1!$B$488:$B$647</c:f>
              <c:numCache>
                <c:formatCode>General</c:formatCode>
                <c:ptCount val="160"/>
                <c:pt idx="0">
                  <c:v>1620.5517649650574</c:v>
                </c:pt>
                <c:pt idx="1">
                  <c:v>1677.9205898443859</c:v>
                </c:pt>
                <c:pt idx="2">
                  <c:v>1702.7934193611145</c:v>
                </c:pt>
                <c:pt idx="3">
                  <c:v>1712.9040732979774</c:v>
                </c:pt>
                <c:pt idx="4">
                  <c:v>1656.0702919960022</c:v>
                </c:pt>
                <c:pt idx="5">
                  <c:v>1774.2052409383987</c:v>
                </c:pt>
                <c:pt idx="6">
                  <c:v>1685.723019970788</c:v>
                </c:pt>
                <c:pt idx="7">
                  <c:v>1645.431379477183</c:v>
                </c:pt>
                <c:pt idx="8">
                  <c:v>1801.4296823077732</c:v>
                </c:pt>
                <c:pt idx="9">
                  <c:v>1622.2651253143947</c:v>
                </c:pt>
                <c:pt idx="10">
                  <c:v>1659.238800406456</c:v>
                </c:pt>
                <c:pt idx="11">
                  <c:v>1619.982134964731</c:v>
                </c:pt>
                <c:pt idx="12">
                  <c:v>1617.3392782608669</c:v>
                </c:pt>
                <c:pt idx="13">
                  <c:v>1835.9950764311686</c:v>
                </c:pt>
                <c:pt idx="14">
                  <c:v>1815.508642130428</c:v>
                </c:pt>
                <c:pt idx="15">
                  <c:v>1826.0586510101955</c:v>
                </c:pt>
                <c:pt idx="16">
                  <c:v>1908.7269554535549</c:v>
                </c:pt>
                <c:pt idx="17">
                  <c:v>1906.5696911679372</c:v>
                </c:pt>
                <c:pt idx="18">
                  <c:v>2198.6821360058257</c:v>
                </c:pt>
                <c:pt idx="19">
                  <c:v>2121.299425760905</c:v>
                </c:pt>
                <c:pt idx="20">
                  <c:v>2116.0429186291167</c:v>
                </c:pt>
                <c:pt idx="21">
                  <c:v>2155.9251811769277</c:v>
                </c:pt>
                <c:pt idx="22">
                  <c:v>2049.779534339905</c:v>
                </c:pt>
                <c:pt idx="23">
                  <c:v>2032.5452354219226</c:v>
                </c:pt>
                <c:pt idx="24">
                  <c:v>2003.297209739685</c:v>
                </c:pt>
                <c:pt idx="25">
                  <c:v>2034.8536835776433</c:v>
                </c:pt>
                <c:pt idx="26">
                  <c:v>2008.0566803614297</c:v>
                </c:pt>
                <c:pt idx="27">
                  <c:v>1970.241877767775</c:v>
                </c:pt>
                <c:pt idx="28">
                  <c:v>2031.0692257351345</c:v>
                </c:pt>
                <c:pt idx="29">
                  <c:v>2046.893835067749</c:v>
                </c:pt>
                <c:pt idx="30">
                  <c:v>2099.375327428182</c:v>
                </c:pt>
                <c:pt idx="31">
                  <c:v>2083.6457676357695</c:v>
                </c:pt>
                <c:pt idx="32">
                  <c:v>2064.5391941070557</c:v>
                </c:pt>
                <c:pt idx="33">
                  <c:v>2076.8782430224946</c:v>
                </c:pt>
                <c:pt idx="34">
                  <c:v>2022.2634209526911</c:v>
                </c:pt>
                <c:pt idx="35">
                  <c:v>1985.5341249042087</c:v>
                </c:pt>
                <c:pt idx="36">
                  <c:v>1887.8899017969768</c:v>
                </c:pt>
                <c:pt idx="37">
                  <c:v>1858.0234845479329</c:v>
                </c:pt>
                <c:pt idx="38">
                  <c:v>2058.020234107971</c:v>
                </c:pt>
                <c:pt idx="39">
                  <c:v>2019.1339784198337</c:v>
                </c:pt>
                <c:pt idx="40">
                  <c:v>2034.583396381802</c:v>
                </c:pt>
                <c:pt idx="41">
                  <c:v>2014.2793390485974</c:v>
                </c:pt>
                <c:pt idx="42">
                  <c:v>1977.7677986356948</c:v>
                </c:pt>
                <c:pt idx="43">
                  <c:v>2067.8229331970215</c:v>
                </c:pt>
                <c:pt idx="44">
                  <c:v>2113.045679198371</c:v>
                </c:pt>
                <c:pt idx="45">
                  <c:v>2084.325353304545</c:v>
                </c:pt>
                <c:pt idx="46">
                  <c:v>2068.829403983222</c:v>
                </c:pt>
                <c:pt idx="47">
                  <c:v>1911.3206730948552</c:v>
                </c:pt>
                <c:pt idx="48">
                  <c:v>1791.2434074613784</c:v>
                </c:pt>
                <c:pt idx="49">
                  <c:v>1722.0998207728069</c:v>
                </c:pt>
                <c:pt idx="50">
                  <c:v>1829.701476626926</c:v>
                </c:pt>
                <c:pt idx="51">
                  <c:v>1921.2882121404011</c:v>
                </c:pt>
                <c:pt idx="52">
                  <c:v>1844.8478778203328</c:v>
                </c:pt>
                <c:pt idx="53">
                  <c:v>1818.6524709065754</c:v>
                </c:pt>
                <c:pt idx="54">
                  <c:v>1885.9642611609563</c:v>
                </c:pt>
                <c:pt idx="55">
                  <c:v>1861.8122339248657</c:v>
                </c:pt>
                <c:pt idx="56">
                  <c:v>1848.9560683568318</c:v>
                </c:pt>
                <c:pt idx="57">
                  <c:v>1911.52114338345</c:v>
                </c:pt>
                <c:pt idx="58">
                  <c:v>1935.7458353042603</c:v>
                </c:pt>
                <c:pt idx="59">
                  <c:v>1822.7924638324314</c:v>
                </c:pt>
                <c:pt idx="60">
                  <c:v>1668.131755457984</c:v>
                </c:pt>
                <c:pt idx="61">
                  <c:v>1685.3063702583313</c:v>
                </c:pt>
                <c:pt idx="62">
                  <c:v>1703.333530161116</c:v>
                </c:pt>
                <c:pt idx="63">
                  <c:v>1620.7297974162632</c:v>
                </c:pt>
                <c:pt idx="64">
                  <c:v>1647.1944053967793</c:v>
                </c:pt>
                <c:pt idx="65">
                  <c:v>1643.6579293674893</c:v>
                </c:pt>
                <c:pt idx="66">
                  <c:v>1664.9052103360493</c:v>
                </c:pt>
                <c:pt idx="67">
                  <c:v>1685.006068812476</c:v>
                </c:pt>
                <c:pt idx="68">
                  <c:v>1695.5408586396113</c:v>
                </c:pt>
                <c:pt idx="69">
                  <c:v>1824.1371578640408</c:v>
                </c:pt>
                <c:pt idx="70">
                  <c:v>1733.0573267406887</c:v>
                </c:pt>
                <c:pt idx="71">
                  <c:v>1586.794442600674</c:v>
                </c:pt>
                <c:pt idx="72">
                  <c:v>1757.1533521016438</c:v>
                </c:pt>
                <c:pt idx="73">
                  <c:v>1812.7210140228271</c:v>
                </c:pt>
                <c:pt idx="74">
                  <c:v>1934.977478451199</c:v>
                </c:pt>
                <c:pt idx="75">
                  <c:v>1912.2772879070706</c:v>
                </c:pt>
                <c:pt idx="76">
                  <c:v>1857.1003940370347</c:v>
                </c:pt>
                <c:pt idx="77">
                  <c:v>1907.284100850423</c:v>
                </c:pt>
                <c:pt idx="78">
                  <c:v>1934.208141432868</c:v>
                </c:pt>
                <c:pt idx="79">
                  <c:v>2018.773396809896</c:v>
                </c:pt>
                <c:pt idx="80">
                  <c:v>2191.026449203491</c:v>
                </c:pt>
                <c:pt idx="81">
                  <c:v>2126.1503431532115</c:v>
                </c:pt>
                <c:pt idx="82">
                  <c:v>2201.365868250529</c:v>
                </c:pt>
                <c:pt idx="83">
                  <c:v>2072.0668766233653</c:v>
                </c:pt>
                <c:pt idx="84">
                  <c:v>2052.5792042414346</c:v>
                </c:pt>
                <c:pt idx="85">
                  <c:v>2142.204337649875</c:v>
                </c:pt>
                <c:pt idx="86">
                  <c:v>2223.2548528247407</c:v>
                </c:pt>
                <c:pt idx="87">
                  <c:v>2143.5720125834146</c:v>
                </c:pt>
                <c:pt idx="88">
                  <c:v>2012.738439771864</c:v>
                </c:pt>
                <c:pt idx="89">
                  <c:v>2112.170855204264</c:v>
                </c:pt>
                <c:pt idx="90">
                  <c:v>2088.516248597039</c:v>
                </c:pt>
                <c:pt idx="91">
                  <c:v>1960.7447253333196</c:v>
                </c:pt>
                <c:pt idx="92">
                  <c:v>2029.2184485329524</c:v>
                </c:pt>
                <c:pt idx="93">
                  <c:v>1995.6491390864055</c:v>
                </c:pt>
                <c:pt idx="94">
                  <c:v>1860.6787390179104</c:v>
                </c:pt>
                <c:pt idx="95">
                  <c:v>1878.018895785014</c:v>
                </c:pt>
                <c:pt idx="96">
                  <c:v>1912.38268216451</c:v>
                </c:pt>
                <c:pt idx="97">
                  <c:v>1968.1571457121108</c:v>
                </c:pt>
                <c:pt idx="98">
                  <c:v>1803.8065168592666</c:v>
                </c:pt>
                <c:pt idx="99">
                  <c:v>1775.2543290456135</c:v>
                </c:pt>
                <c:pt idx="100">
                  <c:v>1765.5426926083035</c:v>
                </c:pt>
                <c:pt idx="101">
                  <c:v>1701.7982668346829</c:v>
                </c:pt>
                <c:pt idx="102">
                  <c:v>1727.46827867296</c:v>
                </c:pt>
                <c:pt idx="103">
                  <c:v>1845.3729152679443</c:v>
                </c:pt>
                <c:pt idx="104">
                  <c:v>1788.297626707289</c:v>
                </c:pt>
                <c:pt idx="105">
                  <c:v>1856.5228250291611</c:v>
                </c:pt>
                <c:pt idx="106">
                  <c:v>1943.3159430821736</c:v>
                </c:pt>
                <c:pt idx="107">
                  <c:v>1981.3610447777644</c:v>
                </c:pt>
                <c:pt idx="108">
                  <c:v>2002.1169185638428</c:v>
                </c:pt>
                <c:pt idx="109">
                  <c:v>2057.190828853183</c:v>
                </c:pt>
                <c:pt idx="110">
                  <c:v>2056.9676425721914</c:v>
                </c:pt>
                <c:pt idx="111">
                  <c:v>2064.110596974691</c:v>
                </c:pt>
                <c:pt idx="112">
                  <c:v>1969.133522775438</c:v>
                </c:pt>
                <c:pt idx="113">
                  <c:v>1954.0947675704956</c:v>
                </c:pt>
                <c:pt idx="114">
                  <c:v>1958.580904536777</c:v>
                </c:pt>
                <c:pt idx="115">
                  <c:v>1974.130325847202</c:v>
                </c:pt>
                <c:pt idx="116">
                  <c:v>1998.7263282140095</c:v>
                </c:pt>
                <c:pt idx="117">
                  <c:v>1997.0054361555312</c:v>
                </c:pt>
                <c:pt idx="118">
                  <c:v>1944.8221259646946</c:v>
                </c:pt>
                <c:pt idx="119">
                  <c:v>1981.8265305625066</c:v>
                </c:pt>
                <c:pt idx="120">
                  <c:v>2039.7395955191716</c:v>
                </c:pt>
                <c:pt idx="121">
                  <c:v>2138.1196445888945</c:v>
                </c:pt>
                <c:pt idx="122">
                  <c:v>2129.1567749447295</c:v>
                </c:pt>
                <c:pt idx="123">
                  <c:v>2014.1045252482095</c:v>
                </c:pt>
                <c:pt idx="124">
                  <c:v>1912.7008650037978</c:v>
                </c:pt>
                <c:pt idx="125">
                  <c:v>1865.2932114071316</c:v>
                </c:pt>
                <c:pt idx="126">
                  <c:v>1783.0931478076511</c:v>
                </c:pt>
                <c:pt idx="127">
                  <c:v>1660.5848338868882</c:v>
                </c:pt>
                <c:pt idx="128">
                  <c:v>1582.9041798909504</c:v>
                </c:pt>
                <c:pt idx="129">
                  <c:v>1644.993199242486</c:v>
                </c:pt>
                <c:pt idx="130">
                  <c:v>1517.8394847446018</c:v>
                </c:pt>
                <c:pt idx="131">
                  <c:v>1557.0428901248508</c:v>
                </c:pt>
                <c:pt idx="132">
                  <c:v>1647.3867893218994</c:v>
                </c:pt>
                <c:pt idx="133">
                  <c:v>1695.5657535129124</c:v>
                </c:pt>
                <c:pt idx="134">
                  <c:v>1656.1826467514038</c:v>
                </c:pt>
                <c:pt idx="135">
                  <c:v>1678.0733797285293</c:v>
                </c:pt>
                <c:pt idx="136">
                  <c:v>1829.9532466464573</c:v>
                </c:pt>
                <c:pt idx="137">
                  <c:v>1920.9307961993748</c:v>
                </c:pt>
                <c:pt idx="138">
                  <c:v>1804.053823153178</c:v>
                </c:pt>
                <c:pt idx="139">
                  <c:v>1950.9972863727146</c:v>
                </c:pt>
                <c:pt idx="140">
                  <c:v>1936.6037713156804</c:v>
                </c:pt>
                <c:pt idx="141">
                  <c:v>2032.379296090868</c:v>
                </c:pt>
                <c:pt idx="142">
                  <c:v>2106.2486039267646</c:v>
                </c:pt>
                <c:pt idx="143">
                  <c:v>2121.6430001788667</c:v>
                </c:pt>
                <c:pt idx="144">
                  <c:v>2213.570713996887</c:v>
                </c:pt>
                <c:pt idx="145">
                  <c:v>2248.437285423279</c:v>
                </c:pt>
                <c:pt idx="146">
                  <c:v>2116.4522303475273</c:v>
                </c:pt>
                <c:pt idx="147">
                  <c:v>2145.536740620931</c:v>
                </c:pt>
                <c:pt idx="148">
                  <c:v>2154.706080754598</c:v>
                </c:pt>
                <c:pt idx="149">
                  <c:v>2093.937714894613</c:v>
                </c:pt>
                <c:pt idx="150">
                  <c:v>1975.3115706973606</c:v>
                </c:pt>
                <c:pt idx="151">
                  <c:v>1983.2322067684597</c:v>
                </c:pt>
                <c:pt idx="152">
                  <c:v>2075.893653763665</c:v>
                </c:pt>
                <c:pt idx="153">
                  <c:v>2053.182363510132</c:v>
                </c:pt>
                <c:pt idx="154">
                  <c:v>2020.4910967085095</c:v>
                </c:pt>
                <c:pt idx="155">
                  <c:v>2081.8824768066406</c:v>
                </c:pt>
                <c:pt idx="156">
                  <c:v>2114.843413233757</c:v>
                </c:pt>
                <c:pt idx="157">
                  <c:v>2068.991235324315</c:v>
                </c:pt>
                <c:pt idx="158">
                  <c:v>2125.088155269623</c:v>
                </c:pt>
                <c:pt idx="159">
                  <c:v>2141.366171836853</c:v>
                </c:pt>
              </c:numCache>
            </c:numRef>
          </c:yVal>
          <c:smooth val="0"/>
        </c:ser>
        <c:ser>
          <c:idx val="4"/>
          <c:order val="4"/>
          <c:tx>
            <c:strRef>
              <c:f>Sheet1!$B$649</c:f>
              <c:strCache>
                <c:ptCount val="1"/>
                <c:pt idx="0">
                  <c:v>DQN</c:v>
                </c:pt>
              </c:strCache>
            </c:strRef>
          </c:tx>
          <c:spPr>
            <a:ln w="22225">
              <a:solidFill>
                <a:srgbClr val="C0392B"/>
              </a:solidFill>
            </a:ln>
          </c:spPr>
          <c:marker>
            <c:symbol val="none"/>
          </c:marker>
          <c:xVal>
            <c:numRef>
              <c:f>Sheet1!$A$650:$A$809</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Sheet1!$B$650:$B$809</c:f>
              <c:numCache>
                <c:formatCode>General</c:formatCode>
                <c:ptCount val="160"/>
                <c:pt idx="0">
                  <c:v>1832.7799797058105</c:v>
                </c:pt>
                <c:pt idx="1">
                  <c:v>1846.355676651001</c:v>
                </c:pt>
                <c:pt idx="2">
                  <c:v>1850.9651252201625</c:v>
                </c:pt>
                <c:pt idx="3">
                  <c:v>1834.8598778247833</c:v>
                </c:pt>
                <c:pt idx="4">
                  <c:v>1838.1280501683552</c:v>
                </c:pt>
                <c:pt idx="5">
                  <c:v>1838.861836327447</c:v>
                </c:pt>
                <c:pt idx="6">
                  <c:v>1830.0115664800007</c:v>
                </c:pt>
                <c:pt idx="7">
                  <c:v>1834.9612553914387</c:v>
                </c:pt>
                <c:pt idx="8">
                  <c:v>1837.6251724031235</c:v>
                </c:pt>
                <c:pt idx="9">
                  <c:v>1848.6661116282146</c:v>
                </c:pt>
                <c:pt idx="10">
                  <c:v>1838.7027184168498</c:v>
                </c:pt>
                <c:pt idx="11">
                  <c:v>1837.8401862250432</c:v>
                </c:pt>
                <c:pt idx="12">
                  <c:v>1842.5726758109197</c:v>
                </c:pt>
                <c:pt idx="13">
                  <c:v>1860.711442099677</c:v>
                </c:pt>
                <c:pt idx="14">
                  <c:v>1825.66417588128</c:v>
                </c:pt>
                <c:pt idx="15">
                  <c:v>1835.6204960081313</c:v>
                </c:pt>
                <c:pt idx="16">
                  <c:v>1856.4339876174927</c:v>
                </c:pt>
                <c:pt idx="17">
                  <c:v>1850.6143622928196</c:v>
                </c:pt>
                <c:pt idx="18">
                  <c:v>1850.4932324091594</c:v>
                </c:pt>
                <c:pt idx="19">
                  <c:v>1850.0728209813435</c:v>
                </c:pt>
                <c:pt idx="20">
                  <c:v>1852.0054419835408</c:v>
                </c:pt>
                <c:pt idx="21">
                  <c:v>1860.1684437857732</c:v>
                </c:pt>
                <c:pt idx="22">
                  <c:v>1837.0099994871352</c:v>
                </c:pt>
                <c:pt idx="23">
                  <c:v>1843.5027996699016</c:v>
                </c:pt>
                <c:pt idx="24">
                  <c:v>1841.515474849277</c:v>
                </c:pt>
                <c:pt idx="25">
                  <c:v>1839.9474620819092</c:v>
                </c:pt>
                <c:pt idx="26">
                  <c:v>1837.3266855875652</c:v>
                </c:pt>
                <c:pt idx="27">
                  <c:v>1816.057496600681</c:v>
                </c:pt>
                <c:pt idx="28">
                  <c:v>1830.79195022583</c:v>
                </c:pt>
                <c:pt idx="29">
                  <c:v>1815.798216395908</c:v>
                </c:pt>
                <c:pt idx="30">
                  <c:v>1819.0383116404216</c:v>
                </c:pt>
                <c:pt idx="31">
                  <c:v>1829.8389779196843</c:v>
                </c:pt>
                <c:pt idx="32">
                  <c:v>1843.7001175350613</c:v>
                </c:pt>
                <c:pt idx="33">
                  <c:v>1840.7406409581502</c:v>
                </c:pt>
                <c:pt idx="34">
                  <c:v>1827.2817267311946</c:v>
                </c:pt>
                <c:pt idx="35">
                  <c:v>1837.228258450826</c:v>
                </c:pt>
                <c:pt idx="36">
                  <c:v>1843.5382313198513</c:v>
                </c:pt>
                <c:pt idx="37">
                  <c:v>1836.629589398702</c:v>
                </c:pt>
                <c:pt idx="38">
                  <c:v>1839.3409384621516</c:v>
                </c:pt>
                <c:pt idx="39">
                  <c:v>1832.235508494907</c:v>
                </c:pt>
                <c:pt idx="40">
                  <c:v>1832.7344258626301</c:v>
                </c:pt>
                <c:pt idx="41">
                  <c:v>1835.1099226209853</c:v>
                </c:pt>
                <c:pt idx="42">
                  <c:v>1842.0968982908462</c:v>
                </c:pt>
                <c:pt idx="43">
                  <c:v>1828.6608457565308</c:v>
                </c:pt>
                <c:pt idx="44">
                  <c:v>1841.7893118328518</c:v>
                </c:pt>
                <c:pt idx="45">
                  <c:v>1824.0692085689968</c:v>
                </c:pt>
                <c:pt idx="46">
                  <c:v>1818.0597490734524</c:v>
                </c:pt>
                <c:pt idx="47">
                  <c:v>1832.5571881400213</c:v>
                </c:pt>
                <c:pt idx="48">
                  <c:v>1829.532305399577</c:v>
                </c:pt>
                <c:pt idx="49">
                  <c:v>1815.1564995447795</c:v>
                </c:pt>
                <c:pt idx="50">
                  <c:v>1818.946613205804</c:v>
                </c:pt>
                <c:pt idx="51">
                  <c:v>1815.141863293118</c:v>
                </c:pt>
                <c:pt idx="52">
                  <c:v>1836.564236217075</c:v>
                </c:pt>
                <c:pt idx="53">
                  <c:v>1830.4128779305354</c:v>
                </c:pt>
                <c:pt idx="54">
                  <c:v>1844.7639412350125</c:v>
                </c:pt>
                <c:pt idx="55">
                  <c:v>1821.9422366884019</c:v>
                </c:pt>
                <c:pt idx="56">
                  <c:v>1805.852558877733</c:v>
                </c:pt>
                <c:pt idx="57">
                  <c:v>1822.187344233195</c:v>
                </c:pt>
                <c:pt idx="58">
                  <c:v>1822.4447038438584</c:v>
                </c:pt>
                <c:pt idx="59">
                  <c:v>1810.2396594153508</c:v>
                </c:pt>
                <c:pt idx="60">
                  <c:v>1820.0051387151082</c:v>
                </c:pt>
                <c:pt idx="61">
                  <c:v>1823.168979750739</c:v>
                </c:pt>
                <c:pt idx="62">
                  <c:v>1802.0026683807373</c:v>
                </c:pt>
                <c:pt idx="63">
                  <c:v>1804.4793870713975</c:v>
                </c:pt>
                <c:pt idx="64">
                  <c:v>1836.6210990481907</c:v>
                </c:pt>
                <c:pt idx="65">
                  <c:v>1846.047904756334</c:v>
                </c:pt>
                <c:pt idx="66">
                  <c:v>1835.267358356052</c:v>
                </c:pt>
                <c:pt idx="67">
                  <c:v>1849.5310015148586</c:v>
                </c:pt>
                <c:pt idx="68">
                  <c:v>1871.2785376442805</c:v>
                </c:pt>
                <c:pt idx="69">
                  <c:v>1837.5789854261611</c:v>
                </c:pt>
                <c:pt idx="70">
                  <c:v>1837.4014563030667</c:v>
                </c:pt>
                <c:pt idx="71">
                  <c:v>1856.8057616551716</c:v>
                </c:pt>
                <c:pt idx="72">
                  <c:v>1855.2190992567275</c:v>
                </c:pt>
                <c:pt idx="73">
                  <c:v>1847.7964003880818</c:v>
                </c:pt>
                <c:pt idx="74">
                  <c:v>1857.49089717865</c:v>
                </c:pt>
                <c:pt idx="75">
                  <c:v>1856.7757209142048</c:v>
                </c:pt>
                <c:pt idx="76">
                  <c:v>1842.070433828566</c:v>
                </c:pt>
                <c:pt idx="77">
                  <c:v>1838.8103511598374</c:v>
                </c:pt>
                <c:pt idx="78">
                  <c:v>1843.6570167541504</c:v>
                </c:pt>
                <c:pt idx="79">
                  <c:v>1840.0484323501587</c:v>
                </c:pt>
                <c:pt idx="80">
                  <c:v>1813.8614230685764</c:v>
                </c:pt>
                <c:pt idx="81">
                  <c:v>1827.5958564546372</c:v>
                </c:pt>
                <c:pt idx="82">
                  <c:v>1789.481282234192</c:v>
                </c:pt>
                <c:pt idx="83">
                  <c:v>1783.7202813890244</c:v>
                </c:pt>
                <c:pt idx="84">
                  <c:v>1781.89930650923</c:v>
                </c:pt>
                <c:pt idx="85">
                  <c:v>1781.6752327813044</c:v>
                </c:pt>
                <c:pt idx="86">
                  <c:v>1763.5984155866836</c:v>
                </c:pt>
                <c:pt idx="87">
                  <c:v>1772.9787429173787</c:v>
                </c:pt>
                <c:pt idx="88">
                  <c:v>1784.5351960923936</c:v>
                </c:pt>
                <c:pt idx="89">
                  <c:v>1793.5645712746516</c:v>
                </c:pt>
                <c:pt idx="90">
                  <c:v>1783.9705016877915</c:v>
                </c:pt>
                <c:pt idx="91">
                  <c:v>1816.9998062981501</c:v>
                </c:pt>
                <c:pt idx="92">
                  <c:v>1822.9080438613892</c:v>
                </c:pt>
                <c:pt idx="93">
                  <c:v>1835.2267344792683</c:v>
                </c:pt>
                <c:pt idx="94">
                  <c:v>1833.7879843182034</c:v>
                </c:pt>
                <c:pt idx="95">
                  <c:v>1841.8891827265422</c:v>
                </c:pt>
                <c:pt idx="96">
                  <c:v>1847.946498129103</c:v>
                </c:pt>
                <c:pt idx="97">
                  <c:v>1841.5007591247559</c:v>
                </c:pt>
                <c:pt idx="98">
                  <c:v>1832.8646553887263</c:v>
                </c:pt>
                <c:pt idx="99">
                  <c:v>1812.1516969468857</c:v>
                </c:pt>
                <c:pt idx="100">
                  <c:v>1828.0526002248127</c:v>
                </c:pt>
                <c:pt idx="101">
                  <c:v>1811.2347390916611</c:v>
                </c:pt>
                <c:pt idx="102">
                  <c:v>1812.4345541000366</c:v>
                </c:pt>
                <c:pt idx="103">
                  <c:v>1801.1628256903753</c:v>
                </c:pt>
                <c:pt idx="104">
                  <c:v>1813.757273885939</c:v>
                </c:pt>
                <c:pt idx="105">
                  <c:v>1809.654990832011</c:v>
                </c:pt>
                <c:pt idx="106">
                  <c:v>1801.9168509377375</c:v>
                </c:pt>
                <c:pt idx="107">
                  <c:v>1817.579706509908</c:v>
                </c:pt>
                <c:pt idx="108">
                  <c:v>1837.1429045995076</c:v>
                </c:pt>
                <c:pt idx="109">
                  <c:v>1829.975896411472</c:v>
                </c:pt>
                <c:pt idx="110">
                  <c:v>1815.3162267473008</c:v>
                </c:pt>
                <c:pt idx="111">
                  <c:v>1793.2523753907944</c:v>
                </c:pt>
                <c:pt idx="112">
                  <c:v>1799.6935182147556</c:v>
                </c:pt>
                <c:pt idx="113">
                  <c:v>1791.2558052274917</c:v>
                </c:pt>
                <c:pt idx="114">
                  <c:v>1799.4785441292659</c:v>
                </c:pt>
                <c:pt idx="115">
                  <c:v>1809.406942791409</c:v>
                </c:pt>
                <c:pt idx="116">
                  <c:v>1813.191254933675</c:v>
                </c:pt>
                <c:pt idx="117">
                  <c:v>1817.5089094373916</c:v>
                </c:pt>
                <c:pt idx="118">
                  <c:v>1807.2601291868423</c:v>
                </c:pt>
                <c:pt idx="119">
                  <c:v>1844.0900908576116</c:v>
                </c:pt>
                <c:pt idx="120">
                  <c:v>1828.3502525753445</c:v>
                </c:pt>
                <c:pt idx="121">
                  <c:v>1848.9782412846882</c:v>
                </c:pt>
                <c:pt idx="122">
                  <c:v>1850.587805112203</c:v>
                </c:pt>
                <c:pt idx="123">
                  <c:v>1849.3061727947659</c:v>
                </c:pt>
                <c:pt idx="124">
                  <c:v>1840.7176335652669</c:v>
                </c:pt>
                <c:pt idx="125">
                  <c:v>1838.7575414445664</c:v>
                </c:pt>
                <c:pt idx="126">
                  <c:v>1838.5492430792913</c:v>
                </c:pt>
                <c:pt idx="127">
                  <c:v>1851.944261127048</c:v>
                </c:pt>
                <c:pt idx="128">
                  <c:v>1831.5067953533596</c:v>
                </c:pt>
                <c:pt idx="129">
                  <c:v>1840.3348922729492</c:v>
                </c:pt>
                <c:pt idx="130">
                  <c:v>1829.7636376486882</c:v>
                </c:pt>
                <c:pt idx="131">
                  <c:v>1794.790440135532</c:v>
                </c:pt>
                <c:pt idx="132">
                  <c:v>1805.010928048028</c:v>
                </c:pt>
                <c:pt idx="133">
                  <c:v>1809.2794285880193</c:v>
                </c:pt>
                <c:pt idx="134">
                  <c:v>1798.9346318774753</c:v>
                </c:pt>
                <c:pt idx="135">
                  <c:v>1797.069854206509</c:v>
                </c:pt>
                <c:pt idx="136">
                  <c:v>1796.3471942477756</c:v>
                </c:pt>
                <c:pt idx="137">
                  <c:v>1785.113559828864</c:v>
                </c:pt>
                <c:pt idx="138">
                  <c:v>1807.1475161446467</c:v>
                </c:pt>
                <c:pt idx="139">
                  <c:v>1807.2969648573135</c:v>
                </c:pt>
                <c:pt idx="140">
                  <c:v>1847.2931517495051</c:v>
                </c:pt>
                <c:pt idx="141">
                  <c:v>1832.8648143344456</c:v>
                </c:pt>
                <c:pt idx="142">
                  <c:v>1808.7515168719822</c:v>
                </c:pt>
                <c:pt idx="143">
                  <c:v>1816.2670135498047</c:v>
                </c:pt>
                <c:pt idx="144">
                  <c:v>1822.3518530527751</c:v>
                </c:pt>
                <c:pt idx="145">
                  <c:v>1804.5078251096938</c:v>
                </c:pt>
                <c:pt idx="146">
                  <c:v>1821.8504985173543</c:v>
                </c:pt>
                <c:pt idx="147">
                  <c:v>1824.856122334798</c:v>
                </c:pt>
                <c:pt idx="148">
                  <c:v>1823.2283857133652</c:v>
                </c:pt>
                <c:pt idx="149">
                  <c:v>1807.6071871651545</c:v>
                </c:pt>
                <c:pt idx="150">
                  <c:v>1812.2307989332412</c:v>
                </c:pt>
                <c:pt idx="151">
                  <c:v>1841.4468500349258</c:v>
                </c:pt>
                <c:pt idx="152">
                  <c:v>1852.8424633873835</c:v>
                </c:pt>
                <c:pt idx="153">
                  <c:v>1840.8116499582927</c:v>
                </c:pt>
                <c:pt idx="154">
                  <c:v>1844.6992105907864</c:v>
                </c:pt>
                <c:pt idx="155">
                  <c:v>1832.7032857471042</c:v>
                </c:pt>
                <c:pt idx="156">
                  <c:v>1825.5942165851593</c:v>
                </c:pt>
                <c:pt idx="157">
                  <c:v>1828.0338048934937</c:v>
                </c:pt>
                <c:pt idx="158">
                  <c:v>1837.9567464192708</c:v>
                </c:pt>
                <c:pt idx="159">
                  <c:v>1838.6114120483398</c:v>
                </c:pt>
              </c:numCache>
            </c:numRef>
          </c:yVal>
          <c:smooth val="0"/>
        </c:ser>
        <c:axId val="-2128940872"/>
        <c:axId val="-2129643912"/>
      </c:scatterChart>
      <c:valAx>
        <c:axId val="-2128940872"/>
        <c:scaling>
          <c:orientation val="minMax"/>
          <c:max val="1.6"/>
          <c:min val="0.0"/>
        </c:scaling>
        <c:delete val="0"/>
        <c:axPos val="b"/>
        <c:title>
          <c:tx>
            <c:rich>
              <a:bodyPr/>
              <a:lstStyle/>
              <a:p>
                <a:r>
                  <a:rPr sz="950" b="0">
                    <a:solidFill>
                      <a:srgbClr val="666E7E"/>
                    </a:solidFill>
                    <a:latin typeface="Calibri"/>
                  </a:rPr>
                  <a:t>Số bước huấn luyện (triệu)</a:t>
                </a:r>
              </a:p>
            </c:rich>
          </c:tx>
          <c:layout/>
          <c:overlay val="0"/>
        </c:title>
        <c:numFmt formatCode="0.0" sourceLinked="0"/>
        <c:majorTickMark val="out"/>
        <c:minorTickMark val="none"/>
        <c:tickLblPos val="nextTo"/>
        <c:spPr>
          <a:ln>
            <a:solidFill>
              <a:srgbClr val="D5DCEA"/>
            </a:solidFill>
          </a:ln>
        </c:spPr>
        <c:txPr>
          <a:bodyPr/>
          <a:lstStyle/>
          <a:p>
            <a:pPr>
              <a:defRPr sz="950">
                <a:solidFill>
                  <a:srgbClr val="666E7E"/>
                </a:solidFill>
                <a:latin typeface="Calibri"/>
              </a:defRPr>
            </a:pPr>
          </a:p>
        </c:txPr>
        <c:crossAx val="-2129643912"/>
        <c:crosses val="autoZero"/>
        <c:crossBetween val="midCat"/>
        <c:majorUnit val="0.2"/>
      </c:valAx>
      <c:valAx>
        <c:axId val="-2129643912"/>
        <c:scaling>
          <c:orientation val="minMax"/>
          <c:max val="3000.0"/>
          <c:min val="0.0"/>
        </c:scaling>
        <c:delete val="0"/>
        <c:axPos val="l"/>
        <c:majorGridlines>
          <c:spPr>
            <a:ln w="9525">
              <a:solidFill>
                <a:srgbClr val="E8ECF3"/>
              </a:solidFill>
            </a:ln>
          </c:spPr>
        </c:majorGridlines>
        <c:title>
          <c:tx>
            <c:rich>
              <a:bodyPr/>
              <a:lstStyle/>
              <a:p>
                <a:r>
                  <a:rPr sz="950" b="0">
                    <a:solidFill>
                      <a:srgbClr val="666E7E"/>
                    </a:solidFill>
                    <a:latin typeface="Calibri"/>
                  </a:rPr>
                  <a:t>Phần thưởng tích lũy</a:t>
                </a:r>
              </a:p>
            </c:rich>
          </c:tx>
          <c:layout/>
          <c:overlay val="0"/>
        </c:title>
        <c:numFmt formatCode="0&quot;,&quot;000" sourceLinked="0"/>
        <c:majorTickMark val="out"/>
        <c:minorTickMark val="none"/>
        <c:tickLblPos val="nextTo"/>
        <c:spPr>
          <a:ln>
            <a:solidFill>
              <a:srgbClr val="D5DCEA"/>
            </a:solidFill>
          </a:ln>
        </c:spPr>
        <c:txPr>
          <a:bodyPr/>
          <a:lstStyle/>
          <a:p>
            <a:pPr>
              <a:defRPr sz="950">
                <a:solidFill>
                  <a:srgbClr val="666E7E"/>
                </a:solidFill>
                <a:latin typeface="Calibri"/>
              </a:defRPr>
            </a:pPr>
          </a:p>
        </c:txPr>
        <c:crossAx val="-2128940872"/>
        <c:crosses val="autoZero"/>
        <c:crossBetween val="midCat"/>
        <c:majorUnit val="500.0"/>
      </c:valAx>
    </c:plotArea>
    <c:legend>
      <c:legendPos val="t"/>
      <c:layout/>
      <c:overlay val="0"/>
      <c:txPr>
        <a:bodyPr/>
        <a:lstStyle/>
        <a:p>
          <a:pPr>
            <a:defRPr sz="1050">
              <a:solidFill>
                <a:srgbClr val="2B2B2B"/>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PPO</c:v>
                </c:pt>
              </c:strCache>
            </c:strRef>
          </c:tx>
          <c:spPr>
            <a:ln w="22225">
              <a:solidFill>
                <a:srgbClr val="2E86C1"/>
              </a:solidFill>
            </a:ln>
          </c:spPr>
          <c:marker>
            <c:symbol val="none"/>
          </c:marker>
          <c:xVal>
            <c:numRef>
              <c:f>Sheet1!$A$2:$A$161</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Sheet1!$B$2:$B$161</c:f>
              <c:numCache>
                <c:formatCode>General</c:formatCode>
                <c:ptCount val="160"/>
                <c:pt idx="0">
                  <c:v>1198.77978515625</c:v>
                </c:pt>
                <c:pt idx="1">
                  <c:v>1203.1298828125</c:v>
                </c:pt>
                <c:pt idx="2">
                  <c:v>1203.1680908203125</c:v>
                </c:pt>
                <c:pt idx="3">
                  <c:v>1200.9886474609375</c:v>
                </c:pt>
                <c:pt idx="4">
                  <c:v>1195.835693359375</c:v>
                </c:pt>
                <c:pt idx="5">
                  <c:v>1196.6724853515625</c:v>
                </c:pt>
                <c:pt idx="6">
                  <c:v>1197.221923828125</c:v>
                </c:pt>
                <c:pt idx="7">
                  <c:v>1195.232177734375</c:v>
                </c:pt>
                <c:pt idx="8">
                  <c:v>1199.5439453125</c:v>
                </c:pt>
                <c:pt idx="9">
                  <c:v>1200.2822265625</c:v>
                </c:pt>
                <c:pt idx="10">
                  <c:v>1196.7332763671875</c:v>
                </c:pt>
                <c:pt idx="11">
                  <c:v>1195.2620849609375</c:v>
                </c:pt>
                <c:pt idx="12">
                  <c:v>1198.649658203125</c:v>
                </c:pt>
                <c:pt idx="13">
                  <c:v>1199.9068603515625</c:v>
                </c:pt>
                <c:pt idx="14">
                  <c:v>1200.860107421875</c:v>
                </c:pt>
                <c:pt idx="15">
                  <c:v>1197.267333984375</c:v>
                </c:pt>
                <c:pt idx="16">
                  <c:v>1200.8165283203125</c:v>
                </c:pt>
                <c:pt idx="17">
                  <c:v>1199.86328125</c:v>
                </c:pt>
                <c:pt idx="18">
                  <c:v>1197.1224365234375</c:v>
                </c:pt>
                <c:pt idx="19">
                  <c:v>1199.2689208984375</c:v>
                </c:pt>
                <c:pt idx="20">
                  <c:v>1200.8203125</c:v>
                </c:pt>
                <c:pt idx="21">
                  <c:v>1200.8203125</c:v>
                </c:pt>
                <c:pt idx="22">
                  <c:v>1200.8203125</c:v>
                </c:pt>
                <c:pt idx="23">
                  <c:v>1200.8203125</c:v>
                </c:pt>
                <c:pt idx="24">
                  <c:v>1200.8203125</c:v>
                </c:pt>
                <c:pt idx="25">
                  <c:v>1200.8203125</c:v>
                </c:pt>
                <c:pt idx="26">
                  <c:v>1200.8203125</c:v>
                </c:pt>
                <c:pt idx="27">
                  <c:v>1200.8203125</c:v>
                </c:pt>
                <c:pt idx="28">
                  <c:v>1200.8203125</c:v>
                </c:pt>
                <c:pt idx="29">
                  <c:v>1200.8203125</c:v>
                </c:pt>
                <c:pt idx="30">
                  <c:v>1199.693359375</c:v>
                </c:pt>
                <c:pt idx="31">
                  <c:v>1196.5419921875</c:v>
                </c:pt>
                <c:pt idx="32">
                  <c:v>1198.7730712890625</c:v>
                </c:pt>
                <c:pt idx="33">
                  <c:v>1200.4822998046875</c:v>
                </c:pt>
                <c:pt idx="34">
                  <c:v>1201.8087158203125</c:v>
                </c:pt>
                <c:pt idx="35">
                  <c:v>1203.21923828125</c:v>
                </c:pt>
                <c:pt idx="36">
                  <c:v>1209.1903076171875</c:v>
                </c:pt>
                <c:pt idx="37">
                  <c:v>1213.6832275390625</c:v>
                </c:pt>
                <c:pt idx="38">
                  <c:v>1217.4078369140625</c:v>
                </c:pt>
                <c:pt idx="39">
                  <c:v>1217.235107421875</c:v>
                </c:pt>
                <c:pt idx="40">
                  <c:v>1218.2706298828125</c:v>
                </c:pt>
                <c:pt idx="41">
                  <c:v>1217.5618896484375</c:v>
                </c:pt>
                <c:pt idx="42">
                  <c:v>1217.9267578125</c:v>
                </c:pt>
                <c:pt idx="43">
                  <c:v>1219.311767578125</c:v>
                </c:pt>
                <c:pt idx="44">
                  <c:v>1217.6849365234375</c:v>
                </c:pt>
                <c:pt idx="45">
                  <c:v>1217.6192626953125</c:v>
                </c:pt>
                <c:pt idx="46">
                  <c:v>1222.28515625</c:v>
                </c:pt>
                <c:pt idx="47">
                  <c:v>1222.6671142578125</c:v>
                </c:pt>
                <c:pt idx="48">
                  <c:v>1221.3634033203125</c:v>
                </c:pt>
                <c:pt idx="49">
                  <c:v>1221.093994140625</c:v>
                </c:pt>
                <c:pt idx="50">
                  <c:v>1223.3133544921875</c:v>
                </c:pt>
                <c:pt idx="51">
                  <c:v>1230.32470703125</c:v>
                </c:pt>
                <c:pt idx="52">
                  <c:v>1233.96533203125</c:v>
                </c:pt>
                <c:pt idx="53">
                  <c:v>1235.1630859375</c:v>
                </c:pt>
                <c:pt idx="54">
                  <c:v>1237.5736083984375</c:v>
                </c:pt>
                <c:pt idx="55">
                  <c:v>1235.6806640625</c:v>
                </c:pt>
                <c:pt idx="56">
                  <c:v>1238.7452392578125</c:v>
                </c:pt>
                <c:pt idx="57">
                  <c:v>1237.875732421875</c:v>
                </c:pt>
                <c:pt idx="58">
                  <c:v>1235.8978271484375</c:v>
                </c:pt>
                <c:pt idx="59">
                  <c:v>1236.4263916015625</c:v>
                </c:pt>
                <c:pt idx="60">
                  <c:v>1238.013916015625</c:v>
                </c:pt>
                <c:pt idx="61">
                  <c:v>1239.1505126953125</c:v>
                </c:pt>
                <c:pt idx="62">
                  <c:v>1243.2080078125</c:v>
                </c:pt>
                <c:pt idx="63">
                  <c:v>1248.5224609375</c:v>
                </c:pt>
                <c:pt idx="64">
                  <c:v>1252.9263916015625</c:v>
                </c:pt>
                <c:pt idx="65">
                  <c:v>1254.0621337890625</c:v>
                </c:pt>
                <c:pt idx="66">
                  <c:v>1250.2843017578125</c:v>
                </c:pt>
                <c:pt idx="67">
                  <c:v>1248.5482177734375</c:v>
                </c:pt>
                <c:pt idx="68">
                  <c:v>1250.2366943359375</c:v>
                </c:pt>
                <c:pt idx="69">
                  <c:v>1246.477294921875</c:v>
                </c:pt>
                <c:pt idx="70">
                  <c:v>1246.82080078125</c:v>
                </c:pt>
                <c:pt idx="71">
                  <c:v>1244.811767578125</c:v>
                </c:pt>
                <c:pt idx="72">
                  <c:v>1244.96533203125</c:v>
                </c:pt>
                <c:pt idx="73">
                  <c:v>1245.3270263671875</c:v>
                </c:pt>
                <c:pt idx="74">
                  <c:v>1245.689208984375</c:v>
                </c:pt>
                <c:pt idx="75">
                  <c:v>1246.9691162109375</c:v>
                </c:pt>
                <c:pt idx="76">
                  <c:v>1249.8209228515625</c:v>
                </c:pt>
                <c:pt idx="77">
                  <c:v>1249.180908203125</c:v>
                </c:pt>
                <c:pt idx="78">
                  <c:v>1248.453369140625</c:v>
                </c:pt>
                <c:pt idx="79">
                  <c:v>1249.927490234375</c:v>
                </c:pt>
                <c:pt idx="80">
                  <c:v>1249.92333984375</c:v>
                </c:pt>
                <c:pt idx="81">
                  <c:v>1249.9097900390625</c:v>
                </c:pt>
                <c:pt idx="82">
                  <c:v>1249.9097900390625</c:v>
                </c:pt>
                <c:pt idx="83">
                  <c:v>1249.9097900390625</c:v>
                </c:pt>
                <c:pt idx="84">
                  <c:v>1249.9097900390625</c:v>
                </c:pt>
                <c:pt idx="85">
                  <c:v>1249.9097900390625</c:v>
                </c:pt>
                <c:pt idx="86">
                  <c:v>1249.9097900390625</c:v>
                </c:pt>
                <c:pt idx="87">
                  <c:v>1249.9097900390625</c:v>
                </c:pt>
                <c:pt idx="88">
                  <c:v>1249.9097900390625</c:v>
                </c:pt>
                <c:pt idx="89">
                  <c:v>1249.9097900390625</c:v>
                </c:pt>
                <c:pt idx="90">
                  <c:v>1248.4443359375</c:v>
                </c:pt>
                <c:pt idx="91">
                  <c:v>1245.3216552734375</c:v>
                </c:pt>
                <c:pt idx="92">
                  <c:v>1249.375244140625</c:v>
                </c:pt>
                <c:pt idx="93">
                  <c:v>1249.01953125</c:v>
                </c:pt>
                <c:pt idx="94">
                  <c:v>1250.6544189453125</c:v>
                </c:pt>
                <c:pt idx="95">
                  <c:v>1250.731201171875</c:v>
                </c:pt>
                <c:pt idx="96">
                  <c:v>1251.1815185546875</c:v>
                </c:pt>
                <c:pt idx="97">
                  <c:v>1250.3677978515625</c:v>
                </c:pt>
                <c:pt idx="98">
                  <c:v>1246.469482421875</c:v>
                </c:pt>
                <c:pt idx="99">
                  <c:v>1246.590087890625</c:v>
                </c:pt>
                <c:pt idx="100">
                  <c:v>1249.898681640625</c:v>
                </c:pt>
                <c:pt idx="101">
                  <c:v>1251.5230712890625</c:v>
                </c:pt>
                <c:pt idx="102">
                  <c:v>1253.2037353515625</c:v>
                </c:pt>
                <c:pt idx="103">
                  <c:v>1252.16455078125</c:v>
                </c:pt>
                <c:pt idx="104">
                  <c:v>1248.6036376953125</c:v>
                </c:pt>
                <c:pt idx="105">
                  <c:v>1252.556884765625</c:v>
                </c:pt>
                <c:pt idx="106">
                  <c:v>1256.119140625</c:v>
                </c:pt>
                <c:pt idx="107">
                  <c:v>1260.524169921875</c:v>
                </c:pt>
                <c:pt idx="108">
                  <c:v>1260.5494384765625</c:v>
                </c:pt>
                <c:pt idx="109">
                  <c:v>1260.6395263671875</c:v>
                </c:pt>
                <c:pt idx="110">
                  <c:v>1258.9366455078125</c:v>
                </c:pt>
                <c:pt idx="111">
                  <c:v>1258.86474609375</c:v>
                </c:pt>
                <c:pt idx="112">
                  <c:v>1258.86474609375</c:v>
                </c:pt>
                <c:pt idx="113">
                  <c:v>1258.86474609375</c:v>
                </c:pt>
                <c:pt idx="114">
                  <c:v>1258.86474609375</c:v>
                </c:pt>
                <c:pt idx="115">
                  <c:v>1258.86474609375</c:v>
                </c:pt>
                <c:pt idx="116">
                  <c:v>1258.86474609375</c:v>
                </c:pt>
                <c:pt idx="117">
                  <c:v>1258.86474609375</c:v>
                </c:pt>
                <c:pt idx="118">
                  <c:v>1258.86474609375</c:v>
                </c:pt>
                <c:pt idx="119">
                  <c:v>1258.86474609375</c:v>
                </c:pt>
                <c:pt idx="120">
                  <c:v>1258.86474609375</c:v>
                </c:pt>
                <c:pt idx="121">
                  <c:v>1258.86474609375</c:v>
                </c:pt>
                <c:pt idx="122">
                  <c:v>1258.86474609375</c:v>
                </c:pt>
                <c:pt idx="123">
                  <c:v>1258.86474609375</c:v>
                </c:pt>
                <c:pt idx="124">
                  <c:v>1258.86474609375</c:v>
                </c:pt>
                <c:pt idx="125">
                  <c:v>1258.86474609375</c:v>
                </c:pt>
                <c:pt idx="126">
                  <c:v>1258.86474609375</c:v>
                </c:pt>
                <c:pt idx="127">
                  <c:v>1258.86474609375</c:v>
                </c:pt>
                <c:pt idx="128">
                  <c:v>1258.86474609375</c:v>
                </c:pt>
                <c:pt idx="129">
                  <c:v>1258.86474609375</c:v>
                </c:pt>
                <c:pt idx="130">
                  <c:v>1258.86474609375</c:v>
                </c:pt>
                <c:pt idx="131">
                  <c:v>1258.86474609375</c:v>
                </c:pt>
                <c:pt idx="132">
                  <c:v>1258.86474609375</c:v>
                </c:pt>
                <c:pt idx="133">
                  <c:v>1258.86474609375</c:v>
                </c:pt>
                <c:pt idx="134">
                  <c:v>1258.86474609375</c:v>
                </c:pt>
                <c:pt idx="135">
                  <c:v>1258.86474609375</c:v>
                </c:pt>
                <c:pt idx="136">
                  <c:v>1258.86474609375</c:v>
                </c:pt>
                <c:pt idx="137">
                  <c:v>1258.86474609375</c:v>
                </c:pt>
                <c:pt idx="138">
                  <c:v>1258.86474609375</c:v>
                </c:pt>
                <c:pt idx="139">
                  <c:v>1258.86474609375</c:v>
                </c:pt>
                <c:pt idx="140">
                  <c:v>1258.86474609375</c:v>
                </c:pt>
                <c:pt idx="141">
                  <c:v>1258.86474609375</c:v>
                </c:pt>
                <c:pt idx="142">
                  <c:v>1258.86474609375</c:v>
                </c:pt>
                <c:pt idx="143">
                  <c:v>1258.86474609375</c:v>
                </c:pt>
                <c:pt idx="144">
                  <c:v>1258.86474609375</c:v>
                </c:pt>
                <c:pt idx="145">
                  <c:v>1258.86474609375</c:v>
                </c:pt>
                <c:pt idx="146">
                  <c:v>1258.86474609375</c:v>
                </c:pt>
                <c:pt idx="147">
                  <c:v>1258.86474609375</c:v>
                </c:pt>
                <c:pt idx="148">
                  <c:v>1258.86474609375</c:v>
                </c:pt>
                <c:pt idx="149">
                  <c:v>1258.86474609375</c:v>
                </c:pt>
                <c:pt idx="150">
                  <c:v>1258.86474609375</c:v>
                </c:pt>
                <c:pt idx="151">
                  <c:v>1258.86474609375</c:v>
                </c:pt>
                <c:pt idx="152">
                  <c:v>1258.86474609375</c:v>
                </c:pt>
                <c:pt idx="153">
                  <c:v>1258.86474609375</c:v>
                </c:pt>
                <c:pt idx="154">
                  <c:v>1258.86474609375</c:v>
                </c:pt>
                <c:pt idx="155">
                  <c:v>1258.86474609375</c:v>
                </c:pt>
                <c:pt idx="156">
                  <c:v>1258.86474609375</c:v>
                </c:pt>
                <c:pt idx="157">
                  <c:v>1258.86474609375</c:v>
                </c:pt>
                <c:pt idx="158">
                  <c:v>1258.86474609375</c:v>
                </c:pt>
                <c:pt idx="159">
                  <c:v>1258.86474609375</c:v>
                </c:pt>
              </c:numCache>
            </c:numRef>
          </c:yVal>
          <c:smooth val="0"/>
        </c:ser>
        <c:ser>
          <c:idx val="1"/>
          <c:order val="1"/>
          <c:tx>
            <c:strRef>
              <c:f>Sheet1!$B$163</c:f>
              <c:strCache>
                <c:ptCount val="1"/>
                <c:pt idx="0">
                  <c:v>SAC</c:v>
                </c:pt>
              </c:strCache>
            </c:strRef>
          </c:tx>
          <c:spPr>
            <a:ln w="22225">
              <a:solidFill>
                <a:srgbClr val="27924F"/>
              </a:solidFill>
            </a:ln>
          </c:spPr>
          <c:marker>
            <c:symbol val="none"/>
          </c:marker>
          <c:xVal>
            <c:numRef>
              <c:f>Sheet1!$A$164:$A$323</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Sheet1!$B$164:$B$323</c:f>
              <c:numCache>
                <c:formatCode>General</c:formatCode>
                <c:ptCount val="160"/>
                <c:pt idx="0">
                  <c:v>1197.260498046875</c:v>
                </c:pt>
                <c:pt idx="1">
                  <c:v>1196.076171875</c:v>
                </c:pt>
                <c:pt idx="2">
                  <c:v>1198.156005859375</c:v>
                </c:pt>
                <c:pt idx="3">
                  <c:v>1195.0518798828125</c:v>
                </c:pt>
                <c:pt idx="4">
                  <c:v>1194.4710693359375</c:v>
                </c:pt>
                <c:pt idx="5">
                  <c:v>1193.189697265625</c:v>
                </c:pt>
                <c:pt idx="6">
                  <c:v>1194.9698486328125</c:v>
                </c:pt>
                <c:pt idx="7">
                  <c:v>1197.247802734375</c:v>
                </c:pt>
                <c:pt idx="8">
                  <c:v>1194.5703125</c:v>
                </c:pt>
                <c:pt idx="9">
                  <c:v>1196.98583984375</c:v>
                </c:pt>
                <c:pt idx="10">
                  <c:v>1197.7113037109375</c:v>
                </c:pt>
                <c:pt idx="11">
                  <c:v>1197.7113037109375</c:v>
                </c:pt>
                <c:pt idx="12">
                  <c:v>1197.7113037109375</c:v>
                </c:pt>
                <c:pt idx="13">
                  <c:v>1197.7113037109375</c:v>
                </c:pt>
                <c:pt idx="14">
                  <c:v>1197.7113037109375</c:v>
                </c:pt>
                <c:pt idx="15">
                  <c:v>1197.7113037109375</c:v>
                </c:pt>
                <c:pt idx="16">
                  <c:v>1197.7113037109375</c:v>
                </c:pt>
                <c:pt idx="17">
                  <c:v>1197.7113037109375</c:v>
                </c:pt>
                <c:pt idx="18">
                  <c:v>1197.7113037109375</c:v>
                </c:pt>
                <c:pt idx="19">
                  <c:v>1197.7113037109375</c:v>
                </c:pt>
                <c:pt idx="20">
                  <c:v>1195.49853515625</c:v>
                </c:pt>
                <c:pt idx="21">
                  <c:v>1194.7537841796875</c:v>
                </c:pt>
                <c:pt idx="22">
                  <c:v>1195.5028076171875</c:v>
                </c:pt>
                <c:pt idx="23">
                  <c:v>1199.769775390625</c:v>
                </c:pt>
                <c:pt idx="24">
                  <c:v>1199.659912109375</c:v>
                </c:pt>
                <c:pt idx="25">
                  <c:v>1200.019287109375</c:v>
                </c:pt>
                <c:pt idx="26">
                  <c:v>1200.9727783203125</c:v>
                </c:pt>
                <c:pt idx="27">
                  <c:v>1202.613525390625</c:v>
                </c:pt>
                <c:pt idx="28">
                  <c:v>1202.798828125</c:v>
                </c:pt>
                <c:pt idx="29">
                  <c:v>1198.9847412109375</c:v>
                </c:pt>
                <c:pt idx="30">
                  <c:v>1201.4056396484375</c:v>
                </c:pt>
                <c:pt idx="31">
                  <c:v>1201.4141845703125</c:v>
                </c:pt>
                <c:pt idx="32">
                  <c:v>1201.4141845703125</c:v>
                </c:pt>
                <c:pt idx="33">
                  <c:v>1201.4141845703125</c:v>
                </c:pt>
                <c:pt idx="34">
                  <c:v>1201.4141845703125</c:v>
                </c:pt>
                <c:pt idx="35">
                  <c:v>1201.4141845703125</c:v>
                </c:pt>
                <c:pt idx="36">
                  <c:v>1201.4141845703125</c:v>
                </c:pt>
                <c:pt idx="37">
                  <c:v>1201.4141845703125</c:v>
                </c:pt>
                <c:pt idx="38">
                  <c:v>1201.4141845703125</c:v>
                </c:pt>
                <c:pt idx="39">
                  <c:v>1201.4141845703125</c:v>
                </c:pt>
                <c:pt idx="40">
                  <c:v>1201.4141845703125</c:v>
                </c:pt>
                <c:pt idx="41">
                  <c:v>1201.4141845703125</c:v>
                </c:pt>
                <c:pt idx="42">
                  <c:v>1201.4141845703125</c:v>
                </c:pt>
                <c:pt idx="43">
                  <c:v>1201.4141845703125</c:v>
                </c:pt>
                <c:pt idx="44">
                  <c:v>1201.4141845703125</c:v>
                </c:pt>
                <c:pt idx="45">
                  <c:v>1201.4141845703125</c:v>
                </c:pt>
                <c:pt idx="46">
                  <c:v>1201.4141845703125</c:v>
                </c:pt>
                <c:pt idx="47">
                  <c:v>1201.4141845703125</c:v>
                </c:pt>
                <c:pt idx="48">
                  <c:v>1201.4141845703125</c:v>
                </c:pt>
                <c:pt idx="49">
                  <c:v>1201.4141845703125</c:v>
                </c:pt>
                <c:pt idx="50">
                  <c:v>1201.4141845703125</c:v>
                </c:pt>
                <c:pt idx="51">
                  <c:v>1201.4141845703125</c:v>
                </c:pt>
                <c:pt idx="52">
                  <c:v>1201.4141845703125</c:v>
                </c:pt>
                <c:pt idx="53">
                  <c:v>1201.4141845703125</c:v>
                </c:pt>
                <c:pt idx="54">
                  <c:v>1201.4141845703125</c:v>
                </c:pt>
                <c:pt idx="55">
                  <c:v>1201.4141845703125</c:v>
                </c:pt>
                <c:pt idx="56">
                  <c:v>1201.4141845703125</c:v>
                </c:pt>
                <c:pt idx="57">
                  <c:v>1201.4141845703125</c:v>
                </c:pt>
                <c:pt idx="58">
                  <c:v>1201.4141845703125</c:v>
                </c:pt>
                <c:pt idx="59">
                  <c:v>1201.4141845703125</c:v>
                </c:pt>
                <c:pt idx="60">
                  <c:v>1201.8011474609375</c:v>
                </c:pt>
                <c:pt idx="61">
                  <c:v>1202.9654541015625</c:v>
                </c:pt>
                <c:pt idx="62">
                  <c:v>1198.6956787109375</c:v>
                </c:pt>
                <c:pt idx="63">
                  <c:v>1196.8642578125</c:v>
                </c:pt>
                <c:pt idx="64">
                  <c:v>1197.324951171875</c:v>
                </c:pt>
                <c:pt idx="65">
                  <c:v>1199.7379150390625</c:v>
                </c:pt>
                <c:pt idx="66">
                  <c:v>1201.7481689453125</c:v>
                </c:pt>
                <c:pt idx="67">
                  <c:v>1204.6240234375</c:v>
                </c:pt>
                <c:pt idx="68">
                  <c:v>1209.1778564453125</c:v>
                </c:pt>
                <c:pt idx="69">
                  <c:v>1207.890625</c:v>
                </c:pt>
                <c:pt idx="70">
                  <c:v>1208.21630859375</c:v>
                </c:pt>
                <c:pt idx="71">
                  <c:v>1206.22998046875</c:v>
                </c:pt>
                <c:pt idx="72">
                  <c:v>1202.866943359375</c:v>
                </c:pt>
                <c:pt idx="73">
                  <c:v>1198.6392822265625</c:v>
                </c:pt>
                <c:pt idx="74">
                  <c:v>1200.1749267578125</c:v>
                </c:pt>
                <c:pt idx="75">
                  <c:v>1201.8177490234375</c:v>
                </c:pt>
                <c:pt idx="76">
                  <c:v>1202.4146728515625</c:v>
                </c:pt>
                <c:pt idx="77">
                  <c:v>1203.6251220703125</c:v>
                </c:pt>
                <c:pt idx="78">
                  <c:v>1203.884033203125</c:v>
                </c:pt>
                <c:pt idx="79">
                  <c:v>1205.73828125</c:v>
                </c:pt>
                <c:pt idx="80">
                  <c:v>1209.0244140625</c:v>
                </c:pt>
                <c:pt idx="81">
                  <c:v>1209.0753173828125</c:v>
                </c:pt>
                <c:pt idx="82">
                  <c:v>1209.0753173828125</c:v>
                </c:pt>
                <c:pt idx="83">
                  <c:v>1209.0753173828125</c:v>
                </c:pt>
                <c:pt idx="84">
                  <c:v>1209.0753173828125</c:v>
                </c:pt>
                <c:pt idx="85">
                  <c:v>1209.0753173828125</c:v>
                </c:pt>
                <c:pt idx="86">
                  <c:v>1209.0753173828125</c:v>
                </c:pt>
                <c:pt idx="87">
                  <c:v>1209.0753173828125</c:v>
                </c:pt>
                <c:pt idx="88">
                  <c:v>1209.0753173828125</c:v>
                </c:pt>
                <c:pt idx="89">
                  <c:v>1209.0753173828125</c:v>
                </c:pt>
                <c:pt idx="90">
                  <c:v>1209.2030029296875</c:v>
                </c:pt>
                <c:pt idx="91">
                  <c:v>1211.3834228515625</c:v>
                </c:pt>
                <c:pt idx="92">
                  <c:v>1218.251708984375</c:v>
                </c:pt>
                <c:pt idx="93">
                  <c:v>1220.72509765625</c:v>
                </c:pt>
                <c:pt idx="94">
                  <c:v>1222.8148193359375</c:v>
                </c:pt>
                <c:pt idx="95">
                  <c:v>1223.288330078125</c:v>
                </c:pt>
                <c:pt idx="96">
                  <c:v>1223.469482421875</c:v>
                </c:pt>
                <c:pt idx="97">
                  <c:v>1225.255615234375</c:v>
                </c:pt>
                <c:pt idx="98">
                  <c:v>1227.9954833984375</c:v>
                </c:pt>
                <c:pt idx="99">
                  <c:v>1234.080810546875</c:v>
                </c:pt>
                <c:pt idx="100">
                  <c:v>1235.425537109375</c:v>
                </c:pt>
                <c:pt idx="101">
                  <c:v>1235.3758544921875</c:v>
                </c:pt>
                <c:pt idx="102">
                  <c:v>1235.3758544921875</c:v>
                </c:pt>
                <c:pt idx="103">
                  <c:v>1235.3758544921875</c:v>
                </c:pt>
                <c:pt idx="104">
                  <c:v>1235.3758544921875</c:v>
                </c:pt>
                <c:pt idx="105">
                  <c:v>1235.3758544921875</c:v>
                </c:pt>
                <c:pt idx="106">
                  <c:v>1235.3758544921875</c:v>
                </c:pt>
                <c:pt idx="107">
                  <c:v>1235.3758544921875</c:v>
                </c:pt>
                <c:pt idx="108">
                  <c:v>1235.3758544921875</c:v>
                </c:pt>
                <c:pt idx="109">
                  <c:v>1235.3758544921875</c:v>
                </c:pt>
                <c:pt idx="110">
                  <c:v>1235.3758544921875</c:v>
                </c:pt>
                <c:pt idx="111">
                  <c:v>1235.3758544921875</c:v>
                </c:pt>
                <c:pt idx="112">
                  <c:v>1235.3758544921875</c:v>
                </c:pt>
                <c:pt idx="113">
                  <c:v>1235.3758544921875</c:v>
                </c:pt>
                <c:pt idx="114">
                  <c:v>1235.3758544921875</c:v>
                </c:pt>
                <c:pt idx="115">
                  <c:v>1235.3758544921875</c:v>
                </c:pt>
                <c:pt idx="116">
                  <c:v>1235.3758544921875</c:v>
                </c:pt>
                <c:pt idx="117">
                  <c:v>1235.3758544921875</c:v>
                </c:pt>
                <c:pt idx="118">
                  <c:v>1235.3758544921875</c:v>
                </c:pt>
                <c:pt idx="119">
                  <c:v>1235.3758544921875</c:v>
                </c:pt>
                <c:pt idx="120">
                  <c:v>1235.8841552734375</c:v>
                </c:pt>
                <c:pt idx="121">
                  <c:v>1237.4036865234375</c:v>
                </c:pt>
                <c:pt idx="122">
                  <c:v>1240.8653564453125</c:v>
                </c:pt>
                <c:pt idx="123">
                  <c:v>1241.805908203125</c:v>
                </c:pt>
                <c:pt idx="124">
                  <c:v>1240.43896484375</c:v>
                </c:pt>
                <c:pt idx="125">
                  <c:v>1239.124267578125</c:v>
                </c:pt>
                <c:pt idx="126">
                  <c:v>1237.6292724609375</c:v>
                </c:pt>
                <c:pt idx="127">
                  <c:v>1237.799072265625</c:v>
                </c:pt>
                <c:pt idx="128">
                  <c:v>1238.87158203125</c:v>
                </c:pt>
                <c:pt idx="129">
                  <c:v>1242.1707763671875</c:v>
                </c:pt>
                <c:pt idx="130">
                  <c:v>1240.5479736328125</c:v>
                </c:pt>
                <c:pt idx="131">
                  <c:v>1244.0233154296875</c:v>
                </c:pt>
                <c:pt idx="132">
                  <c:v>1240.857666015625</c:v>
                </c:pt>
                <c:pt idx="133">
                  <c:v>1241.4066162109375</c:v>
                </c:pt>
                <c:pt idx="134">
                  <c:v>1239.9193115234375</c:v>
                </c:pt>
                <c:pt idx="135">
                  <c:v>1246.949951171875</c:v>
                </c:pt>
                <c:pt idx="136">
                  <c:v>1247.08447265625</c:v>
                </c:pt>
                <c:pt idx="137">
                  <c:v>1251.8385009765625</c:v>
                </c:pt>
                <c:pt idx="138">
                  <c:v>1255.2008056640625</c:v>
                </c:pt>
                <c:pt idx="139">
                  <c:v>1257.898193359375</c:v>
                </c:pt>
                <c:pt idx="140">
                  <c:v>1254.2471923828125</c:v>
                </c:pt>
                <c:pt idx="141">
                  <c:v>1254.0299072265625</c:v>
                </c:pt>
                <c:pt idx="142">
                  <c:v>1254.0299072265625</c:v>
                </c:pt>
                <c:pt idx="143">
                  <c:v>1254.0299072265625</c:v>
                </c:pt>
                <c:pt idx="144">
                  <c:v>1254.0299072265625</c:v>
                </c:pt>
                <c:pt idx="145">
                  <c:v>1254.0299072265625</c:v>
                </c:pt>
                <c:pt idx="146">
                  <c:v>1254.0299072265625</c:v>
                </c:pt>
                <c:pt idx="147">
                  <c:v>1254.0299072265625</c:v>
                </c:pt>
                <c:pt idx="148">
                  <c:v>1254.0299072265625</c:v>
                </c:pt>
                <c:pt idx="149">
                  <c:v>1254.0299072265625</c:v>
                </c:pt>
                <c:pt idx="150">
                  <c:v>1254.0299072265625</c:v>
                </c:pt>
                <c:pt idx="151">
                  <c:v>1254.0299072265625</c:v>
                </c:pt>
                <c:pt idx="152">
                  <c:v>1254.0299072265625</c:v>
                </c:pt>
                <c:pt idx="153">
                  <c:v>1254.0299072265625</c:v>
                </c:pt>
                <c:pt idx="154">
                  <c:v>1254.0299072265625</c:v>
                </c:pt>
                <c:pt idx="155">
                  <c:v>1254.0299072265625</c:v>
                </c:pt>
                <c:pt idx="156">
                  <c:v>1254.0299072265625</c:v>
                </c:pt>
                <c:pt idx="157">
                  <c:v>1254.0299072265625</c:v>
                </c:pt>
                <c:pt idx="158">
                  <c:v>1254.0299072265625</c:v>
                </c:pt>
                <c:pt idx="159">
                  <c:v>1254.0299072265625</c:v>
                </c:pt>
              </c:numCache>
            </c:numRef>
          </c:yVal>
          <c:smooth val="0"/>
        </c:ser>
        <c:ser>
          <c:idx val="2"/>
          <c:order val="2"/>
          <c:tx>
            <c:strRef>
              <c:f>Sheet1!$B$325</c:f>
              <c:strCache>
                <c:ptCount val="1"/>
                <c:pt idx="0">
                  <c:v>MA-POCA</c:v>
                </c:pt>
              </c:strCache>
            </c:strRef>
          </c:tx>
          <c:spPr>
            <a:ln w="22225">
              <a:solidFill>
                <a:srgbClr val="E07B18"/>
              </a:solidFill>
            </a:ln>
          </c:spPr>
          <c:marker>
            <c:symbol val="none"/>
          </c:marker>
          <c:xVal>
            <c:numRef>
              <c:f>Sheet1!$A$326:$A$485</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Sheet1!$B$326:$B$485</c:f>
              <c:numCache>
                <c:formatCode>General</c:formatCode>
                <c:ptCount val="160"/>
                <c:pt idx="0">
                  <c:v>1200.931884765625</c:v>
                </c:pt>
                <c:pt idx="1">
                  <c:v>1200.7315673828125</c:v>
                </c:pt>
                <c:pt idx="2">
                  <c:v>1200.8460693359375</c:v>
                </c:pt>
                <c:pt idx="3">
                  <c:v>1198.393798828125</c:v>
                </c:pt>
                <c:pt idx="4">
                  <c:v>1201.6824951171875</c:v>
                </c:pt>
                <c:pt idx="5">
                  <c:v>1201.2655029296875</c:v>
                </c:pt>
                <c:pt idx="6">
                  <c:v>1200.6343994140625</c:v>
                </c:pt>
                <c:pt idx="7">
                  <c:v>1199.6982421875</c:v>
                </c:pt>
                <c:pt idx="8">
                  <c:v>1198.4207763671875</c:v>
                </c:pt>
                <c:pt idx="9">
                  <c:v>1193.39892578125</c:v>
                </c:pt>
                <c:pt idx="10">
                  <c:v>1191.8173828125</c:v>
                </c:pt>
                <c:pt idx="11">
                  <c:v>1191.8173828125</c:v>
                </c:pt>
                <c:pt idx="12">
                  <c:v>1191.8173828125</c:v>
                </c:pt>
                <c:pt idx="13">
                  <c:v>1191.8173828125</c:v>
                </c:pt>
                <c:pt idx="14">
                  <c:v>1191.8173828125</c:v>
                </c:pt>
                <c:pt idx="15">
                  <c:v>1191.8173828125</c:v>
                </c:pt>
                <c:pt idx="16">
                  <c:v>1191.8173828125</c:v>
                </c:pt>
                <c:pt idx="17">
                  <c:v>1191.8173828125</c:v>
                </c:pt>
                <c:pt idx="18">
                  <c:v>1191.8173828125</c:v>
                </c:pt>
                <c:pt idx="19">
                  <c:v>1191.8173828125</c:v>
                </c:pt>
                <c:pt idx="20">
                  <c:v>1194.345947265625</c:v>
                </c:pt>
                <c:pt idx="21">
                  <c:v>1197.2239990234375</c:v>
                </c:pt>
                <c:pt idx="22">
                  <c:v>1201.3896484375</c:v>
                </c:pt>
                <c:pt idx="23">
                  <c:v>1202.04638671875</c:v>
                </c:pt>
                <c:pt idx="24">
                  <c:v>1200.5438232421875</c:v>
                </c:pt>
                <c:pt idx="25">
                  <c:v>1196.732666015625</c:v>
                </c:pt>
                <c:pt idx="26">
                  <c:v>1196.084228515625</c:v>
                </c:pt>
                <c:pt idx="27">
                  <c:v>1196.6390380859375</c:v>
                </c:pt>
                <c:pt idx="28">
                  <c:v>1196.9713134765625</c:v>
                </c:pt>
                <c:pt idx="29">
                  <c:v>1198.5838623046875</c:v>
                </c:pt>
                <c:pt idx="30">
                  <c:v>1200.19140625</c:v>
                </c:pt>
                <c:pt idx="31">
                  <c:v>1200.19140625</c:v>
                </c:pt>
                <c:pt idx="32">
                  <c:v>1200.19140625</c:v>
                </c:pt>
                <c:pt idx="33">
                  <c:v>1200.19140625</c:v>
                </c:pt>
                <c:pt idx="34">
                  <c:v>1200.19140625</c:v>
                </c:pt>
                <c:pt idx="35">
                  <c:v>1200.19140625</c:v>
                </c:pt>
                <c:pt idx="36">
                  <c:v>1200.19140625</c:v>
                </c:pt>
                <c:pt idx="37">
                  <c:v>1200.19140625</c:v>
                </c:pt>
                <c:pt idx="38">
                  <c:v>1200.19140625</c:v>
                </c:pt>
                <c:pt idx="39">
                  <c:v>1200.19140625</c:v>
                </c:pt>
                <c:pt idx="40">
                  <c:v>1201.3428955078125</c:v>
                </c:pt>
                <c:pt idx="41">
                  <c:v>1202.6817626953125</c:v>
                </c:pt>
                <c:pt idx="42">
                  <c:v>1204.7484130859375</c:v>
                </c:pt>
                <c:pt idx="43">
                  <c:v>1206.93603515625</c:v>
                </c:pt>
                <c:pt idx="44">
                  <c:v>1207.2647705078125</c:v>
                </c:pt>
                <c:pt idx="45">
                  <c:v>1209.3052978515625</c:v>
                </c:pt>
                <c:pt idx="46">
                  <c:v>1210.2960205078125</c:v>
                </c:pt>
                <c:pt idx="47">
                  <c:v>1212.9688720703125</c:v>
                </c:pt>
                <c:pt idx="48">
                  <c:v>1212.529541015625</c:v>
                </c:pt>
                <c:pt idx="49">
                  <c:v>1213.4398193359375</c:v>
                </c:pt>
                <c:pt idx="50">
                  <c:v>1213.8822021484375</c:v>
                </c:pt>
                <c:pt idx="51">
                  <c:v>1213.8912353515625</c:v>
                </c:pt>
                <c:pt idx="52">
                  <c:v>1213.8912353515625</c:v>
                </c:pt>
                <c:pt idx="53">
                  <c:v>1213.8912353515625</c:v>
                </c:pt>
                <c:pt idx="54">
                  <c:v>1213.8912353515625</c:v>
                </c:pt>
                <c:pt idx="55">
                  <c:v>1213.8912353515625</c:v>
                </c:pt>
                <c:pt idx="56">
                  <c:v>1213.8912353515625</c:v>
                </c:pt>
                <c:pt idx="57">
                  <c:v>1213.8912353515625</c:v>
                </c:pt>
                <c:pt idx="58">
                  <c:v>1213.8912353515625</c:v>
                </c:pt>
                <c:pt idx="59">
                  <c:v>1213.8912353515625</c:v>
                </c:pt>
                <c:pt idx="60">
                  <c:v>1212.82763671875</c:v>
                </c:pt>
                <c:pt idx="61">
                  <c:v>1210.460693359375</c:v>
                </c:pt>
                <c:pt idx="62">
                  <c:v>1212.730712890625</c:v>
                </c:pt>
                <c:pt idx="63">
                  <c:v>1213.9970703125</c:v>
                </c:pt>
                <c:pt idx="64">
                  <c:v>1215.5535888671875</c:v>
                </c:pt>
                <c:pt idx="65">
                  <c:v>1212.9215087890625</c:v>
                </c:pt>
                <c:pt idx="66">
                  <c:v>1214.537353515625</c:v>
                </c:pt>
                <c:pt idx="67">
                  <c:v>1219.8646240234375</c:v>
                </c:pt>
                <c:pt idx="68">
                  <c:v>1222.1953125</c:v>
                </c:pt>
                <c:pt idx="69">
                  <c:v>1222.59814453125</c:v>
                </c:pt>
                <c:pt idx="70">
                  <c:v>1224.2569580078125</c:v>
                </c:pt>
                <c:pt idx="71">
                  <c:v>1224.125</c:v>
                </c:pt>
                <c:pt idx="72">
                  <c:v>1224.4068603515625</c:v>
                </c:pt>
                <c:pt idx="73">
                  <c:v>1222.9166259765625</c:v>
                </c:pt>
                <c:pt idx="74">
                  <c:v>1218.966796875</c:v>
                </c:pt>
                <c:pt idx="75">
                  <c:v>1219.8592529296875</c:v>
                </c:pt>
                <c:pt idx="76">
                  <c:v>1219.6688232421875</c:v>
                </c:pt>
                <c:pt idx="77">
                  <c:v>1218.7967529296875</c:v>
                </c:pt>
                <c:pt idx="78">
                  <c:v>1217.315185546875</c:v>
                </c:pt>
                <c:pt idx="79">
                  <c:v>1216.3516845703125</c:v>
                </c:pt>
                <c:pt idx="80">
                  <c:v>1215.3372802734375</c:v>
                </c:pt>
                <c:pt idx="81">
                  <c:v>1215.3404541015625</c:v>
                </c:pt>
                <c:pt idx="82">
                  <c:v>1215.3404541015625</c:v>
                </c:pt>
                <c:pt idx="83">
                  <c:v>1215.3404541015625</c:v>
                </c:pt>
                <c:pt idx="84">
                  <c:v>1215.3404541015625</c:v>
                </c:pt>
                <c:pt idx="85">
                  <c:v>1215.3404541015625</c:v>
                </c:pt>
                <c:pt idx="86">
                  <c:v>1215.3404541015625</c:v>
                </c:pt>
                <c:pt idx="87">
                  <c:v>1215.3404541015625</c:v>
                </c:pt>
                <c:pt idx="88">
                  <c:v>1215.3404541015625</c:v>
                </c:pt>
                <c:pt idx="89">
                  <c:v>1215.3404541015625</c:v>
                </c:pt>
                <c:pt idx="90">
                  <c:v>1215.3404541015625</c:v>
                </c:pt>
                <c:pt idx="91">
                  <c:v>1215.3404541015625</c:v>
                </c:pt>
                <c:pt idx="92">
                  <c:v>1215.3404541015625</c:v>
                </c:pt>
                <c:pt idx="93">
                  <c:v>1215.3404541015625</c:v>
                </c:pt>
                <c:pt idx="94">
                  <c:v>1215.3404541015625</c:v>
                </c:pt>
                <c:pt idx="95">
                  <c:v>1215.3404541015625</c:v>
                </c:pt>
                <c:pt idx="96">
                  <c:v>1215.3404541015625</c:v>
                </c:pt>
                <c:pt idx="97">
                  <c:v>1215.3404541015625</c:v>
                </c:pt>
                <c:pt idx="98">
                  <c:v>1215.3404541015625</c:v>
                </c:pt>
                <c:pt idx="99">
                  <c:v>1215.3404541015625</c:v>
                </c:pt>
                <c:pt idx="100">
                  <c:v>1215.738525390625</c:v>
                </c:pt>
                <c:pt idx="101">
                  <c:v>1216.6766357421875</c:v>
                </c:pt>
                <c:pt idx="102">
                  <c:v>1218.788330078125</c:v>
                </c:pt>
                <c:pt idx="103">
                  <c:v>1219.840087890625</c:v>
                </c:pt>
                <c:pt idx="104">
                  <c:v>1217.9737548828125</c:v>
                </c:pt>
                <c:pt idx="105">
                  <c:v>1219.0289306640625</c:v>
                </c:pt>
                <c:pt idx="106">
                  <c:v>1216.707763671875</c:v>
                </c:pt>
                <c:pt idx="107">
                  <c:v>1217.5345458984375</c:v>
                </c:pt>
                <c:pt idx="108">
                  <c:v>1218.016357421875</c:v>
                </c:pt>
                <c:pt idx="109">
                  <c:v>1217.2550048828125</c:v>
                </c:pt>
                <c:pt idx="110">
                  <c:v>1218.6180419921875</c:v>
                </c:pt>
                <c:pt idx="111">
                  <c:v>1218.9029541015625</c:v>
                </c:pt>
                <c:pt idx="112">
                  <c:v>1218.9029541015625</c:v>
                </c:pt>
                <c:pt idx="113">
                  <c:v>1218.9029541015625</c:v>
                </c:pt>
                <c:pt idx="114">
                  <c:v>1218.9029541015625</c:v>
                </c:pt>
                <c:pt idx="115">
                  <c:v>1218.9029541015625</c:v>
                </c:pt>
                <c:pt idx="116">
                  <c:v>1218.9029541015625</c:v>
                </c:pt>
                <c:pt idx="117">
                  <c:v>1218.9029541015625</c:v>
                </c:pt>
                <c:pt idx="118">
                  <c:v>1218.9029541015625</c:v>
                </c:pt>
                <c:pt idx="119">
                  <c:v>1218.9029541015625</c:v>
                </c:pt>
                <c:pt idx="120">
                  <c:v>1218.9029541015625</c:v>
                </c:pt>
                <c:pt idx="121">
                  <c:v>1218.9029541015625</c:v>
                </c:pt>
                <c:pt idx="122">
                  <c:v>1218.9029541015625</c:v>
                </c:pt>
                <c:pt idx="123">
                  <c:v>1218.9029541015625</c:v>
                </c:pt>
                <c:pt idx="124">
                  <c:v>1218.9029541015625</c:v>
                </c:pt>
                <c:pt idx="125">
                  <c:v>1218.9029541015625</c:v>
                </c:pt>
                <c:pt idx="126">
                  <c:v>1218.9029541015625</c:v>
                </c:pt>
                <c:pt idx="127">
                  <c:v>1218.9029541015625</c:v>
                </c:pt>
                <c:pt idx="128">
                  <c:v>1218.9029541015625</c:v>
                </c:pt>
                <c:pt idx="129">
                  <c:v>1218.9029541015625</c:v>
                </c:pt>
                <c:pt idx="130">
                  <c:v>1219.77734375</c:v>
                </c:pt>
                <c:pt idx="131">
                  <c:v>1218.1287841796875</c:v>
                </c:pt>
                <c:pt idx="132">
                  <c:v>1220.892578125</c:v>
                </c:pt>
                <c:pt idx="133">
                  <c:v>1228.1392822265625</c:v>
                </c:pt>
                <c:pt idx="134">
                  <c:v>1229.521484375</c:v>
                </c:pt>
                <c:pt idx="135">
                  <c:v>1231.795166015625</c:v>
                </c:pt>
                <c:pt idx="136">
                  <c:v>1227.6256103515625</c:v>
                </c:pt>
                <c:pt idx="137">
                  <c:v>1222.3404541015625</c:v>
                </c:pt>
                <c:pt idx="138">
                  <c:v>1226.0191650390625</c:v>
                </c:pt>
                <c:pt idx="139">
                  <c:v>1224.1478271484375</c:v>
                </c:pt>
                <c:pt idx="140">
                  <c:v>1222.0802001953125</c:v>
                </c:pt>
                <c:pt idx="141">
                  <c:v>1222.040771484375</c:v>
                </c:pt>
                <c:pt idx="142">
                  <c:v>1224.5716552734375</c:v>
                </c:pt>
                <c:pt idx="143">
                  <c:v>1227.44921875</c:v>
                </c:pt>
                <c:pt idx="144">
                  <c:v>1227.8182373046875</c:v>
                </c:pt>
                <c:pt idx="145">
                  <c:v>1223.950927734375</c:v>
                </c:pt>
                <c:pt idx="146">
                  <c:v>1225.7025146484375</c:v>
                </c:pt>
                <c:pt idx="147">
                  <c:v>1225.408203125</c:v>
                </c:pt>
                <c:pt idx="148">
                  <c:v>1227.6114501953125</c:v>
                </c:pt>
                <c:pt idx="149">
                  <c:v>1233.076904296875</c:v>
                </c:pt>
                <c:pt idx="150">
                  <c:v>1236.8328857421875</c:v>
                </c:pt>
                <c:pt idx="151">
                  <c:v>1236.8824462890625</c:v>
                </c:pt>
                <c:pt idx="152">
                  <c:v>1236.8824462890625</c:v>
                </c:pt>
                <c:pt idx="153">
                  <c:v>1236.8824462890625</c:v>
                </c:pt>
                <c:pt idx="154">
                  <c:v>1236.8824462890625</c:v>
                </c:pt>
                <c:pt idx="155">
                  <c:v>1236.8824462890625</c:v>
                </c:pt>
                <c:pt idx="156">
                  <c:v>1236.8824462890625</c:v>
                </c:pt>
                <c:pt idx="157">
                  <c:v>1236.8824462890625</c:v>
                </c:pt>
                <c:pt idx="158">
                  <c:v>1236.8824462890625</c:v>
                </c:pt>
                <c:pt idx="159">
                  <c:v>1236.8824462890625</c:v>
                </c:pt>
              </c:numCache>
            </c:numRef>
          </c:yVal>
          <c:smooth val="0"/>
        </c:ser>
        <c:ser>
          <c:idx val="3"/>
          <c:order val="3"/>
          <c:tx>
            <c:strRef>
              <c:f>Sheet1!$B$487</c:f>
              <c:strCache>
                <c:ptCount val="1"/>
                <c:pt idx="0">
                  <c:v>MAPPO</c:v>
                </c:pt>
              </c:strCache>
            </c:strRef>
          </c:tx>
          <c:spPr>
            <a:ln w="22225">
              <a:solidFill>
                <a:srgbClr val="7D3C98"/>
              </a:solidFill>
            </a:ln>
          </c:spPr>
          <c:marker>
            <c:symbol val="none"/>
          </c:marker>
          <c:xVal>
            <c:numRef>
              <c:f>Sheet1!$A$488:$A$647</c:f>
              <c:numCache>
                <c:formatCode>General</c:formatCode>
                <c:ptCount val="16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numCache>
            </c:numRef>
          </c:xVal>
          <c:yVal>
            <c:numRef>
              <c:f>Sheet1!$B$488:$B$647</c:f>
              <c:numCache>
                <c:formatCode>General</c:formatCode>
                <c:ptCount val="160"/>
                <c:pt idx="0">
                  <c:v>1196.2464599609375</c:v>
                </c:pt>
                <c:pt idx="1">
                  <c:v>1196.54150390625</c:v>
                </c:pt>
                <c:pt idx="2">
                  <c:v>1199.2166748046875</c:v>
                </c:pt>
                <c:pt idx="3">
                  <c:v>1196.3712158203125</c:v>
                </c:pt>
                <c:pt idx="4">
                  <c:v>1197.470703125</c:v>
                </c:pt>
                <c:pt idx="5">
                  <c:v>1198.06982421875</c:v>
                </c:pt>
                <c:pt idx="6">
                  <c:v>1197.3165283203125</c:v>
                </c:pt>
                <c:pt idx="7">
                  <c:v>1199.1552734375</c:v>
                </c:pt>
                <c:pt idx="8">
                  <c:v>1197.90576171875</c:v>
                </c:pt>
                <c:pt idx="9">
                  <c:v>1196.9251708984375</c:v>
                </c:pt>
                <c:pt idx="10">
                  <c:v>1197.7320556640625</c:v>
                </c:pt>
                <c:pt idx="11">
                  <c:v>1197.7320556640625</c:v>
                </c:pt>
                <c:pt idx="12">
                  <c:v>1197.7320556640625</c:v>
                </c:pt>
                <c:pt idx="13">
                  <c:v>1197.7320556640625</c:v>
                </c:pt>
                <c:pt idx="14">
                  <c:v>1197.7320556640625</c:v>
                </c:pt>
                <c:pt idx="15">
                  <c:v>1197.7320556640625</c:v>
                </c:pt>
                <c:pt idx="16">
                  <c:v>1197.7320556640625</c:v>
                </c:pt>
                <c:pt idx="17">
                  <c:v>1197.7320556640625</c:v>
                </c:pt>
                <c:pt idx="18">
                  <c:v>1197.7320556640625</c:v>
                </c:pt>
                <c:pt idx="19">
                  <c:v>1197.7320556640625</c:v>
                </c:pt>
                <c:pt idx="20">
                  <c:v>1198.529541015625</c:v>
                </c:pt>
                <c:pt idx="21">
                  <c:v>1200.4862060546875</c:v>
                </c:pt>
                <c:pt idx="22">
                  <c:v>1206.4554443359375</c:v>
                </c:pt>
                <c:pt idx="23">
                  <c:v>1205.91259765625</c:v>
                </c:pt>
                <c:pt idx="24">
                  <c:v>1204.0523681640625</c:v>
                </c:pt>
                <c:pt idx="25">
                  <c:v>1203.314453125</c:v>
                </c:pt>
                <c:pt idx="26">
                  <c:v>1206.22119140625</c:v>
                </c:pt>
                <c:pt idx="27">
                  <c:v>1205.3651123046875</c:v>
                </c:pt>
                <c:pt idx="28">
                  <c:v>1205.25537109375</c:v>
                </c:pt>
                <c:pt idx="29">
                  <c:v>1206.44091796875</c:v>
                </c:pt>
                <c:pt idx="30">
                  <c:v>1207.4095458984375</c:v>
                </c:pt>
                <c:pt idx="31">
                  <c:v>1210.452392578125</c:v>
                </c:pt>
                <c:pt idx="32">
                  <c:v>1212.2763671875</c:v>
                </c:pt>
                <c:pt idx="33">
                  <c:v>1211.026123046875</c:v>
                </c:pt>
                <c:pt idx="34">
                  <c:v>1213.1187744140625</c:v>
                </c:pt>
                <c:pt idx="35">
                  <c:v>1214.573486328125</c:v>
                </c:pt>
                <c:pt idx="36">
                  <c:v>1212.9862060546875</c:v>
                </c:pt>
                <c:pt idx="37">
                  <c:v>1211.8466796875</c:v>
                </c:pt>
                <c:pt idx="38">
                  <c:v>1209.72119140625</c:v>
                </c:pt>
                <c:pt idx="39">
                  <c:v>1208.8590087890625</c:v>
                </c:pt>
                <c:pt idx="40">
                  <c:v>1208.3623046875</c:v>
                </c:pt>
                <c:pt idx="41">
                  <c:v>1209.6448974609375</c:v>
                </c:pt>
                <c:pt idx="42">
                  <c:v>1213.8411865234375</c:v>
                </c:pt>
                <c:pt idx="43">
                  <c:v>1218.5540771484375</c:v>
                </c:pt>
                <c:pt idx="44">
                  <c:v>1219.7935791015625</c:v>
                </c:pt>
                <c:pt idx="45">
                  <c:v>1218.9857177734375</c:v>
                </c:pt>
                <c:pt idx="46">
                  <c:v>1216.7723388671875</c:v>
                </c:pt>
                <c:pt idx="47">
                  <c:v>1218.18994140625</c:v>
                </c:pt>
                <c:pt idx="48">
                  <c:v>1220.2833251953125</c:v>
                </c:pt>
                <c:pt idx="49">
                  <c:v>1219.3870849609375</c:v>
                </c:pt>
                <c:pt idx="50">
                  <c:v>1216.836181640625</c:v>
                </c:pt>
                <c:pt idx="51">
                  <c:v>1218.8345947265625</c:v>
                </c:pt>
                <c:pt idx="52">
                  <c:v>1218.13916015625</c:v>
                </c:pt>
                <c:pt idx="53">
                  <c:v>1214.5357666015625</c:v>
                </c:pt>
                <c:pt idx="54">
                  <c:v>1215.423828125</c:v>
                </c:pt>
                <c:pt idx="55">
                  <c:v>1220.0892333984375</c:v>
                </c:pt>
                <c:pt idx="56">
                  <c:v>1222.5267333984375</c:v>
                </c:pt>
                <c:pt idx="57">
                  <c:v>1223.05322265625</c:v>
                </c:pt>
                <c:pt idx="58">
                  <c:v>1224.04736328125</c:v>
                </c:pt>
                <c:pt idx="59">
                  <c:v>1222.38671875</c:v>
                </c:pt>
                <c:pt idx="60">
                  <c:v>1224.4017333984375</c:v>
                </c:pt>
                <c:pt idx="61">
                  <c:v>1224.66357421875</c:v>
                </c:pt>
                <c:pt idx="62">
                  <c:v>1224.66357421875</c:v>
                </c:pt>
                <c:pt idx="63">
                  <c:v>1224.66357421875</c:v>
                </c:pt>
                <c:pt idx="64">
                  <c:v>1224.66357421875</c:v>
                </c:pt>
                <c:pt idx="65">
                  <c:v>1224.66357421875</c:v>
                </c:pt>
                <c:pt idx="66">
                  <c:v>1224.66357421875</c:v>
                </c:pt>
                <c:pt idx="67">
                  <c:v>1224.66357421875</c:v>
                </c:pt>
                <c:pt idx="68">
                  <c:v>1224.66357421875</c:v>
                </c:pt>
                <c:pt idx="69">
                  <c:v>1224.66357421875</c:v>
                </c:pt>
                <c:pt idx="70">
                  <c:v>1224.66357421875</c:v>
                </c:pt>
                <c:pt idx="71">
                  <c:v>1224.66357421875</c:v>
                </c:pt>
                <c:pt idx="72">
                  <c:v>1224.66357421875</c:v>
                </c:pt>
                <c:pt idx="73">
                  <c:v>1224.66357421875</c:v>
                </c:pt>
                <c:pt idx="74">
                  <c:v>1224.66357421875</c:v>
                </c:pt>
                <c:pt idx="75">
                  <c:v>1224.66357421875</c:v>
                </c:pt>
                <c:pt idx="76">
                  <c:v>1224.66357421875</c:v>
                </c:pt>
                <c:pt idx="77">
                  <c:v>1224.66357421875</c:v>
                </c:pt>
                <c:pt idx="78">
                  <c:v>1224.66357421875</c:v>
                </c:pt>
                <c:pt idx="79">
                  <c:v>1224.66357421875</c:v>
                </c:pt>
                <c:pt idx="80">
                  <c:v>1225.4390869140625</c:v>
                </c:pt>
                <c:pt idx="81">
                  <c:v>1224.41064453125</c:v>
                </c:pt>
                <c:pt idx="82">
                  <c:v>1224.998046875</c:v>
                </c:pt>
                <c:pt idx="83">
                  <c:v>1230.6748046875</c:v>
                </c:pt>
                <c:pt idx="84">
                  <c:v>1229.807861328125</c:v>
                </c:pt>
                <c:pt idx="85">
                  <c:v>1229.4139404296875</c:v>
                </c:pt>
                <c:pt idx="86">
                  <c:v>1235.676025390625</c:v>
                </c:pt>
                <c:pt idx="87">
                  <c:v>1238.0028076171875</c:v>
                </c:pt>
                <c:pt idx="88">
                  <c:v>1235.574951171875</c:v>
                </c:pt>
                <c:pt idx="89">
                  <c:v>1234.725830078125</c:v>
                </c:pt>
                <c:pt idx="90">
                  <c:v>1238.9019775390625</c:v>
                </c:pt>
                <c:pt idx="91">
                  <c:v>1238.283203125</c:v>
                </c:pt>
                <c:pt idx="92">
                  <c:v>1236.0484619140625</c:v>
                </c:pt>
                <c:pt idx="93">
                  <c:v>1236.174560546875</c:v>
                </c:pt>
                <c:pt idx="94">
                  <c:v>1239.658203125</c:v>
                </c:pt>
                <c:pt idx="95">
                  <c:v>1241.024169921875</c:v>
                </c:pt>
                <c:pt idx="96">
                  <c:v>1241.884033203125</c:v>
                </c:pt>
                <c:pt idx="97">
                  <c:v>1240.5665283203125</c:v>
                </c:pt>
                <c:pt idx="98">
                  <c:v>1235.4052734375</c:v>
                </c:pt>
                <c:pt idx="99">
                  <c:v>1235.2630615234375</c:v>
                </c:pt>
                <c:pt idx="100">
                  <c:v>1238.067138671875</c:v>
                </c:pt>
                <c:pt idx="101">
                  <c:v>1237.94140625</c:v>
                </c:pt>
                <c:pt idx="102">
                  <c:v>1237.94140625</c:v>
                </c:pt>
                <c:pt idx="103">
                  <c:v>1237.94140625</c:v>
                </c:pt>
                <c:pt idx="104">
                  <c:v>1237.94140625</c:v>
                </c:pt>
                <c:pt idx="105">
                  <c:v>1237.94140625</c:v>
                </c:pt>
                <c:pt idx="106">
                  <c:v>1237.94140625</c:v>
                </c:pt>
                <c:pt idx="107">
                  <c:v>1237.94140625</c:v>
                </c:pt>
                <c:pt idx="108">
                  <c:v>1237.94140625</c:v>
                </c:pt>
                <c:pt idx="109">
                  <c:v>1237.94140625</c:v>
                </c:pt>
                <c:pt idx="110">
                  <c:v>1239.32421875</c:v>
                </c:pt>
                <c:pt idx="111">
                  <c:v>1240.5333251953125</c:v>
                </c:pt>
                <c:pt idx="112">
                  <c:v>1239.8599853515625</c:v>
                </c:pt>
                <c:pt idx="113">
                  <c:v>1244.8642578125</c:v>
                </c:pt>
                <c:pt idx="114">
                  <c:v>1243.323486328125</c:v>
                </c:pt>
                <c:pt idx="115">
                  <c:v>1238.678955078125</c:v>
                </c:pt>
                <c:pt idx="116">
                  <c:v>1239.376220703125</c:v>
                </c:pt>
                <c:pt idx="117">
                  <c:v>1240.1041259765625</c:v>
                </c:pt>
                <c:pt idx="118">
                  <c:v>1242.2376708984375</c:v>
                </c:pt>
                <c:pt idx="119">
                  <c:v>1245.4378662109375</c:v>
                </c:pt>
                <c:pt idx="120">
                  <c:v>1246.968994140625</c:v>
                </c:pt>
                <c:pt idx="121">
                  <c:v>1249.875732421875</c:v>
                </c:pt>
                <c:pt idx="122">
                  <c:v>1247.7176513671875</c:v>
                </c:pt>
                <c:pt idx="123">
                  <c:v>1247.894775390625</c:v>
                </c:pt>
                <c:pt idx="124">
                  <c:v>1248.517822265625</c:v>
                </c:pt>
                <c:pt idx="125">
                  <c:v>1250.643310546875</c:v>
                </c:pt>
                <c:pt idx="126">
                  <c:v>1249.778076171875</c:v>
                </c:pt>
                <c:pt idx="127">
                  <c:v>1248.6488037109375</c:v>
                </c:pt>
                <c:pt idx="128">
                  <c:v>1243.5697021484375</c:v>
                </c:pt>
                <c:pt idx="129">
                  <c:v>1243.3037109375</c:v>
                </c:pt>
                <c:pt idx="130">
                  <c:v>1242.475341796875</c:v>
                </c:pt>
                <c:pt idx="131">
                  <c:v>1242.426025390625</c:v>
                </c:pt>
                <c:pt idx="132">
                  <c:v>1242.426025390625</c:v>
                </c:pt>
                <c:pt idx="133">
                  <c:v>1242.426025390625</c:v>
                </c:pt>
                <c:pt idx="134">
                  <c:v>1242.426025390625</c:v>
                </c:pt>
                <c:pt idx="135">
                  <c:v>1242.426025390625</c:v>
                </c:pt>
                <c:pt idx="136">
                  <c:v>1242.426025390625</c:v>
                </c:pt>
                <c:pt idx="137">
                  <c:v>1242.426025390625</c:v>
                </c:pt>
                <c:pt idx="138">
                  <c:v>1242.426025390625</c:v>
                </c:pt>
                <c:pt idx="139">
                  <c:v>1242.426025390625</c:v>
                </c:pt>
                <c:pt idx="140">
                  <c:v>1243.3759765625</c:v>
                </c:pt>
                <c:pt idx="141">
                  <c:v>1249.068603515625</c:v>
                </c:pt>
                <c:pt idx="142">
                  <c:v>1247.95556640625</c:v>
                </c:pt>
                <c:pt idx="143">
                  <c:v>1250.375244140625</c:v>
                </c:pt>
                <c:pt idx="144">
                  <c:v>1252.8348388671875</c:v>
                </c:pt>
                <c:pt idx="145">
                  <c:v>1258.495849609375</c:v>
                </c:pt>
                <c:pt idx="146">
                  <c:v>1262.91064453125</c:v>
                </c:pt>
                <c:pt idx="147">
                  <c:v>1265.7237548828125</c:v>
                </c:pt>
                <c:pt idx="148">
                  <c:v>1263.383056640625</c:v>
                </c:pt>
                <c:pt idx="149">
                  <c:v>1262.7001953125</c:v>
                </c:pt>
                <c:pt idx="150">
                  <c:v>1258.4818115234375</c:v>
                </c:pt>
                <c:pt idx="151">
                  <c:v>1255.2967529296875</c:v>
                </c:pt>
                <c:pt idx="152">
                  <c:v>1258.3753662109375</c:v>
                </c:pt>
                <c:pt idx="153">
                  <c:v>1255.8638916015625</c:v>
                </c:pt>
                <c:pt idx="154">
                  <c:v>1256.6060791015625</c:v>
                </c:pt>
                <c:pt idx="155">
                  <c:v>1257.4771728515625</c:v>
                </c:pt>
                <c:pt idx="156">
                  <c:v>1262.9124755859375</c:v>
                </c:pt>
                <c:pt idx="157">
                  <c:v>1264.167724609375</c:v>
                </c:pt>
                <c:pt idx="158">
                  <c:v>1262.31201171875</c:v>
                </c:pt>
                <c:pt idx="159">
                  <c:v>1260.037841796875</c:v>
                </c:pt>
              </c:numCache>
            </c:numRef>
          </c:yVal>
          <c:smooth val="0"/>
        </c:ser>
        <c:axId val="-2128940872"/>
        <c:axId val="-2129643912"/>
      </c:scatterChart>
      <c:valAx>
        <c:axId val="-2128940872"/>
        <c:scaling>
          <c:orientation val="minMax"/>
          <c:max val="1.6"/>
          <c:min val="0.0"/>
        </c:scaling>
        <c:delete val="0"/>
        <c:axPos val="b"/>
        <c:title>
          <c:tx>
            <c:rich>
              <a:bodyPr/>
              <a:lstStyle/>
              <a:p>
                <a:r>
                  <a:rPr sz="950" b="0">
                    <a:solidFill>
                      <a:srgbClr val="666E7E"/>
                    </a:solidFill>
                    <a:latin typeface="Calibri"/>
                  </a:rPr>
                  <a:t>Số bước huấn luyện (triệu)</a:t>
                </a:r>
              </a:p>
            </c:rich>
          </c:tx>
          <c:layout/>
          <c:overlay val="0"/>
        </c:title>
        <c:numFmt formatCode="0.0" sourceLinked="0"/>
        <c:majorTickMark val="out"/>
        <c:minorTickMark val="none"/>
        <c:tickLblPos val="nextTo"/>
        <c:spPr>
          <a:ln>
            <a:solidFill>
              <a:srgbClr val="D5DCEA"/>
            </a:solidFill>
          </a:ln>
        </c:spPr>
        <c:txPr>
          <a:bodyPr/>
          <a:lstStyle/>
          <a:p>
            <a:pPr>
              <a:defRPr sz="950">
                <a:solidFill>
                  <a:srgbClr val="666E7E"/>
                </a:solidFill>
                <a:latin typeface="Calibri"/>
              </a:defRPr>
            </a:pPr>
          </a:p>
        </c:txPr>
        <c:crossAx val="-2129643912"/>
        <c:crosses val="autoZero"/>
        <c:crossBetween val="midCat"/>
        <c:majorUnit val="0.2"/>
      </c:valAx>
      <c:valAx>
        <c:axId val="-2129643912"/>
        <c:scaling>
          <c:orientation val="minMax"/>
          <c:max val="1280.0"/>
          <c:min val="1180.0"/>
        </c:scaling>
        <c:delete val="0"/>
        <c:axPos val="l"/>
        <c:majorGridlines>
          <c:spPr>
            <a:ln w="9525">
              <a:solidFill>
                <a:srgbClr val="E8ECF3"/>
              </a:solidFill>
            </a:ln>
          </c:spPr>
        </c:majorGridlines>
        <c:title>
          <c:tx>
            <c:rich>
              <a:bodyPr/>
              <a:lstStyle/>
              <a:p>
                <a:r>
                  <a:rPr sz="950" b="0">
                    <a:solidFill>
                      <a:srgbClr val="666E7E"/>
                    </a:solidFill>
                    <a:latin typeface="Calibri"/>
                  </a:rPr>
                  <a:t>Chỉ số xếp hạng ELO</a:t>
                </a:r>
              </a:p>
            </c:rich>
          </c:tx>
          <c:layout/>
          <c:overlay val="0"/>
        </c:title>
        <c:numFmt formatCode="0" sourceLinked="0"/>
        <c:majorTickMark val="out"/>
        <c:minorTickMark val="none"/>
        <c:tickLblPos val="nextTo"/>
        <c:spPr>
          <a:ln>
            <a:solidFill>
              <a:srgbClr val="D5DCEA"/>
            </a:solidFill>
          </a:ln>
        </c:spPr>
        <c:txPr>
          <a:bodyPr/>
          <a:lstStyle/>
          <a:p>
            <a:pPr>
              <a:defRPr sz="950">
                <a:solidFill>
                  <a:srgbClr val="666E7E"/>
                </a:solidFill>
                <a:latin typeface="Calibri"/>
              </a:defRPr>
            </a:pPr>
          </a:p>
        </c:txPr>
        <c:crossAx val="-2128940872"/>
        <c:crosses val="autoZero"/>
        <c:crossBetween val="midCat"/>
        <c:majorUnit val="20.0"/>
      </c:valAx>
    </c:plotArea>
    <c:legend>
      <c:legendPos val="t"/>
      <c:layout/>
      <c:overlay val="0"/>
      <c:txPr>
        <a:bodyPr/>
        <a:lstStyle/>
        <a:p>
          <a:pPr>
            <a:defRPr sz="1050">
              <a:solidFill>
                <a:srgbClr val="2B2B2B"/>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PPO</c:v>
                </c:pt>
              </c:strCache>
            </c:strRef>
          </c:tx>
          <c:spPr>
            <a:ln w="22225">
              <a:solidFill>
                <a:srgbClr val="2E86C1"/>
              </a:solidFill>
            </a:ln>
          </c:spPr>
          <c:marker>
            <c:symbol val="none"/>
          </c:marker>
          <c:xVal>
            <c:numRef>
              <c:f>Sheet1!$A$2:$A$82</c:f>
              <c:numCache>
                <c:formatCode>General</c:formatCode>
                <c:ptCount val="81"/>
                <c:pt idx="0">
                  <c:v>0.08</c:v>
                </c:pt>
                <c:pt idx="1">
                  <c:v>0.1</c:v>
                </c:pt>
                <c:pt idx="2">
                  <c:v>0.14</c:v>
                </c:pt>
                <c:pt idx="3">
                  <c:v>0.16</c:v>
                </c:pt>
                <c:pt idx="4">
                  <c:v>0.18</c:v>
                </c:pt>
                <c:pt idx="5">
                  <c:v>0.2</c:v>
                </c:pt>
                <c:pt idx="6">
                  <c:v>0.22</c:v>
                </c:pt>
                <c:pt idx="7">
                  <c:v>0.24</c:v>
                </c:pt>
                <c:pt idx="8">
                  <c:v>0.26</c:v>
                </c:pt>
                <c:pt idx="9">
                  <c:v>0.28</c:v>
                </c:pt>
                <c:pt idx="10">
                  <c:v>0.3</c:v>
                </c:pt>
                <c:pt idx="11">
                  <c:v>0.32</c:v>
                </c:pt>
                <c:pt idx="12">
                  <c:v>0.34</c:v>
                </c:pt>
                <c:pt idx="13">
                  <c:v>0.36</c:v>
                </c:pt>
                <c:pt idx="14">
                  <c:v>0.38</c:v>
                </c:pt>
                <c:pt idx="15">
                  <c:v>0.4</c:v>
                </c:pt>
                <c:pt idx="16">
                  <c:v>0.42</c:v>
                </c:pt>
                <c:pt idx="17">
                  <c:v>0.44</c:v>
                </c:pt>
                <c:pt idx="18">
                  <c:v>0.46</c:v>
                </c:pt>
                <c:pt idx="19">
                  <c:v>0.48</c:v>
                </c:pt>
                <c:pt idx="20">
                  <c:v>0.5</c:v>
                </c:pt>
                <c:pt idx="21">
                  <c:v>0.52</c:v>
                </c:pt>
                <c:pt idx="22">
                  <c:v>0.54</c:v>
                </c:pt>
                <c:pt idx="23">
                  <c:v>0.56</c:v>
                </c:pt>
                <c:pt idx="24">
                  <c:v>0.58</c:v>
                </c:pt>
                <c:pt idx="25">
                  <c:v>0.6</c:v>
                </c:pt>
                <c:pt idx="26">
                  <c:v>0.62</c:v>
                </c:pt>
                <c:pt idx="27">
                  <c:v>0.64</c:v>
                </c:pt>
                <c:pt idx="28">
                  <c:v>0.66</c:v>
                </c:pt>
                <c:pt idx="29">
                  <c:v>0.68</c:v>
                </c:pt>
                <c:pt idx="30">
                  <c:v>0.7</c:v>
                </c:pt>
                <c:pt idx="31">
                  <c:v>0.72</c:v>
                </c:pt>
                <c:pt idx="32">
                  <c:v>0.74</c:v>
                </c:pt>
                <c:pt idx="33">
                  <c:v>0.76</c:v>
                </c:pt>
                <c:pt idx="34">
                  <c:v>0.78</c:v>
                </c:pt>
                <c:pt idx="35">
                  <c:v>0.8</c:v>
                </c:pt>
                <c:pt idx="36">
                  <c:v>0.82</c:v>
                </c:pt>
                <c:pt idx="37">
                  <c:v>0.84</c:v>
                </c:pt>
                <c:pt idx="38">
                  <c:v>0.86</c:v>
                </c:pt>
                <c:pt idx="39">
                  <c:v>0.88</c:v>
                </c:pt>
                <c:pt idx="40">
                  <c:v>0.9</c:v>
                </c:pt>
                <c:pt idx="41">
                  <c:v>0.92</c:v>
                </c:pt>
                <c:pt idx="42">
                  <c:v>0.94</c:v>
                </c:pt>
                <c:pt idx="43">
                  <c:v>0.96</c:v>
                </c:pt>
                <c:pt idx="44">
                  <c:v>0.98</c:v>
                </c:pt>
                <c:pt idx="45">
                  <c:v>1.0</c:v>
                </c:pt>
                <c:pt idx="46">
                  <c:v>1.02</c:v>
                </c:pt>
                <c:pt idx="47">
                  <c:v>1.04</c:v>
                </c:pt>
                <c:pt idx="48">
                  <c:v>1.06</c:v>
                </c:pt>
                <c:pt idx="49">
                  <c:v>1.08</c:v>
                </c:pt>
                <c:pt idx="50">
                  <c:v>1.1</c:v>
                </c:pt>
                <c:pt idx="51">
                  <c:v>1.12</c:v>
                </c:pt>
                <c:pt idx="52">
                  <c:v>1.14</c:v>
                </c:pt>
                <c:pt idx="53">
                  <c:v>1.16</c:v>
                </c:pt>
                <c:pt idx="54">
                  <c:v>1.18</c:v>
                </c:pt>
                <c:pt idx="55">
                  <c:v>1.2</c:v>
                </c:pt>
                <c:pt idx="56">
                  <c:v>1.22</c:v>
                </c:pt>
                <c:pt idx="57">
                  <c:v>1.24</c:v>
                </c:pt>
                <c:pt idx="58">
                  <c:v>1.26</c:v>
                </c:pt>
                <c:pt idx="59">
                  <c:v>1.28</c:v>
                </c:pt>
                <c:pt idx="60">
                  <c:v>1.3</c:v>
                </c:pt>
                <c:pt idx="61">
                  <c:v>1.32</c:v>
                </c:pt>
                <c:pt idx="62">
                  <c:v>1.34</c:v>
                </c:pt>
                <c:pt idx="63">
                  <c:v>1.36</c:v>
                </c:pt>
                <c:pt idx="64">
                  <c:v>1.38</c:v>
                </c:pt>
                <c:pt idx="65">
                  <c:v>1.4</c:v>
                </c:pt>
                <c:pt idx="66">
                  <c:v>1.42</c:v>
                </c:pt>
                <c:pt idx="67">
                  <c:v>1.44</c:v>
                </c:pt>
                <c:pt idx="68">
                  <c:v>1.46</c:v>
                </c:pt>
                <c:pt idx="69">
                  <c:v>1.48</c:v>
                </c:pt>
                <c:pt idx="70">
                  <c:v>1.5</c:v>
                </c:pt>
                <c:pt idx="71">
                  <c:v>1.52</c:v>
                </c:pt>
                <c:pt idx="72">
                  <c:v>1.54</c:v>
                </c:pt>
                <c:pt idx="73">
                  <c:v>1.56</c:v>
                </c:pt>
                <c:pt idx="74">
                  <c:v>1.58</c:v>
                </c:pt>
                <c:pt idx="75">
                  <c:v>1.6</c:v>
                </c:pt>
                <c:pt idx="76">
                  <c:v>1.62</c:v>
                </c:pt>
                <c:pt idx="77">
                  <c:v>1.64</c:v>
                </c:pt>
                <c:pt idx="78">
                  <c:v>1.66</c:v>
                </c:pt>
                <c:pt idx="79">
                  <c:v>1.68</c:v>
                </c:pt>
                <c:pt idx="80">
                  <c:v>1.7</c:v>
                </c:pt>
              </c:numCache>
            </c:numRef>
          </c:xVal>
          <c:yVal>
            <c:numRef>
              <c:f>Sheet1!$B$2:$B$82</c:f>
              <c:numCache>
                <c:formatCode>General</c:formatCode>
                <c:ptCount val="81"/>
                <c:pt idx="0">
                  <c:v>118.04726719856262</c:v>
                </c:pt>
                <c:pt idx="1">
                  <c:v>169.28799450397491</c:v>
                </c:pt>
                <c:pt idx="2">
                  <c:v>790.7963991165161</c:v>
                </c:pt>
                <c:pt idx="3">
                  <c:v>638.8717889785767</c:v>
                </c:pt>
                <c:pt idx="4">
                  <c:v>784.8344445228577</c:v>
                </c:pt>
                <c:pt idx="5">
                  <c:v>807.4386119842529</c:v>
                </c:pt>
                <c:pt idx="6">
                  <c:v>798.215925693512</c:v>
                </c:pt>
                <c:pt idx="7">
                  <c:v>833.8772654533386</c:v>
                </c:pt>
                <c:pt idx="8">
                  <c:v>808.8443875312805</c:v>
                </c:pt>
                <c:pt idx="9">
                  <c:v>815.3002858161926</c:v>
                </c:pt>
                <c:pt idx="10">
                  <c:v>810.5937242507935</c:v>
                </c:pt>
                <c:pt idx="11">
                  <c:v>768.2762145996094</c:v>
                </c:pt>
                <c:pt idx="12">
                  <c:v>812.0697140693665</c:v>
                </c:pt>
                <c:pt idx="13">
                  <c:v>803.8561344146729</c:v>
                </c:pt>
                <c:pt idx="14">
                  <c:v>830.4325938224792</c:v>
                </c:pt>
                <c:pt idx="15">
                  <c:v>807.9098463058472</c:v>
                </c:pt>
                <c:pt idx="16">
                  <c:v>819.9928402900696</c:v>
                </c:pt>
                <c:pt idx="17">
                  <c:v>795.0569987297058</c:v>
                </c:pt>
                <c:pt idx="18">
                  <c:v>811.4631175994873</c:v>
                </c:pt>
                <c:pt idx="19">
                  <c:v>802.3132681846619</c:v>
                </c:pt>
                <c:pt idx="20">
                  <c:v>810.0739121437073</c:v>
                </c:pt>
                <c:pt idx="21">
                  <c:v>806.1400055885315</c:v>
                </c:pt>
                <c:pt idx="22">
                  <c:v>817.172110080719</c:v>
                </c:pt>
                <c:pt idx="23">
                  <c:v>804.9628734588623</c:v>
                </c:pt>
                <c:pt idx="24">
                  <c:v>798.5387444496155</c:v>
                </c:pt>
                <c:pt idx="25">
                  <c:v>813.422441482544</c:v>
                </c:pt>
                <c:pt idx="26">
                  <c:v>804.0213584899902</c:v>
                </c:pt>
                <c:pt idx="27">
                  <c:v>821.9467997550964</c:v>
                </c:pt>
                <c:pt idx="28">
                  <c:v>817.6963925361633</c:v>
                </c:pt>
                <c:pt idx="29">
                  <c:v>815.1511549949646</c:v>
                </c:pt>
                <c:pt idx="30">
                  <c:v>799.4042038917542</c:v>
                </c:pt>
                <c:pt idx="31">
                  <c:v>808.6898922920227</c:v>
                </c:pt>
                <c:pt idx="32">
                  <c:v>815.3063058853149</c:v>
                </c:pt>
                <c:pt idx="33">
                  <c:v>819.069504737854</c:v>
                </c:pt>
                <c:pt idx="34">
                  <c:v>824.5702981948853</c:v>
                </c:pt>
                <c:pt idx="35">
                  <c:v>830.6021690368652</c:v>
                </c:pt>
                <c:pt idx="36">
                  <c:v>812.745213508606</c:v>
                </c:pt>
                <c:pt idx="37">
                  <c:v>817.3827528953552</c:v>
                </c:pt>
                <c:pt idx="38">
                  <c:v>818.7978267669678</c:v>
                </c:pt>
                <c:pt idx="39">
                  <c:v>811.398983001709</c:v>
                </c:pt>
                <c:pt idx="40">
                  <c:v>821.5344548225403</c:v>
                </c:pt>
                <c:pt idx="41">
                  <c:v>819.2898631095886</c:v>
                </c:pt>
                <c:pt idx="42">
                  <c:v>815.9067630767822</c:v>
                </c:pt>
                <c:pt idx="43">
                  <c:v>830.6484222412109</c:v>
                </c:pt>
                <c:pt idx="44">
                  <c:v>797.9763746261597</c:v>
                </c:pt>
                <c:pt idx="45">
                  <c:v>815.2269124984741</c:v>
                </c:pt>
                <c:pt idx="46">
                  <c:v>831.7120671272278</c:v>
                </c:pt>
                <c:pt idx="47">
                  <c:v>820.9676146507263</c:v>
                </c:pt>
                <c:pt idx="48">
                  <c:v>814.0807747840881</c:v>
                </c:pt>
                <c:pt idx="49">
                  <c:v>821.428120136261</c:v>
                </c:pt>
                <c:pt idx="50">
                  <c:v>812.5995397567749</c:v>
                </c:pt>
                <c:pt idx="51">
                  <c:v>826.2632489204407</c:v>
                </c:pt>
                <c:pt idx="52">
                  <c:v>823.8580822944641</c:v>
                </c:pt>
                <c:pt idx="53">
                  <c:v>812.4515414237976</c:v>
                </c:pt>
                <c:pt idx="54">
                  <c:v>821.9423294067383</c:v>
                </c:pt>
                <c:pt idx="55">
                  <c:v>819.6461796760559</c:v>
                </c:pt>
                <c:pt idx="56">
                  <c:v>822.7746486663818</c:v>
                </c:pt>
                <c:pt idx="57">
                  <c:v>834.8429799079895</c:v>
                </c:pt>
                <c:pt idx="58">
                  <c:v>814.7025108337402</c:v>
                </c:pt>
                <c:pt idx="59">
                  <c:v>828.7390470504761</c:v>
                </c:pt>
                <c:pt idx="60">
                  <c:v>830.510139465332</c:v>
                </c:pt>
                <c:pt idx="61">
                  <c:v>825.4114389419556</c:v>
                </c:pt>
                <c:pt idx="62">
                  <c:v>822.6686120033264</c:v>
                </c:pt>
                <c:pt idx="63">
                  <c:v>828.0463814735413</c:v>
                </c:pt>
                <c:pt idx="64">
                  <c:v>835.7772827148438</c:v>
                </c:pt>
                <c:pt idx="65">
                  <c:v>822.150707244873</c:v>
                </c:pt>
                <c:pt idx="66">
                  <c:v>832.8849673271179</c:v>
                </c:pt>
                <c:pt idx="67">
                  <c:v>843.7785506248474</c:v>
                </c:pt>
                <c:pt idx="68">
                  <c:v>833.184003829956</c:v>
                </c:pt>
                <c:pt idx="69">
                  <c:v>826.6703486442566</c:v>
                </c:pt>
                <c:pt idx="70">
                  <c:v>841.3179516792297</c:v>
                </c:pt>
                <c:pt idx="71">
                  <c:v>836.6169333457947</c:v>
                </c:pt>
                <c:pt idx="72">
                  <c:v>831.0297131538391</c:v>
                </c:pt>
                <c:pt idx="73">
                  <c:v>835.5891704559326</c:v>
                </c:pt>
                <c:pt idx="74">
                  <c:v>841.3650393486023</c:v>
                </c:pt>
                <c:pt idx="75">
                  <c:v>827.20547914505</c:v>
                </c:pt>
                <c:pt idx="76">
                  <c:v>836.7776274681091</c:v>
                </c:pt>
                <c:pt idx="77">
                  <c:v>840.393602848053</c:v>
                </c:pt>
                <c:pt idx="78">
                  <c:v>821.9910860061646</c:v>
                </c:pt>
                <c:pt idx="79">
                  <c:v>833.6501121520996</c:v>
                </c:pt>
                <c:pt idx="80">
                  <c:v>838.546097278595</c:v>
                </c:pt>
              </c:numCache>
            </c:numRef>
          </c:yVal>
          <c:smooth val="0"/>
        </c:ser>
        <c:ser>
          <c:idx val="1"/>
          <c:order val="1"/>
          <c:tx>
            <c:strRef>
              <c:f>Sheet1!$B$84</c:f>
              <c:strCache>
                <c:ptCount val="1"/>
                <c:pt idx="0">
                  <c:v>SAC</c:v>
                </c:pt>
              </c:strCache>
            </c:strRef>
          </c:tx>
          <c:spPr>
            <a:ln w="22225">
              <a:solidFill>
                <a:srgbClr val="27924F"/>
              </a:solidFill>
            </a:ln>
          </c:spPr>
          <c:marker>
            <c:symbol val="none"/>
          </c:marker>
          <c:xVal>
            <c:numRef>
              <c:f>Sheet1!$A$85:$A$128</c:f>
              <c:numCache>
                <c:formatCode>General</c:formatCode>
                <c:ptCount val="44"/>
                <c:pt idx="0">
                  <c:v>0.08</c:v>
                </c:pt>
                <c:pt idx="1">
                  <c:v>0.1</c:v>
                </c:pt>
                <c:pt idx="2">
                  <c:v>0.16</c:v>
                </c:pt>
                <c:pt idx="3">
                  <c:v>0.18</c:v>
                </c:pt>
                <c:pt idx="4">
                  <c:v>0.24</c:v>
                </c:pt>
                <c:pt idx="5">
                  <c:v>0.26</c:v>
                </c:pt>
                <c:pt idx="6">
                  <c:v>0.32</c:v>
                </c:pt>
                <c:pt idx="7">
                  <c:v>0.34</c:v>
                </c:pt>
                <c:pt idx="8">
                  <c:v>0.4</c:v>
                </c:pt>
                <c:pt idx="9">
                  <c:v>0.42</c:v>
                </c:pt>
                <c:pt idx="10">
                  <c:v>0.48</c:v>
                </c:pt>
                <c:pt idx="11">
                  <c:v>0.5</c:v>
                </c:pt>
                <c:pt idx="12">
                  <c:v>0.56</c:v>
                </c:pt>
                <c:pt idx="13">
                  <c:v>0.58</c:v>
                </c:pt>
                <c:pt idx="14">
                  <c:v>0.64</c:v>
                </c:pt>
                <c:pt idx="15">
                  <c:v>0.66</c:v>
                </c:pt>
                <c:pt idx="16">
                  <c:v>0.72</c:v>
                </c:pt>
                <c:pt idx="17">
                  <c:v>0.74</c:v>
                </c:pt>
                <c:pt idx="18">
                  <c:v>0.8</c:v>
                </c:pt>
                <c:pt idx="19">
                  <c:v>0.82</c:v>
                </c:pt>
                <c:pt idx="20">
                  <c:v>0.88</c:v>
                </c:pt>
                <c:pt idx="21">
                  <c:v>0.9</c:v>
                </c:pt>
                <c:pt idx="22">
                  <c:v>0.96</c:v>
                </c:pt>
                <c:pt idx="23">
                  <c:v>0.98</c:v>
                </c:pt>
                <c:pt idx="24">
                  <c:v>1.04</c:v>
                </c:pt>
                <c:pt idx="25">
                  <c:v>1.06</c:v>
                </c:pt>
                <c:pt idx="26">
                  <c:v>1.08</c:v>
                </c:pt>
                <c:pt idx="27">
                  <c:v>1.12</c:v>
                </c:pt>
                <c:pt idx="28">
                  <c:v>1.14</c:v>
                </c:pt>
                <c:pt idx="29">
                  <c:v>1.16</c:v>
                </c:pt>
                <c:pt idx="30">
                  <c:v>1.2</c:v>
                </c:pt>
                <c:pt idx="31">
                  <c:v>1.22</c:v>
                </c:pt>
                <c:pt idx="32">
                  <c:v>1.24</c:v>
                </c:pt>
                <c:pt idx="33">
                  <c:v>1.28</c:v>
                </c:pt>
                <c:pt idx="34">
                  <c:v>1.3</c:v>
                </c:pt>
                <c:pt idx="35">
                  <c:v>1.32</c:v>
                </c:pt>
                <c:pt idx="36">
                  <c:v>1.34</c:v>
                </c:pt>
                <c:pt idx="37">
                  <c:v>1.36</c:v>
                </c:pt>
                <c:pt idx="38">
                  <c:v>1.4</c:v>
                </c:pt>
                <c:pt idx="39">
                  <c:v>1.42</c:v>
                </c:pt>
                <c:pt idx="40">
                  <c:v>1.44</c:v>
                </c:pt>
                <c:pt idx="41">
                  <c:v>1.48</c:v>
                </c:pt>
                <c:pt idx="42">
                  <c:v>1.56</c:v>
                </c:pt>
                <c:pt idx="43">
                  <c:v>1.64</c:v>
                </c:pt>
              </c:numCache>
            </c:numRef>
          </c:xVal>
          <c:yVal>
            <c:numRef>
              <c:f>Sheet1!$B$85:$B$128</c:f>
              <c:numCache>
                <c:formatCode>General</c:formatCode>
                <c:ptCount val="44"/>
                <c:pt idx="0">
                  <c:v>70.46330720186234</c:v>
                </c:pt>
                <c:pt idx="1">
                  <c:v>138.44256103038788</c:v>
                </c:pt>
                <c:pt idx="2">
                  <c:v>39.85356539487839</c:v>
                </c:pt>
                <c:pt idx="3">
                  <c:v>-18.252329900860786</c:v>
                </c:pt>
                <c:pt idx="4">
                  <c:v>122.45787680149078</c:v>
                </c:pt>
                <c:pt idx="5">
                  <c:v>134.46548581123352</c:v>
                </c:pt>
                <c:pt idx="6">
                  <c:v>156.0238003730774</c:v>
                </c:pt>
                <c:pt idx="7">
                  <c:v>142.10481941699982</c:v>
                </c:pt>
                <c:pt idx="8">
                  <c:v>389.2209529876709</c:v>
                </c:pt>
                <c:pt idx="9">
                  <c:v>380.8355927467346</c:v>
                </c:pt>
                <c:pt idx="10">
                  <c:v>186.9133859872818</c:v>
                </c:pt>
                <c:pt idx="11">
                  <c:v>165.1030033826828</c:v>
                </c:pt>
                <c:pt idx="12">
                  <c:v>216.74665808677673</c:v>
                </c:pt>
                <c:pt idx="13">
                  <c:v>531.4536690711975</c:v>
                </c:pt>
                <c:pt idx="14">
                  <c:v>261.5291178226471</c:v>
                </c:pt>
                <c:pt idx="15">
                  <c:v>491.19994044303894</c:v>
                </c:pt>
                <c:pt idx="16">
                  <c:v>422.2341775894165</c:v>
                </c:pt>
                <c:pt idx="17">
                  <c:v>539.7066473960876</c:v>
                </c:pt>
                <c:pt idx="18">
                  <c:v>211.330845952034</c:v>
                </c:pt>
                <c:pt idx="19">
                  <c:v>138.68549466133118</c:v>
                </c:pt>
                <c:pt idx="20">
                  <c:v>231.5753847360611</c:v>
                </c:pt>
                <c:pt idx="21">
                  <c:v>794.7753071784973</c:v>
                </c:pt>
                <c:pt idx="22">
                  <c:v>494.93974447250366</c:v>
                </c:pt>
                <c:pt idx="23">
                  <c:v>580.2176594734192</c:v>
                </c:pt>
                <c:pt idx="24">
                  <c:v>365.06620049476624</c:v>
                </c:pt>
                <c:pt idx="25">
                  <c:v>568.6705112457275</c:v>
                </c:pt>
                <c:pt idx="26">
                  <c:v>92.36998856067657</c:v>
                </c:pt>
                <c:pt idx="27">
                  <c:v>142.78246462345123</c:v>
                </c:pt>
                <c:pt idx="28">
                  <c:v>171.77917063236237</c:v>
                </c:pt>
                <c:pt idx="29">
                  <c:v>43.326716870069504</c:v>
                </c:pt>
                <c:pt idx="30">
                  <c:v>420.88988423347473</c:v>
                </c:pt>
                <c:pt idx="31">
                  <c:v>233.9416891336441</c:v>
                </c:pt>
                <c:pt idx="32">
                  <c:v>13.0157470703125</c:v>
                </c:pt>
                <c:pt idx="33">
                  <c:v>550.3134727478027</c:v>
                </c:pt>
                <c:pt idx="34">
                  <c:v>561.2648129463196</c:v>
                </c:pt>
                <c:pt idx="35">
                  <c:v>63.92589211463928</c:v>
                </c:pt>
                <c:pt idx="36">
                  <c:v>756.8440437316895</c:v>
                </c:pt>
                <c:pt idx="37">
                  <c:v>578.8307189941406</c:v>
                </c:pt>
                <c:pt idx="38">
                  <c:v>43.87762024998665</c:v>
                </c:pt>
                <c:pt idx="39">
                  <c:v>584.636390209198</c:v>
                </c:pt>
                <c:pt idx="40">
                  <c:v>544.4352626800537</c:v>
                </c:pt>
                <c:pt idx="41">
                  <c:v>45.45225203037262</c:v>
                </c:pt>
                <c:pt idx="42">
                  <c:v>52.70371213555336</c:v>
                </c:pt>
                <c:pt idx="43">
                  <c:v>87.45435625314713</c:v>
                </c:pt>
              </c:numCache>
            </c:numRef>
          </c:yVal>
          <c:smooth val="0"/>
        </c:ser>
        <c:ser>
          <c:idx val="2"/>
          <c:order val="2"/>
          <c:tx>
            <c:strRef>
              <c:f>Sheet1!$B$130</c:f>
              <c:strCache>
                <c:ptCount val="1"/>
                <c:pt idx="0">
                  <c:v>MA-POCA</c:v>
                </c:pt>
              </c:strCache>
            </c:strRef>
          </c:tx>
          <c:spPr>
            <a:ln w="22225">
              <a:solidFill>
                <a:srgbClr val="E07B18"/>
              </a:solidFill>
            </a:ln>
          </c:spPr>
          <c:marker>
            <c:symbol val="none"/>
          </c:marker>
          <c:xVal>
            <c:numRef>
              <c:f>Sheet1!$A$131:$A$209</c:f>
              <c:numCache>
                <c:formatCode>General</c:formatCode>
                <c:ptCount val="79"/>
                <c:pt idx="0">
                  <c:v>0.08</c:v>
                </c:pt>
                <c:pt idx="1">
                  <c:v>0.1</c:v>
                </c:pt>
                <c:pt idx="2">
                  <c:v>0.16</c:v>
                </c:pt>
                <c:pt idx="3">
                  <c:v>0.2</c:v>
                </c:pt>
                <c:pt idx="4">
                  <c:v>0.22</c:v>
                </c:pt>
                <c:pt idx="5">
                  <c:v>0.24</c:v>
                </c:pt>
                <c:pt idx="6">
                  <c:v>0.26</c:v>
                </c:pt>
                <c:pt idx="7">
                  <c:v>0.28</c:v>
                </c:pt>
                <c:pt idx="8">
                  <c:v>0.3</c:v>
                </c:pt>
                <c:pt idx="9">
                  <c:v>0.32</c:v>
                </c:pt>
                <c:pt idx="10">
                  <c:v>0.34</c:v>
                </c:pt>
                <c:pt idx="11">
                  <c:v>0.36</c:v>
                </c:pt>
                <c:pt idx="12">
                  <c:v>0.38</c:v>
                </c:pt>
                <c:pt idx="13">
                  <c:v>0.4</c:v>
                </c:pt>
                <c:pt idx="14">
                  <c:v>0.42</c:v>
                </c:pt>
                <c:pt idx="15">
                  <c:v>0.44</c:v>
                </c:pt>
                <c:pt idx="16">
                  <c:v>0.46</c:v>
                </c:pt>
                <c:pt idx="17">
                  <c:v>0.48</c:v>
                </c:pt>
                <c:pt idx="18">
                  <c:v>0.5</c:v>
                </c:pt>
                <c:pt idx="19">
                  <c:v>0.52</c:v>
                </c:pt>
                <c:pt idx="20">
                  <c:v>0.54</c:v>
                </c:pt>
                <c:pt idx="21">
                  <c:v>0.56</c:v>
                </c:pt>
                <c:pt idx="22">
                  <c:v>0.58</c:v>
                </c:pt>
                <c:pt idx="23">
                  <c:v>0.6</c:v>
                </c:pt>
                <c:pt idx="24">
                  <c:v>0.62</c:v>
                </c:pt>
                <c:pt idx="25">
                  <c:v>0.64</c:v>
                </c:pt>
                <c:pt idx="26">
                  <c:v>0.66</c:v>
                </c:pt>
                <c:pt idx="27">
                  <c:v>0.68</c:v>
                </c:pt>
                <c:pt idx="28">
                  <c:v>0.7</c:v>
                </c:pt>
                <c:pt idx="29">
                  <c:v>0.72</c:v>
                </c:pt>
                <c:pt idx="30">
                  <c:v>0.74</c:v>
                </c:pt>
                <c:pt idx="31">
                  <c:v>0.76</c:v>
                </c:pt>
                <c:pt idx="32">
                  <c:v>0.78</c:v>
                </c:pt>
                <c:pt idx="33">
                  <c:v>0.8</c:v>
                </c:pt>
                <c:pt idx="34">
                  <c:v>0.82</c:v>
                </c:pt>
                <c:pt idx="35">
                  <c:v>0.84</c:v>
                </c:pt>
                <c:pt idx="36">
                  <c:v>0.86</c:v>
                </c:pt>
                <c:pt idx="37">
                  <c:v>0.88</c:v>
                </c:pt>
                <c:pt idx="38">
                  <c:v>0.9</c:v>
                </c:pt>
                <c:pt idx="39">
                  <c:v>0.92</c:v>
                </c:pt>
                <c:pt idx="40">
                  <c:v>0.94</c:v>
                </c:pt>
                <c:pt idx="41">
                  <c:v>0.96</c:v>
                </c:pt>
                <c:pt idx="42">
                  <c:v>0.98</c:v>
                </c:pt>
                <c:pt idx="43">
                  <c:v>1.0</c:v>
                </c:pt>
                <c:pt idx="44">
                  <c:v>1.02</c:v>
                </c:pt>
                <c:pt idx="45">
                  <c:v>1.04</c:v>
                </c:pt>
                <c:pt idx="46">
                  <c:v>1.06</c:v>
                </c:pt>
                <c:pt idx="47">
                  <c:v>1.08</c:v>
                </c:pt>
                <c:pt idx="48">
                  <c:v>1.1</c:v>
                </c:pt>
                <c:pt idx="49">
                  <c:v>1.12</c:v>
                </c:pt>
                <c:pt idx="50">
                  <c:v>1.14</c:v>
                </c:pt>
                <c:pt idx="51">
                  <c:v>1.16</c:v>
                </c:pt>
                <c:pt idx="52">
                  <c:v>1.18</c:v>
                </c:pt>
                <c:pt idx="53">
                  <c:v>1.2</c:v>
                </c:pt>
                <c:pt idx="54">
                  <c:v>1.22</c:v>
                </c:pt>
                <c:pt idx="55">
                  <c:v>1.24</c:v>
                </c:pt>
                <c:pt idx="56">
                  <c:v>1.26</c:v>
                </c:pt>
                <c:pt idx="57">
                  <c:v>1.28</c:v>
                </c:pt>
                <c:pt idx="58">
                  <c:v>1.3</c:v>
                </c:pt>
                <c:pt idx="59">
                  <c:v>1.32</c:v>
                </c:pt>
                <c:pt idx="60">
                  <c:v>1.34</c:v>
                </c:pt>
                <c:pt idx="61">
                  <c:v>1.36</c:v>
                </c:pt>
                <c:pt idx="62">
                  <c:v>1.38</c:v>
                </c:pt>
                <c:pt idx="63">
                  <c:v>1.4</c:v>
                </c:pt>
                <c:pt idx="64">
                  <c:v>1.42</c:v>
                </c:pt>
                <c:pt idx="65">
                  <c:v>1.44</c:v>
                </c:pt>
                <c:pt idx="66">
                  <c:v>1.46</c:v>
                </c:pt>
                <c:pt idx="67">
                  <c:v>1.48</c:v>
                </c:pt>
                <c:pt idx="68">
                  <c:v>1.5</c:v>
                </c:pt>
                <c:pt idx="69">
                  <c:v>1.52</c:v>
                </c:pt>
                <c:pt idx="70">
                  <c:v>1.54</c:v>
                </c:pt>
                <c:pt idx="71">
                  <c:v>1.56</c:v>
                </c:pt>
                <c:pt idx="72">
                  <c:v>1.58</c:v>
                </c:pt>
                <c:pt idx="73">
                  <c:v>1.6</c:v>
                </c:pt>
                <c:pt idx="74">
                  <c:v>1.62</c:v>
                </c:pt>
                <c:pt idx="75">
                  <c:v>1.64</c:v>
                </c:pt>
                <c:pt idx="76">
                  <c:v>1.66</c:v>
                </c:pt>
                <c:pt idx="77">
                  <c:v>1.68</c:v>
                </c:pt>
                <c:pt idx="78">
                  <c:v>1.7</c:v>
                </c:pt>
              </c:numCache>
            </c:numRef>
          </c:xVal>
          <c:yVal>
            <c:numRef>
              <c:f>Sheet1!$B$131:$B$209</c:f>
              <c:numCache>
                <c:formatCode>General</c:formatCode>
                <c:ptCount val="79"/>
                <c:pt idx="0">
                  <c:v>55.88775873184204</c:v>
                </c:pt>
                <c:pt idx="1">
                  <c:v>12.38593365997076</c:v>
                </c:pt>
                <c:pt idx="2">
                  <c:v>465.93332290649414</c:v>
                </c:pt>
                <c:pt idx="3">
                  <c:v>700.9091973304749</c:v>
                </c:pt>
                <c:pt idx="4">
                  <c:v>686.8705749511719</c:v>
                </c:pt>
                <c:pt idx="5">
                  <c:v>637.9227042198181</c:v>
                </c:pt>
                <c:pt idx="6">
                  <c:v>789.4803881645203</c:v>
                </c:pt>
                <c:pt idx="7">
                  <c:v>766.3202285766602</c:v>
                </c:pt>
                <c:pt idx="8">
                  <c:v>785.3267192840576</c:v>
                </c:pt>
                <c:pt idx="9">
                  <c:v>784.3416929244995</c:v>
                </c:pt>
                <c:pt idx="10">
                  <c:v>782.8755378723145</c:v>
                </c:pt>
                <c:pt idx="11">
                  <c:v>816.7950510978699</c:v>
                </c:pt>
                <c:pt idx="12">
                  <c:v>720.090925693512</c:v>
                </c:pt>
                <c:pt idx="13">
                  <c:v>802.2854328155518</c:v>
                </c:pt>
                <c:pt idx="14">
                  <c:v>556.9528341293335</c:v>
                </c:pt>
                <c:pt idx="15">
                  <c:v>705.3825855255127</c:v>
                </c:pt>
                <c:pt idx="16">
                  <c:v>783.0865383148193</c:v>
                </c:pt>
                <c:pt idx="17">
                  <c:v>623.6798763275146</c:v>
                </c:pt>
                <c:pt idx="18">
                  <c:v>755.3415298461914</c:v>
                </c:pt>
                <c:pt idx="19">
                  <c:v>654.0517807006836</c:v>
                </c:pt>
                <c:pt idx="20">
                  <c:v>761.219322681427</c:v>
                </c:pt>
                <c:pt idx="21">
                  <c:v>835.6873393058777</c:v>
                </c:pt>
                <c:pt idx="22">
                  <c:v>807.2835206985474</c:v>
                </c:pt>
                <c:pt idx="23">
                  <c:v>827.67653465271</c:v>
                </c:pt>
                <c:pt idx="24">
                  <c:v>806.8953156471252</c:v>
                </c:pt>
                <c:pt idx="25">
                  <c:v>813.7893080711365</c:v>
                </c:pt>
                <c:pt idx="26">
                  <c:v>808.8729381561279</c:v>
                </c:pt>
                <c:pt idx="27">
                  <c:v>802.5547862052917</c:v>
                </c:pt>
                <c:pt idx="28">
                  <c:v>804.7260642051697</c:v>
                </c:pt>
                <c:pt idx="29">
                  <c:v>831.2216401100159</c:v>
                </c:pt>
                <c:pt idx="30">
                  <c:v>805.3635954856873</c:v>
                </c:pt>
                <c:pt idx="31">
                  <c:v>812.9934072494507</c:v>
                </c:pt>
                <c:pt idx="32">
                  <c:v>812.4583959579468</c:v>
                </c:pt>
                <c:pt idx="33">
                  <c:v>814.5918846130371</c:v>
                </c:pt>
                <c:pt idx="34">
                  <c:v>801.6031980514526</c:v>
                </c:pt>
                <c:pt idx="35">
                  <c:v>810.6248378753662</c:v>
                </c:pt>
                <c:pt idx="36">
                  <c:v>814.0210509300232</c:v>
                </c:pt>
                <c:pt idx="37">
                  <c:v>803.3376336097717</c:v>
                </c:pt>
                <c:pt idx="38">
                  <c:v>807.9936504364014</c:v>
                </c:pt>
                <c:pt idx="39">
                  <c:v>828.8940191268921</c:v>
                </c:pt>
                <c:pt idx="40">
                  <c:v>812.8216862678528</c:v>
                </c:pt>
                <c:pt idx="41">
                  <c:v>821.8402862548828</c:v>
                </c:pt>
                <c:pt idx="42">
                  <c:v>818.1383609771729</c:v>
                </c:pt>
                <c:pt idx="43">
                  <c:v>815.7683610916138</c:v>
                </c:pt>
                <c:pt idx="44">
                  <c:v>822.854220867157</c:v>
                </c:pt>
                <c:pt idx="45">
                  <c:v>813.9715790748596</c:v>
                </c:pt>
                <c:pt idx="46">
                  <c:v>829.6402096748352</c:v>
                </c:pt>
                <c:pt idx="47">
                  <c:v>826.9670605659485</c:v>
                </c:pt>
                <c:pt idx="48">
                  <c:v>833.6187601089478</c:v>
                </c:pt>
                <c:pt idx="49">
                  <c:v>822.6637244224548</c:v>
                </c:pt>
                <c:pt idx="50">
                  <c:v>826.5579342842102</c:v>
                </c:pt>
                <c:pt idx="51">
                  <c:v>827.6621103286743</c:v>
                </c:pt>
                <c:pt idx="52">
                  <c:v>828.1709551811218</c:v>
                </c:pt>
                <c:pt idx="53">
                  <c:v>816.6874051094055</c:v>
                </c:pt>
                <c:pt idx="54">
                  <c:v>822.0837712287903</c:v>
                </c:pt>
                <c:pt idx="55">
                  <c:v>822.2135901451111</c:v>
                </c:pt>
                <c:pt idx="56">
                  <c:v>825.7284760475159</c:v>
                </c:pt>
                <c:pt idx="57">
                  <c:v>826.4846205711365</c:v>
                </c:pt>
                <c:pt idx="58">
                  <c:v>824.9768614768982</c:v>
                </c:pt>
                <c:pt idx="59">
                  <c:v>831.1713337898254</c:v>
                </c:pt>
                <c:pt idx="60">
                  <c:v>833.2328200340271</c:v>
                </c:pt>
                <c:pt idx="61">
                  <c:v>815.579891204834</c:v>
                </c:pt>
                <c:pt idx="62">
                  <c:v>822.0646381378174</c:v>
                </c:pt>
                <c:pt idx="63">
                  <c:v>839.0930891036987</c:v>
                </c:pt>
                <c:pt idx="64">
                  <c:v>828.4520506858826</c:v>
                </c:pt>
                <c:pt idx="65">
                  <c:v>818.2086944580078</c:v>
                </c:pt>
                <c:pt idx="66">
                  <c:v>824.7901201248169</c:v>
                </c:pt>
                <c:pt idx="67">
                  <c:v>836.4423513412476</c:v>
                </c:pt>
                <c:pt idx="68">
                  <c:v>831.425666809082</c:v>
                </c:pt>
                <c:pt idx="69">
                  <c:v>843.3682322502136</c:v>
                </c:pt>
                <c:pt idx="70">
                  <c:v>819.7113275527954</c:v>
                </c:pt>
                <c:pt idx="71">
                  <c:v>839.6358489990234</c:v>
                </c:pt>
                <c:pt idx="72">
                  <c:v>830.0901055335999</c:v>
                </c:pt>
                <c:pt idx="73">
                  <c:v>840.1747941970825</c:v>
                </c:pt>
                <c:pt idx="74">
                  <c:v>843.9540266990662</c:v>
                </c:pt>
                <c:pt idx="75">
                  <c:v>836.2441062927246</c:v>
                </c:pt>
                <c:pt idx="76">
                  <c:v>839.3951058387756</c:v>
                </c:pt>
                <c:pt idx="77">
                  <c:v>840.7663106918335</c:v>
                </c:pt>
                <c:pt idx="78">
                  <c:v>832.4686288833618</c:v>
                </c:pt>
              </c:numCache>
            </c:numRef>
          </c:yVal>
          <c:smooth val="0"/>
        </c:ser>
        <c:ser>
          <c:idx val="3"/>
          <c:order val="3"/>
          <c:tx>
            <c:strRef>
              <c:f>Sheet1!$B$211</c:f>
              <c:strCache>
                <c:ptCount val="1"/>
                <c:pt idx="0">
                  <c:v>MAPPO</c:v>
                </c:pt>
              </c:strCache>
            </c:strRef>
          </c:tx>
          <c:spPr>
            <a:ln w="22225">
              <a:solidFill>
                <a:srgbClr val="7D3C98"/>
              </a:solidFill>
            </a:ln>
          </c:spPr>
          <c:marker>
            <c:symbol val="none"/>
          </c:marker>
          <c:xVal>
            <c:numRef>
              <c:f>Sheet1!$A$212:$A$290</c:f>
              <c:numCache>
                <c:formatCode>General</c:formatCode>
                <c:ptCount val="79"/>
                <c:pt idx="0">
                  <c:v>0.08</c:v>
                </c:pt>
                <c:pt idx="1">
                  <c:v>0.1</c:v>
                </c:pt>
                <c:pt idx="2">
                  <c:v>0.14</c:v>
                </c:pt>
                <c:pt idx="3">
                  <c:v>0.16</c:v>
                </c:pt>
                <c:pt idx="4">
                  <c:v>0.22</c:v>
                </c:pt>
                <c:pt idx="5">
                  <c:v>0.24</c:v>
                </c:pt>
                <c:pt idx="6">
                  <c:v>0.26</c:v>
                </c:pt>
                <c:pt idx="7">
                  <c:v>0.28</c:v>
                </c:pt>
                <c:pt idx="8">
                  <c:v>0.3</c:v>
                </c:pt>
                <c:pt idx="9">
                  <c:v>0.32</c:v>
                </c:pt>
                <c:pt idx="10">
                  <c:v>0.34</c:v>
                </c:pt>
                <c:pt idx="11">
                  <c:v>0.36</c:v>
                </c:pt>
                <c:pt idx="12">
                  <c:v>0.38</c:v>
                </c:pt>
                <c:pt idx="13">
                  <c:v>0.4</c:v>
                </c:pt>
                <c:pt idx="14">
                  <c:v>0.42</c:v>
                </c:pt>
                <c:pt idx="15">
                  <c:v>0.44</c:v>
                </c:pt>
                <c:pt idx="16">
                  <c:v>0.46</c:v>
                </c:pt>
                <c:pt idx="17">
                  <c:v>0.48</c:v>
                </c:pt>
                <c:pt idx="18">
                  <c:v>0.5</c:v>
                </c:pt>
                <c:pt idx="19">
                  <c:v>0.52</c:v>
                </c:pt>
                <c:pt idx="20">
                  <c:v>0.54</c:v>
                </c:pt>
                <c:pt idx="21">
                  <c:v>0.56</c:v>
                </c:pt>
                <c:pt idx="22">
                  <c:v>0.58</c:v>
                </c:pt>
                <c:pt idx="23">
                  <c:v>0.6</c:v>
                </c:pt>
                <c:pt idx="24">
                  <c:v>0.62</c:v>
                </c:pt>
                <c:pt idx="25">
                  <c:v>0.64</c:v>
                </c:pt>
                <c:pt idx="26">
                  <c:v>0.66</c:v>
                </c:pt>
                <c:pt idx="27">
                  <c:v>0.68</c:v>
                </c:pt>
                <c:pt idx="28">
                  <c:v>0.7</c:v>
                </c:pt>
                <c:pt idx="29">
                  <c:v>0.72</c:v>
                </c:pt>
                <c:pt idx="30">
                  <c:v>0.74</c:v>
                </c:pt>
                <c:pt idx="31">
                  <c:v>0.76</c:v>
                </c:pt>
                <c:pt idx="32">
                  <c:v>0.78</c:v>
                </c:pt>
                <c:pt idx="33">
                  <c:v>0.8</c:v>
                </c:pt>
                <c:pt idx="34">
                  <c:v>0.82</c:v>
                </c:pt>
                <c:pt idx="35">
                  <c:v>0.84</c:v>
                </c:pt>
                <c:pt idx="36">
                  <c:v>0.86</c:v>
                </c:pt>
                <c:pt idx="37">
                  <c:v>0.88</c:v>
                </c:pt>
                <c:pt idx="38">
                  <c:v>0.9</c:v>
                </c:pt>
                <c:pt idx="39">
                  <c:v>0.92</c:v>
                </c:pt>
                <c:pt idx="40">
                  <c:v>0.94</c:v>
                </c:pt>
                <c:pt idx="41">
                  <c:v>0.96</c:v>
                </c:pt>
                <c:pt idx="42">
                  <c:v>0.98</c:v>
                </c:pt>
                <c:pt idx="43">
                  <c:v>1.0</c:v>
                </c:pt>
                <c:pt idx="44">
                  <c:v>1.02</c:v>
                </c:pt>
                <c:pt idx="45">
                  <c:v>1.04</c:v>
                </c:pt>
                <c:pt idx="46">
                  <c:v>1.06</c:v>
                </c:pt>
                <c:pt idx="47">
                  <c:v>1.08</c:v>
                </c:pt>
                <c:pt idx="48">
                  <c:v>1.1</c:v>
                </c:pt>
                <c:pt idx="49">
                  <c:v>1.12</c:v>
                </c:pt>
                <c:pt idx="50">
                  <c:v>1.14</c:v>
                </c:pt>
                <c:pt idx="51">
                  <c:v>1.16</c:v>
                </c:pt>
                <c:pt idx="52">
                  <c:v>1.18</c:v>
                </c:pt>
                <c:pt idx="53">
                  <c:v>1.2</c:v>
                </c:pt>
                <c:pt idx="54">
                  <c:v>1.22</c:v>
                </c:pt>
                <c:pt idx="55">
                  <c:v>1.24</c:v>
                </c:pt>
                <c:pt idx="56">
                  <c:v>1.26</c:v>
                </c:pt>
                <c:pt idx="57">
                  <c:v>1.28</c:v>
                </c:pt>
                <c:pt idx="58">
                  <c:v>1.3</c:v>
                </c:pt>
                <c:pt idx="59">
                  <c:v>1.32</c:v>
                </c:pt>
                <c:pt idx="60">
                  <c:v>1.34</c:v>
                </c:pt>
                <c:pt idx="61">
                  <c:v>1.36</c:v>
                </c:pt>
                <c:pt idx="62">
                  <c:v>1.38</c:v>
                </c:pt>
                <c:pt idx="63">
                  <c:v>1.4</c:v>
                </c:pt>
                <c:pt idx="64">
                  <c:v>1.42</c:v>
                </c:pt>
                <c:pt idx="65">
                  <c:v>1.44</c:v>
                </c:pt>
                <c:pt idx="66">
                  <c:v>1.46</c:v>
                </c:pt>
                <c:pt idx="67">
                  <c:v>1.48</c:v>
                </c:pt>
                <c:pt idx="68">
                  <c:v>1.5</c:v>
                </c:pt>
                <c:pt idx="69">
                  <c:v>1.52</c:v>
                </c:pt>
                <c:pt idx="70">
                  <c:v>1.54</c:v>
                </c:pt>
                <c:pt idx="71">
                  <c:v>1.56</c:v>
                </c:pt>
                <c:pt idx="72">
                  <c:v>1.58</c:v>
                </c:pt>
                <c:pt idx="73">
                  <c:v>1.6</c:v>
                </c:pt>
                <c:pt idx="74">
                  <c:v>1.62</c:v>
                </c:pt>
                <c:pt idx="75">
                  <c:v>1.64</c:v>
                </c:pt>
                <c:pt idx="76">
                  <c:v>1.66</c:v>
                </c:pt>
                <c:pt idx="77">
                  <c:v>1.68</c:v>
                </c:pt>
                <c:pt idx="78">
                  <c:v>1.7</c:v>
                </c:pt>
              </c:numCache>
            </c:numRef>
          </c:xVal>
          <c:yVal>
            <c:numRef>
              <c:f>Sheet1!$B$212:$B$290</c:f>
              <c:numCache>
                <c:formatCode>General</c:formatCode>
                <c:ptCount val="79"/>
                <c:pt idx="0">
                  <c:v>64.92644548416138</c:v>
                </c:pt>
                <c:pt idx="1">
                  <c:v>-18.190711736679077</c:v>
                </c:pt>
                <c:pt idx="2">
                  <c:v>756.1410665512085</c:v>
                </c:pt>
                <c:pt idx="3">
                  <c:v>551.3163208961487</c:v>
                </c:pt>
                <c:pt idx="4">
                  <c:v>591.2657380104065</c:v>
                </c:pt>
                <c:pt idx="5">
                  <c:v>582.4340581893921</c:v>
                </c:pt>
                <c:pt idx="6">
                  <c:v>815.1443004608154</c:v>
                </c:pt>
                <c:pt idx="7">
                  <c:v>840.8240079879761</c:v>
                </c:pt>
                <c:pt idx="8">
                  <c:v>810.8313679695129</c:v>
                </c:pt>
                <c:pt idx="9">
                  <c:v>795.1121926307678</c:v>
                </c:pt>
                <c:pt idx="10">
                  <c:v>813.8272166252136</c:v>
                </c:pt>
                <c:pt idx="11">
                  <c:v>820.2941417694092</c:v>
                </c:pt>
                <c:pt idx="12">
                  <c:v>803.8013577461243</c:v>
                </c:pt>
                <c:pt idx="13">
                  <c:v>804.0951490402222</c:v>
                </c:pt>
                <c:pt idx="14">
                  <c:v>851.9511222839355</c:v>
                </c:pt>
                <c:pt idx="15">
                  <c:v>811.6470575332642</c:v>
                </c:pt>
                <c:pt idx="16">
                  <c:v>779.35791015625</c:v>
                </c:pt>
                <c:pt idx="17">
                  <c:v>799.9582290649414</c:v>
                </c:pt>
                <c:pt idx="18">
                  <c:v>791.1166548728943</c:v>
                </c:pt>
                <c:pt idx="19">
                  <c:v>802.8693199157715</c:v>
                </c:pt>
                <c:pt idx="20">
                  <c:v>812.4151825904846</c:v>
                </c:pt>
                <c:pt idx="21">
                  <c:v>792.7676439285278</c:v>
                </c:pt>
                <c:pt idx="22">
                  <c:v>831.2084078788757</c:v>
                </c:pt>
                <c:pt idx="23">
                  <c:v>792.50168800354</c:v>
                </c:pt>
                <c:pt idx="24">
                  <c:v>818.4757232666016</c:v>
                </c:pt>
                <c:pt idx="25">
                  <c:v>818.5136318206787</c:v>
                </c:pt>
                <c:pt idx="26">
                  <c:v>828.7540674209595</c:v>
                </c:pt>
                <c:pt idx="27">
                  <c:v>828.9421796798706</c:v>
                </c:pt>
                <c:pt idx="28">
                  <c:v>830.0695419311523</c:v>
                </c:pt>
                <c:pt idx="29">
                  <c:v>823.7081170082092</c:v>
                </c:pt>
                <c:pt idx="30">
                  <c:v>809.2759847640991</c:v>
                </c:pt>
                <c:pt idx="31">
                  <c:v>824.8745203018188</c:v>
                </c:pt>
                <c:pt idx="32">
                  <c:v>810.392439365387</c:v>
                </c:pt>
                <c:pt idx="33">
                  <c:v>820.0620412826538</c:v>
                </c:pt>
                <c:pt idx="34">
                  <c:v>832.5703740119934</c:v>
                </c:pt>
                <c:pt idx="35">
                  <c:v>831.4363956451416</c:v>
                </c:pt>
                <c:pt idx="36">
                  <c:v>824.3013024330139</c:v>
                </c:pt>
                <c:pt idx="37">
                  <c:v>814.5120739936829</c:v>
                </c:pt>
                <c:pt idx="38">
                  <c:v>828.5990953445435</c:v>
                </c:pt>
                <c:pt idx="39">
                  <c:v>826.6331553459167</c:v>
                </c:pt>
                <c:pt idx="40">
                  <c:v>823.1445550918579</c:v>
                </c:pt>
                <c:pt idx="41">
                  <c:v>832.0305943489075</c:v>
                </c:pt>
                <c:pt idx="42">
                  <c:v>832.7111601829529</c:v>
                </c:pt>
                <c:pt idx="43">
                  <c:v>829.088568687439</c:v>
                </c:pt>
                <c:pt idx="44">
                  <c:v>835.1848125457764</c:v>
                </c:pt>
                <c:pt idx="45">
                  <c:v>826.4693021774292</c:v>
                </c:pt>
                <c:pt idx="46">
                  <c:v>835.5744481086731</c:v>
                </c:pt>
                <c:pt idx="47">
                  <c:v>838.4199142456055</c:v>
                </c:pt>
                <c:pt idx="48">
                  <c:v>823.7391710281372</c:v>
                </c:pt>
                <c:pt idx="49">
                  <c:v>828.4104466438293</c:v>
                </c:pt>
                <c:pt idx="50">
                  <c:v>811.0275268554688</c:v>
                </c:pt>
                <c:pt idx="51">
                  <c:v>838.9281034469604</c:v>
                </c:pt>
                <c:pt idx="52">
                  <c:v>837.0574712753296</c:v>
                </c:pt>
                <c:pt idx="53">
                  <c:v>830.0511240959167</c:v>
                </c:pt>
                <c:pt idx="54">
                  <c:v>831.4288258552551</c:v>
                </c:pt>
                <c:pt idx="55">
                  <c:v>839.8264646530151</c:v>
                </c:pt>
                <c:pt idx="56">
                  <c:v>832.5916528701782</c:v>
                </c:pt>
                <c:pt idx="57">
                  <c:v>837.7208709716797</c:v>
                </c:pt>
                <c:pt idx="58">
                  <c:v>840.8918976783752</c:v>
                </c:pt>
                <c:pt idx="59">
                  <c:v>846.2578058242798</c:v>
                </c:pt>
                <c:pt idx="60">
                  <c:v>842.1571254730225</c:v>
                </c:pt>
                <c:pt idx="61">
                  <c:v>836.4095091819763</c:v>
                </c:pt>
                <c:pt idx="62">
                  <c:v>837.5499248504639</c:v>
                </c:pt>
                <c:pt idx="63">
                  <c:v>844.5857763290405</c:v>
                </c:pt>
                <c:pt idx="64">
                  <c:v>841.1989212036133</c:v>
                </c:pt>
                <c:pt idx="65">
                  <c:v>844.6797728538513</c:v>
                </c:pt>
                <c:pt idx="66">
                  <c:v>840.225875377655</c:v>
                </c:pt>
                <c:pt idx="67">
                  <c:v>848.1159210205078</c:v>
                </c:pt>
                <c:pt idx="68">
                  <c:v>842.9394364356995</c:v>
                </c:pt>
                <c:pt idx="69">
                  <c:v>841.9786691665649</c:v>
                </c:pt>
                <c:pt idx="70">
                  <c:v>843.786358833313</c:v>
                </c:pt>
                <c:pt idx="71">
                  <c:v>842.1804308891296</c:v>
                </c:pt>
                <c:pt idx="72">
                  <c:v>842.5595760345459</c:v>
                </c:pt>
                <c:pt idx="73">
                  <c:v>836.7449641227722</c:v>
                </c:pt>
                <c:pt idx="74">
                  <c:v>843.801736831665</c:v>
                </c:pt>
                <c:pt idx="75">
                  <c:v>838.708221912384</c:v>
                </c:pt>
                <c:pt idx="76">
                  <c:v>839.5017385482788</c:v>
                </c:pt>
                <c:pt idx="77">
                  <c:v>838.5841250419617</c:v>
                </c:pt>
                <c:pt idx="78">
                  <c:v>841.1783576011658</c:v>
                </c:pt>
              </c:numCache>
            </c:numRef>
          </c:yVal>
          <c:smooth val="0"/>
        </c:ser>
        <c:ser>
          <c:idx val="4"/>
          <c:order val="4"/>
          <c:tx>
            <c:strRef>
              <c:f>Sheet1!$B$292</c:f>
              <c:strCache>
                <c:ptCount val="1"/>
                <c:pt idx="0">
                  <c:v>DQN</c:v>
                </c:pt>
              </c:strCache>
            </c:strRef>
          </c:tx>
          <c:spPr>
            <a:ln w="22225">
              <a:solidFill>
                <a:srgbClr val="C0392B"/>
              </a:solidFill>
            </a:ln>
          </c:spPr>
          <c:marker>
            <c:symbol val="none"/>
          </c:marker>
          <c:xVal>
            <c:numRef>
              <c:f>Sheet1!$A$293:$A$362</c:f>
              <c:numCache>
                <c:formatCode>General</c:formatCode>
                <c:ptCount val="70"/>
                <c:pt idx="0">
                  <c:v>0.08</c:v>
                </c:pt>
                <c:pt idx="1">
                  <c:v>0.1</c:v>
                </c:pt>
                <c:pt idx="2">
                  <c:v>0.16</c:v>
                </c:pt>
                <c:pt idx="3">
                  <c:v>0.18</c:v>
                </c:pt>
                <c:pt idx="4">
                  <c:v>0.24</c:v>
                </c:pt>
                <c:pt idx="5">
                  <c:v>0.26</c:v>
                </c:pt>
                <c:pt idx="6">
                  <c:v>0.32</c:v>
                </c:pt>
                <c:pt idx="7">
                  <c:v>0.34</c:v>
                </c:pt>
                <c:pt idx="8">
                  <c:v>0.4</c:v>
                </c:pt>
                <c:pt idx="9">
                  <c:v>0.48</c:v>
                </c:pt>
                <c:pt idx="10">
                  <c:v>0.52</c:v>
                </c:pt>
                <c:pt idx="11">
                  <c:v>0.54</c:v>
                </c:pt>
                <c:pt idx="12">
                  <c:v>0.56</c:v>
                </c:pt>
                <c:pt idx="13">
                  <c:v>0.58</c:v>
                </c:pt>
                <c:pt idx="14">
                  <c:v>0.6</c:v>
                </c:pt>
                <c:pt idx="15">
                  <c:v>0.62</c:v>
                </c:pt>
                <c:pt idx="16">
                  <c:v>0.64</c:v>
                </c:pt>
                <c:pt idx="17">
                  <c:v>0.66</c:v>
                </c:pt>
                <c:pt idx="18">
                  <c:v>0.68</c:v>
                </c:pt>
                <c:pt idx="19">
                  <c:v>0.7</c:v>
                </c:pt>
                <c:pt idx="20">
                  <c:v>0.72</c:v>
                </c:pt>
                <c:pt idx="21">
                  <c:v>0.74</c:v>
                </c:pt>
                <c:pt idx="22">
                  <c:v>0.76</c:v>
                </c:pt>
                <c:pt idx="23">
                  <c:v>0.78</c:v>
                </c:pt>
                <c:pt idx="24">
                  <c:v>0.8</c:v>
                </c:pt>
                <c:pt idx="25">
                  <c:v>0.82</c:v>
                </c:pt>
                <c:pt idx="26">
                  <c:v>0.84</c:v>
                </c:pt>
                <c:pt idx="27">
                  <c:v>0.86</c:v>
                </c:pt>
                <c:pt idx="28">
                  <c:v>0.88</c:v>
                </c:pt>
                <c:pt idx="29">
                  <c:v>0.9</c:v>
                </c:pt>
                <c:pt idx="30">
                  <c:v>0.92</c:v>
                </c:pt>
                <c:pt idx="31">
                  <c:v>0.94</c:v>
                </c:pt>
                <c:pt idx="32">
                  <c:v>0.96</c:v>
                </c:pt>
                <c:pt idx="33">
                  <c:v>0.98</c:v>
                </c:pt>
                <c:pt idx="34">
                  <c:v>1.0</c:v>
                </c:pt>
                <c:pt idx="35">
                  <c:v>1.02</c:v>
                </c:pt>
                <c:pt idx="36">
                  <c:v>1.04</c:v>
                </c:pt>
                <c:pt idx="37">
                  <c:v>1.06</c:v>
                </c:pt>
                <c:pt idx="38">
                  <c:v>1.08</c:v>
                </c:pt>
                <c:pt idx="39">
                  <c:v>1.1</c:v>
                </c:pt>
                <c:pt idx="40">
                  <c:v>1.12</c:v>
                </c:pt>
                <c:pt idx="41">
                  <c:v>1.14</c:v>
                </c:pt>
                <c:pt idx="42">
                  <c:v>1.16</c:v>
                </c:pt>
                <c:pt idx="43">
                  <c:v>1.18</c:v>
                </c:pt>
                <c:pt idx="44">
                  <c:v>1.2</c:v>
                </c:pt>
                <c:pt idx="45">
                  <c:v>1.22</c:v>
                </c:pt>
                <c:pt idx="46">
                  <c:v>1.24</c:v>
                </c:pt>
                <c:pt idx="47">
                  <c:v>1.26</c:v>
                </c:pt>
                <c:pt idx="48">
                  <c:v>1.28</c:v>
                </c:pt>
                <c:pt idx="49">
                  <c:v>1.3</c:v>
                </c:pt>
                <c:pt idx="50">
                  <c:v>1.32</c:v>
                </c:pt>
                <c:pt idx="51">
                  <c:v>1.34</c:v>
                </c:pt>
                <c:pt idx="52">
                  <c:v>1.36</c:v>
                </c:pt>
                <c:pt idx="53">
                  <c:v>1.38</c:v>
                </c:pt>
                <c:pt idx="54">
                  <c:v>1.4</c:v>
                </c:pt>
                <c:pt idx="55">
                  <c:v>1.42</c:v>
                </c:pt>
                <c:pt idx="56">
                  <c:v>1.44</c:v>
                </c:pt>
                <c:pt idx="57">
                  <c:v>1.46</c:v>
                </c:pt>
                <c:pt idx="58">
                  <c:v>1.48</c:v>
                </c:pt>
                <c:pt idx="59">
                  <c:v>1.5</c:v>
                </c:pt>
                <c:pt idx="60">
                  <c:v>1.52</c:v>
                </c:pt>
                <c:pt idx="61">
                  <c:v>1.54</c:v>
                </c:pt>
                <c:pt idx="62">
                  <c:v>1.56</c:v>
                </c:pt>
                <c:pt idx="63">
                  <c:v>1.58</c:v>
                </c:pt>
                <c:pt idx="64">
                  <c:v>1.6</c:v>
                </c:pt>
                <c:pt idx="65">
                  <c:v>1.62</c:v>
                </c:pt>
                <c:pt idx="66">
                  <c:v>1.64</c:v>
                </c:pt>
                <c:pt idx="67">
                  <c:v>1.66</c:v>
                </c:pt>
                <c:pt idx="68">
                  <c:v>1.68</c:v>
                </c:pt>
                <c:pt idx="69">
                  <c:v>1.7</c:v>
                </c:pt>
              </c:numCache>
            </c:numRef>
          </c:xVal>
          <c:yVal>
            <c:numRef>
              <c:f>Sheet1!$B$293:$B$362</c:f>
              <c:numCache>
                <c:formatCode>General</c:formatCode>
                <c:ptCount val="70"/>
                <c:pt idx="0">
                  <c:v>47.957051545381546</c:v>
                </c:pt>
                <c:pt idx="1">
                  <c:v>76.14648342132568</c:v>
                </c:pt>
                <c:pt idx="2">
                  <c:v>69.40571218729019</c:v>
                </c:pt>
                <c:pt idx="3">
                  <c:v>64.2693042755127</c:v>
                </c:pt>
                <c:pt idx="4">
                  <c:v>280.9751331806183</c:v>
                </c:pt>
                <c:pt idx="5">
                  <c:v>172.923743724823</c:v>
                </c:pt>
                <c:pt idx="6">
                  <c:v>390.7742202281952</c:v>
                </c:pt>
                <c:pt idx="7">
                  <c:v>65.26128202676773</c:v>
                </c:pt>
                <c:pt idx="8">
                  <c:v>492.50328540802</c:v>
                </c:pt>
                <c:pt idx="9">
                  <c:v>572.8408098220825</c:v>
                </c:pt>
                <c:pt idx="10">
                  <c:v>734.1011166572571</c:v>
                </c:pt>
                <c:pt idx="11">
                  <c:v>815.709114074707</c:v>
                </c:pt>
                <c:pt idx="12">
                  <c:v>663.6084914207458</c:v>
                </c:pt>
                <c:pt idx="13">
                  <c:v>798.7043261528015</c:v>
                </c:pt>
                <c:pt idx="14">
                  <c:v>790.5831933021545</c:v>
                </c:pt>
                <c:pt idx="15">
                  <c:v>477.621853351593</c:v>
                </c:pt>
                <c:pt idx="16">
                  <c:v>807.7263832092285</c:v>
                </c:pt>
                <c:pt idx="17">
                  <c:v>728.6309599876404</c:v>
                </c:pt>
                <c:pt idx="18">
                  <c:v>764.2765045166016</c:v>
                </c:pt>
                <c:pt idx="19">
                  <c:v>735.8794808387756</c:v>
                </c:pt>
                <c:pt idx="20">
                  <c:v>727.7159690856934</c:v>
                </c:pt>
                <c:pt idx="21">
                  <c:v>795.8807945251465</c:v>
                </c:pt>
                <c:pt idx="22">
                  <c:v>830.5495977401733</c:v>
                </c:pt>
                <c:pt idx="23">
                  <c:v>630.9739947319031</c:v>
                </c:pt>
                <c:pt idx="24">
                  <c:v>823.6290216445923</c:v>
                </c:pt>
                <c:pt idx="25">
                  <c:v>806.8757653236389</c:v>
                </c:pt>
                <c:pt idx="26">
                  <c:v>813.7801289558411</c:v>
                </c:pt>
                <c:pt idx="27">
                  <c:v>790.5660271644592</c:v>
                </c:pt>
                <c:pt idx="28">
                  <c:v>770.259439945221</c:v>
                </c:pt>
                <c:pt idx="29">
                  <c:v>823.2758045196533</c:v>
                </c:pt>
                <c:pt idx="30">
                  <c:v>775.9075164794922</c:v>
                </c:pt>
                <c:pt idx="31">
                  <c:v>806.0415387153625</c:v>
                </c:pt>
                <c:pt idx="32">
                  <c:v>801.0459542274475</c:v>
                </c:pt>
                <c:pt idx="33">
                  <c:v>815.3239488601685</c:v>
                </c:pt>
                <c:pt idx="34">
                  <c:v>704.3974995613098</c:v>
                </c:pt>
                <c:pt idx="35">
                  <c:v>607.1178317070007</c:v>
                </c:pt>
                <c:pt idx="36">
                  <c:v>785.3338122367859</c:v>
                </c:pt>
                <c:pt idx="37">
                  <c:v>792.2419309616089</c:v>
                </c:pt>
                <c:pt idx="38">
                  <c:v>772.8997468948364</c:v>
                </c:pt>
                <c:pt idx="39">
                  <c:v>775.0096917152405</c:v>
                </c:pt>
                <c:pt idx="40">
                  <c:v>815.690279006958</c:v>
                </c:pt>
                <c:pt idx="41">
                  <c:v>808.474063873291</c:v>
                </c:pt>
                <c:pt idx="42">
                  <c:v>775.4831910133362</c:v>
                </c:pt>
                <c:pt idx="43">
                  <c:v>823.4075307846069</c:v>
                </c:pt>
                <c:pt idx="44">
                  <c:v>756.7870616912842</c:v>
                </c:pt>
                <c:pt idx="45">
                  <c:v>788.753867149353</c:v>
                </c:pt>
                <c:pt idx="46">
                  <c:v>787.796676158905</c:v>
                </c:pt>
                <c:pt idx="47">
                  <c:v>778.7820100784302</c:v>
                </c:pt>
                <c:pt idx="48">
                  <c:v>815.7714605331421</c:v>
                </c:pt>
                <c:pt idx="49">
                  <c:v>791.3069128990173</c:v>
                </c:pt>
                <c:pt idx="50">
                  <c:v>804.0530681610107</c:v>
                </c:pt>
                <c:pt idx="51">
                  <c:v>815.096914768219</c:v>
                </c:pt>
                <c:pt idx="52">
                  <c:v>810.9303116798401</c:v>
                </c:pt>
                <c:pt idx="53">
                  <c:v>760.9439492225647</c:v>
                </c:pt>
                <c:pt idx="54">
                  <c:v>835.7846736907959</c:v>
                </c:pt>
                <c:pt idx="55">
                  <c:v>783.1594347953796</c:v>
                </c:pt>
                <c:pt idx="56">
                  <c:v>805.2850365638733</c:v>
                </c:pt>
                <c:pt idx="57">
                  <c:v>784.4702005386353</c:v>
                </c:pt>
                <c:pt idx="58">
                  <c:v>792.0003533363342</c:v>
                </c:pt>
                <c:pt idx="59">
                  <c:v>820.0794458389282</c:v>
                </c:pt>
                <c:pt idx="60">
                  <c:v>821.5180039405823</c:v>
                </c:pt>
                <c:pt idx="61">
                  <c:v>799.8436093330383</c:v>
                </c:pt>
                <c:pt idx="62">
                  <c:v>826.4227509498596</c:v>
                </c:pt>
                <c:pt idx="63">
                  <c:v>794.8935627937317</c:v>
                </c:pt>
                <c:pt idx="64">
                  <c:v>801.8754720687866</c:v>
                </c:pt>
                <c:pt idx="65">
                  <c:v>773.4957933425903</c:v>
                </c:pt>
                <c:pt idx="66">
                  <c:v>800.5359768867493</c:v>
                </c:pt>
                <c:pt idx="67">
                  <c:v>805.1196932792664</c:v>
                </c:pt>
                <c:pt idx="68">
                  <c:v>830.0474882125854</c:v>
                </c:pt>
                <c:pt idx="69">
                  <c:v>797.0830202102661</c:v>
                </c:pt>
              </c:numCache>
            </c:numRef>
          </c:yVal>
          <c:smooth val="0"/>
        </c:ser>
        <c:axId val="-2128940872"/>
        <c:axId val="-2129643912"/>
      </c:scatterChart>
      <c:valAx>
        <c:axId val="-2128940872"/>
        <c:scaling>
          <c:orientation val="minMax"/>
          <c:max val="1.7"/>
          <c:min val="0.0"/>
        </c:scaling>
        <c:delete val="0"/>
        <c:axPos val="b"/>
        <c:title>
          <c:tx>
            <c:rich>
              <a:bodyPr/>
              <a:lstStyle/>
              <a:p>
                <a:r>
                  <a:rPr sz="950" b="0">
                    <a:solidFill>
                      <a:srgbClr val="666E7E"/>
                    </a:solidFill>
                    <a:latin typeface="Calibri"/>
                  </a:rPr>
                  <a:t>Số bước huấn luyện (triệu)</a:t>
                </a:r>
              </a:p>
            </c:rich>
          </c:tx>
          <c:layout/>
          <c:overlay val="0"/>
        </c:title>
        <c:numFmt formatCode="0.0" sourceLinked="0"/>
        <c:majorTickMark val="out"/>
        <c:minorTickMark val="none"/>
        <c:tickLblPos val="nextTo"/>
        <c:spPr>
          <a:ln>
            <a:solidFill>
              <a:srgbClr val="D5DCEA"/>
            </a:solidFill>
          </a:ln>
        </c:spPr>
        <c:txPr>
          <a:bodyPr/>
          <a:lstStyle/>
          <a:p>
            <a:pPr>
              <a:defRPr sz="950">
                <a:solidFill>
                  <a:srgbClr val="666E7E"/>
                </a:solidFill>
                <a:latin typeface="Calibri"/>
              </a:defRPr>
            </a:pPr>
          </a:p>
        </c:txPr>
        <c:crossAx val="-2129643912"/>
        <c:crosses val="autoZero"/>
        <c:crossBetween val="midCat"/>
        <c:majorUnit val="0.2"/>
      </c:valAx>
      <c:valAx>
        <c:axId val="-2129643912"/>
        <c:scaling>
          <c:orientation val="minMax"/>
          <c:max val="1000.0"/>
          <c:min val="-200.0"/>
        </c:scaling>
        <c:delete val="0"/>
        <c:axPos val="l"/>
        <c:majorGridlines>
          <c:spPr>
            <a:ln w="9525">
              <a:solidFill>
                <a:srgbClr val="E8ECF3"/>
              </a:solidFill>
            </a:ln>
          </c:spPr>
        </c:majorGridlines>
        <c:title>
          <c:tx>
            <c:rich>
              <a:bodyPr/>
              <a:lstStyle/>
              <a:p>
                <a:r>
                  <a:rPr sz="950" b="0">
                    <a:solidFill>
                      <a:srgbClr val="666E7E"/>
                    </a:solidFill>
                    <a:latin typeface="Calibri"/>
                  </a:rPr>
                  <a:t>Phần thưởng tích lũy</a:t>
                </a:r>
              </a:p>
            </c:rich>
          </c:tx>
          <c:layout/>
          <c:overlay val="0"/>
        </c:title>
        <c:numFmt formatCode="0&quot;,&quot;000" sourceLinked="0"/>
        <c:majorTickMark val="out"/>
        <c:minorTickMark val="none"/>
        <c:tickLblPos val="nextTo"/>
        <c:spPr>
          <a:ln>
            <a:solidFill>
              <a:srgbClr val="D5DCEA"/>
            </a:solidFill>
          </a:ln>
        </c:spPr>
        <c:txPr>
          <a:bodyPr/>
          <a:lstStyle/>
          <a:p>
            <a:pPr>
              <a:defRPr sz="950">
                <a:solidFill>
                  <a:srgbClr val="666E7E"/>
                </a:solidFill>
                <a:latin typeface="Calibri"/>
              </a:defRPr>
            </a:pPr>
          </a:p>
        </c:txPr>
        <c:crossAx val="-2128940872"/>
        <c:crosses val="autoZero"/>
        <c:crossBetween val="midCat"/>
        <c:majorUnit val="200.0"/>
      </c:valAx>
    </c:plotArea>
    <c:legend>
      <c:legendPos val="t"/>
      <c:layout/>
      <c:overlay val="0"/>
      <c:txPr>
        <a:bodyPr/>
        <a:lstStyle/>
        <a:p>
          <a:pPr>
            <a:defRPr sz="1050">
              <a:solidFill>
                <a:srgbClr val="2B2B2B"/>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PPO</c:v>
                </c:pt>
              </c:strCache>
            </c:strRef>
          </c:tx>
          <c:spPr>
            <a:ln w="22225">
              <a:solidFill>
                <a:srgbClr val="2E86C1"/>
              </a:solidFill>
            </a:ln>
          </c:spPr>
          <c:marker>
            <c:symbol val="none"/>
          </c:marker>
          <c:xVal>
            <c:numRef>
              <c:f>Sheet1!$A$2:$A$199</c:f>
              <c:numCache>
                <c:formatCode>General</c:formatCode>
                <c:ptCount val="198"/>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1.03</c:v>
                </c:pt>
                <c:pt idx="101">
                  <c:v>1.04</c:v>
                </c:pt>
                <c:pt idx="102">
                  <c:v>1.05</c:v>
                </c:pt>
                <c:pt idx="103">
                  <c:v>1.06</c:v>
                </c:pt>
                <c:pt idx="104">
                  <c:v>1.07</c:v>
                </c:pt>
                <c:pt idx="105">
                  <c:v>1.08</c:v>
                </c:pt>
                <c:pt idx="106">
                  <c:v>1.09</c:v>
                </c:pt>
                <c:pt idx="107">
                  <c:v>1.1</c:v>
                </c:pt>
                <c:pt idx="108">
                  <c:v>1.11</c:v>
                </c:pt>
                <c:pt idx="109">
                  <c:v>1.12</c:v>
                </c:pt>
                <c:pt idx="110">
                  <c:v>1.13</c:v>
                </c:pt>
                <c:pt idx="111">
                  <c:v>1.14</c:v>
                </c:pt>
                <c:pt idx="112">
                  <c:v>1.15</c:v>
                </c:pt>
                <c:pt idx="113">
                  <c:v>1.16</c:v>
                </c:pt>
                <c:pt idx="114">
                  <c:v>1.17</c:v>
                </c:pt>
                <c:pt idx="115">
                  <c:v>1.18</c:v>
                </c:pt>
                <c:pt idx="116">
                  <c:v>1.19</c:v>
                </c:pt>
                <c:pt idx="117">
                  <c:v>1.2</c:v>
                </c:pt>
                <c:pt idx="118">
                  <c:v>1.21</c:v>
                </c:pt>
                <c:pt idx="119">
                  <c:v>1.22</c:v>
                </c:pt>
                <c:pt idx="120">
                  <c:v>1.23</c:v>
                </c:pt>
                <c:pt idx="121">
                  <c:v>1.24</c:v>
                </c:pt>
                <c:pt idx="122">
                  <c:v>1.25</c:v>
                </c:pt>
                <c:pt idx="123">
                  <c:v>1.26</c:v>
                </c:pt>
                <c:pt idx="124">
                  <c:v>1.27</c:v>
                </c:pt>
                <c:pt idx="125">
                  <c:v>1.28</c:v>
                </c:pt>
                <c:pt idx="126">
                  <c:v>1.29</c:v>
                </c:pt>
                <c:pt idx="127">
                  <c:v>1.3</c:v>
                </c:pt>
                <c:pt idx="128">
                  <c:v>1.31</c:v>
                </c:pt>
                <c:pt idx="129">
                  <c:v>1.32</c:v>
                </c:pt>
                <c:pt idx="130">
                  <c:v>1.33</c:v>
                </c:pt>
                <c:pt idx="131">
                  <c:v>1.34</c:v>
                </c:pt>
                <c:pt idx="132">
                  <c:v>1.35</c:v>
                </c:pt>
                <c:pt idx="133">
                  <c:v>1.36</c:v>
                </c:pt>
                <c:pt idx="134">
                  <c:v>1.37</c:v>
                </c:pt>
                <c:pt idx="135">
                  <c:v>1.38</c:v>
                </c:pt>
                <c:pt idx="136">
                  <c:v>1.39</c:v>
                </c:pt>
                <c:pt idx="137">
                  <c:v>1.4</c:v>
                </c:pt>
                <c:pt idx="138">
                  <c:v>1.41</c:v>
                </c:pt>
                <c:pt idx="139">
                  <c:v>1.42</c:v>
                </c:pt>
                <c:pt idx="140">
                  <c:v>1.43</c:v>
                </c:pt>
                <c:pt idx="141">
                  <c:v>1.44</c:v>
                </c:pt>
                <c:pt idx="142">
                  <c:v>1.45</c:v>
                </c:pt>
                <c:pt idx="143">
                  <c:v>1.46</c:v>
                </c:pt>
                <c:pt idx="144">
                  <c:v>1.47</c:v>
                </c:pt>
                <c:pt idx="145">
                  <c:v>1.48</c:v>
                </c:pt>
                <c:pt idx="146">
                  <c:v>1.49</c:v>
                </c:pt>
                <c:pt idx="147">
                  <c:v>1.5</c:v>
                </c:pt>
                <c:pt idx="148">
                  <c:v>1.51</c:v>
                </c:pt>
                <c:pt idx="149">
                  <c:v>1.52</c:v>
                </c:pt>
                <c:pt idx="150">
                  <c:v>1.53</c:v>
                </c:pt>
                <c:pt idx="151">
                  <c:v>1.54</c:v>
                </c:pt>
                <c:pt idx="152">
                  <c:v>1.55</c:v>
                </c:pt>
                <c:pt idx="153">
                  <c:v>1.56</c:v>
                </c:pt>
                <c:pt idx="154">
                  <c:v>1.57</c:v>
                </c:pt>
                <c:pt idx="155">
                  <c:v>1.58</c:v>
                </c:pt>
                <c:pt idx="156">
                  <c:v>1.59</c:v>
                </c:pt>
                <c:pt idx="157">
                  <c:v>1.6</c:v>
                </c:pt>
                <c:pt idx="158">
                  <c:v>1.61</c:v>
                </c:pt>
                <c:pt idx="159">
                  <c:v>1.62</c:v>
                </c:pt>
                <c:pt idx="160">
                  <c:v>1.63</c:v>
                </c:pt>
                <c:pt idx="161">
                  <c:v>1.64</c:v>
                </c:pt>
                <c:pt idx="162">
                  <c:v>1.65</c:v>
                </c:pt>
                <c:pt idx="163">
                  <c:v>1.66</c:v>
                </c:pt>
                <c:pt idx="164">
                  <c:v>1.67</c:v>
                </c:pt>
                <c:pt idx="165">
                  <c:v>1.68</c:v>
                </c:pt>
                <c:pt idx="166">
                  <c:v>1.69</c:v>
                </c:pt>
                <c:pt idx="167">
                  <c:v>1.7</c:v>
                </c:pt>
                <c:pt idx="168">
                  <c:v>1.71</c:v>
                </c:pt>
                <c:pt idx="169">
                  <c:v>1.72</c:v>
                </c:pt>
                <c:pt idx="170">
                  <c:v>1.73</c:v>
                </c:pt>
                <c:pt idx="171">
                  <c:v>1.74</c:v>
                </c:pt>
                <c:pt idx="172">
                  <c:v>1.75</c:v>
                </c:pt>
                <c:pt idx="173">
                  <c:v>1.76</c:v>
                </c:pt>
                <c:pt idx="174">
                  <c:v>1.77</c:v>
                </c:pt>
                <c:pt idx="175">
                  <c:v>1.78</c:v>
                </c:pt>
                <c:pt idx="176">
                  <c:v>1.79</c:v>
                </c:pt>
                <c:pt idx="177">
                  <c:v>1.8</c:v>
                </c:pt>
                <c:pt idx="178">
                  <c:v>1.81</c:v>
                </c:pt>
                <c:pt idx="179">
                  <c:v>1.82</c:v>
                </c:pt>
                <c:pt idx="180">
                  <c:v>1.83</c:v>
                </c:pt>
                <c:pt idx="181">
                  <c:v>1.84</c:v>
                </c:pt>
                <c:pt idx="182">
                  <c:v>1.85</c:v>
                </c:pt>
                <c:pt idx="183">
                  <c:v>1.86</c:v>
                </c:pt>
                <c:pt idx="184">
                  <c:v>1.87</c:v>
                </c:pt>
                <c:pt idx="185">
                  <c:v>1.88</c:v>
                </c:pt>
                <c:pt idx="186">
                  <c:v>1.89</c:v>
                </c:pt>
                <c:pt idx="187">
                  <c:v>1.9</c:v>
                </c:pt>
                <c:pt idx="188">
                  <c:v>1.91</c:v>
                </c:pt>
                <c:pt idx="189">
                  <c:v>1.92</c:v>
                </c:pt>
                <c:pt idx="190">
                  <c:v>1.93</c:v>
                </c:pt>
                <c:pt idx="191">
                  <c:v>1.94</c:v>
                </c:pt>
                <c:pt idx="192">
                  <c:v>1.95</c:v>
                </c:pt>
                <c:pt idx="193">
                  <c:v>1.96</c:v>
                </c:pt>
                <c:pt idx="194">
                  <c:v>1.97</c:v>
                </c:pt>
                <c:pt idx="195">
                  <c:v>1.98</c:v>
                </c:pt>
                <c:pt idx="196">
                  <c:v>1.99</c:v>
                </c:pt>
                <c:pt idx="197">
                  <c:v>2.0</c:v>
                </c:pt>
              </c:numCache>
            </c:numRef>
          </c:xVal>
          <c:yVal>
            <c:numRef>
              <c:f>Sheet1!$B$2:$B$199</c:f>
              <c:numCache>
                <c:formatCode>General</c:formatCode>
                <c:ptCount val="198"/>
                <c:pt idx="0">
                  <c:v>-2.2222225088626146</c:v>
                </c:pt>
                <c:pt idx="1">
                  <c:v>7.232704199850559</c:v>
                </c:pt>
                <c:pt idx="2">
                  <c:v>49.8175173997879</c:v>
                </c:pt>
                <c:pt idx="3">
                  <c:v>13.437499292194843</c:v>
                </c:pt>
                <c:pt idx="4">
                  <c:v>24.101795628666878</c:v>
                </c:pt>
                <c:pt idx="5">
                  <c:v>45.28571292757988</c:v>
                </c:pt>
                <c:pt idx="6">
                  <c:v>87.75000274181366</c:v>
                </c:pt>
                <c:pt idx="7">
                  <c:v>120.79741060733795</c:v>
                </c:pt>
                <c:pt idx="8">
                  <c:v>162.55319118499756</c:v>
                </c:pt>
                <c:pt idx="9">
                  <c:v>135.63433289527893</c:v>
                </c:pt>
                <c:pt idx="10">
                  <c:v>166.03942215442657</c:v>
                </c:pt>
                <c:pt idx="11">
                  <c:v>195.43009996414185</c:v>
                </c:pt>
                <c:pt idx="12">
                  <c:v>162.62711584568024</c:v>
                </c:pt>
                <c:pt idx="13">
                  <c:v>210.74999868869781</c:v>
                </c:pt>
                <c:pt idx="14">
                  <c:v>178.0032515525818</c:v>
                </c:pt>
                <c:pt idx="15">
                  <c:v>223.78641366958618</c:v>
                </c:pt>
                <c:pt idx="16">
                  <c:v>258.95270705223083</c:v>
                </c:pt>
                <c:pt idx="17">
                  <c:v>278.31631898880005</c:v>
                </c:pt>
                <c:pt idx="18">
                  <c:v>250.16778707504272</c:v>
                </c:pt>
                <c:pt idx="19">
                  <c:v>297.34981060028076</c:v>
                </c:pt>
                <c:pt idx="20">
                  <c:v>253.911554813385</c:v>
                </c:pt>
                <c:pt idx="21">
                  <c:v>355.18181324005127</c:v>
                </c:pt>
                <c:pt idx="22">
                  <c:v>290.10599851608276</c:v>
                </c:pt>
                <c:pt idx="23">
                  <c:v>333.935022354126</c:v>
                </c:pt>
                <c:pt idx="24">
                  <c:v>398.45559000968933</c:v>
                </c:pt>
                <c:pt idx="25">
                  <c:v>416.53844714164734</c:v>
                </c:pt>
                <c:pt idx="26">
                  <c:v>391.1654055118561</c:v>
                </c:pt>
                <c:pt idx="27">
                  <c:v>462.5000059604645</c:v>
                </c:pt>
                <c:pt idx="28">
                  <c:v>461.2179398536682</c:v>
                </c:pt>
                <c:pt idx="29">
                  <c:v>447.7550983428955</c:v>
                </c:pt>
                <c:pt idx="30">
                  <c:v>513.5593414306641</c:v>
                </c:pt>
                <c:pt idx="31">
                  <c:v>467.87235140800476</c:v>
                </c:pt>
                <c:pt idx="32">
                  <c:v>476.31004452705383</c:v>
                </c:pt>
                <c:pt idx="33">
                  <c:v>616.2322163581848</c:v>
                </c:pt>
                <c:pt idx="34">
                  <c:v>553.935170173645</c:v>
                </c:pt>
                <c:pt idx="35">
                  <c:v>518.488347530365</c:v>
                </c:pt>
                <c:pt idx="36">
                  <c:v>567.1116709709167</c:v>
                </c:pt>
                <c:pt idx="37">
                  <c:v>496.6517984867096</c:v>
                </c:pt>
                <c:pt idx="38">
                  <c:v>515.7110095024109</c:v>
                </c:pt>
                <c:pt idx="39">
                  <c:v>487.50001192092896</c:v>
                </c:pt>
                <c:pt idx="40">
                  <c:v>472.12499380111694</c:v>
                </c:pt>
                <c:pt idx="41">
                  <c:v>575.276255607605</c:v>
                </c:pt>
                <c:pt idx="42">
                  <c:v>553.3519387245178</c:v>
                </c:pt>
                <c:pt idx="43">
                  <c:v>490.3954863548279</c:v>
                </c:pt>
                <c:pt idx="44">
                  <c:v>563.3136034011841</c:v>
                </c:pt>
                <c:pt idx="45">
                  <c:v>526.9230604171753</c:v>
                </c:pt>
                <c:pt idx="46">
                  <c:v>472.15569019317627</c:v>
                </c:pt>
                <c:pt idx="47">
                  <c:v>530.2083492279053</c:v>
                </c:pt>
                <c:pt idx="48">
                  <c:v>615.6250238418579</c:v>
                </c:pt>
                <c:pt idx="49">
                  <c:v>408.6538553237915</c:v>
                </c:pt>
                <c:pt idx="50">
                  <c:v>460.16666293144226</c:v>
                </c:pt>
                <c:pt idx="51">
                  <c:v>417.4460470676422</c:v>
                </c:pt>
                <c:pt idx="52">
                  <c:v>450.8928656578064</c:v>
                </c:pt>
                <c:pt idx="53">
                  <c:v>542.5620079040527</c:v>
                </c:pt>
                <c:pt idx="54">
                  <c:v>591.7372703552246</c:v>
                </c:pt>
                <c:pt idx="55">
                  <c:v>537.3893976211548</c:v>
                </c:pt>
                <c:pt idx="56">
                  <c:v>538.7499928474426</c:v>
                </c:pt>
                <c:pt idx="57">
                  <c:v>563.829779624939</c:v>
                </c:pt>
                <c:pt idx="58">
                  <c:v>501.7361044883728</c:v>
                </c:pt>
                <c:pt idx="59">
                  <c:v>725.4464030265808</c:v>
                </c:pt>
                <c:pt idx="60">
                  <c:v>539.7959351539612</c:v>
                </c:pt>
                <c:pt idx="61">
                  <c:v>681.8965673446655</c:v>
                </c:pt>
                <c:pt idx="62">
                  <c:v>609.5238327980042</c:v>
                </c:pt>
                <c:pt idx="63">
                  <c:v>286.9565188884735</c:v>
                </c:pt>
                <c:pt idx="64">
                  <c:v>487.50001192092896</c:v>
                </c:pt>
                <c:pt idx="65">
                  <c:v>440.90908765792847</c:v>
                </c:pt>
                <c:pt idx="66">
                  <c:v>295.3124940395355</c:v>
                </c:pt>
                <c:pt idx="67">
                  <c:v>589.9999737739563</c:v>
                </c:pt>
                <c:pt idx="68">
                  <c:v>514.4736766815186</c:v>
                </c:pt>
                <c:pt idx="69">
                  <c:v>487.50001192092896</c:v>
                </c:pt>
                <c:pt idx="70">
                  <c:v>267.8571343421936</c:v>
                </c:pt>
                <c:pt idx="71">
                  <c:v>511.904776096344</c:v>
                </c:pt>
                <c:pt idx="72">
                  <c:v>658.3333611488342</c:v>
                </c:pt>
                <c:pt idx="73">
                  <c:v>688.043475151062</c:v>
                </c:pt>
                <c:pt idx="74">
                  <c:v>534.0909361839294</c:v>
                </c:pt>
                <c:pt idx="75">
                  <c:v>612.162172794342</c:v>
                </c:pt>
                <c:pt idx="76">
                  <c:v>692.4999952316284</c:v>
                </c:pt>
                <c:pt idx="77">
                  <c:v>524.9999761581421</c:v>
                </c:pt>
                <c:pt idx="78">
                  <c:v>570.9302425384521</c:v>
                </c:pt>
                <c:pt idx="79">
                  <c:v>763.4615302085876</c:v>
                </c:pt>
                <c:pt idx="80">
                  <c:v>795.0000166893005</c:v>
                </c:pt>
                <c:pt idx="81">
                  <c:v>605.7692170143127</c:v>
                </c:pt>
                <c:pt idx="82">
                  <c:v>572.9166865348816</c:v>
                </c:pt>
                <c:pt idx="83">
                  <c:v>521.6666460037231</c:v>
                </c:pt>
                <c:pt idx="84">
                  <c:v>853.5714149475098</c:v>
                </c:pt>
                <c:pt idx="85">
                  <c:v>658.3333611488342</c:v>
                </c:pt>
                <c:pt idx="86">
                  <c:v>589.9999737739563</c:v>
                </c:pt>
                <c:pt idx="87">
                  <c:v>469.8275923728943</c:v>
                </c:pt>
                <c:pt idx="88">
                  <c:v>743.7499761581421</c:v>
                </c:pt>
                <c:pt idx="89">
                  <c:v>658.3333611488342</c:v>
                </c:pt>
                <c:pt idx="90">
                  <c:v>555.8333396911621</c:v>
                </c:pt>
                <c:pt idx="91">
                  <c:v>777.1739363670349</c:v>
                </c:pt>
                <c:pt idx="92">
                  <c:v>784.2105031013489</c:v>
                </c:pt>
                <c:pt idx="93">
                  <c:v>692.4999952316284</c:v>
                </c:pt>
                <c:pt idx="94">
                  <c:v>572.9166865348816</c:v>
                </c:pt>
                <c:pt idx="95">
                  <c:v>829.1666507720947</c:v>
                </c:pt>
                <c:pt idx="96">
                  <c:v>560.7143044471741</c:v>
                </c:pt>
                <c:pt idx="97">
                  <c:v>487.50001192092896</c:v>
                </c:pt>
                <c:pt idx="98">
                  <c:v>487.50001192092896</c:v>
                </c:pt>
                <c:pt idx="99">
                  <c:v>1000.0</c:v>
                </c:pt>
                <c:pt idx="100">
                  <c:v>1000.0</c:v>
                </c:pt>
                <c:pt idx="101">
                  <c:v>1000.0</c:v>
                </c:pt>
                <c:pt idx="102">
                  <c:v>487.50001192092896</c:v>
                </c:pt>
                <c:pt idx="103">
                  <c:v>743.7499761581421</c:v>
                </c:pt>
                <c:pt idx="104">
                  <c:v>589.9999737739563</c:v>
                </c:pt>
                <c:pt idx="105">
                  <c:v>487.50001192092896</c:v>
                </c:pt>
                <c:pt idx="106">
                  <c:v>1000.0</c:v>
                </c:pt>
                <c:pt idx="107">
                  <c:v>871.874988079071</c:v>
                </c:pt>
                <c:pt idx="108">
                  <c:v>692.4999952316284</c:v>
                </c:pt>
                <c:pt idx="109">
                  <c:v>423.4375059604645</c:v>
                </c:pt>
                <c:pt idx="110">
                  <c:v>487.50001192092896</c:v>
                </c:pt>
                <c:pt idx="111">
                  <c:v>597.3214507102966</c:v>
                </c:pt>
                <c:pt idx="112">
                  <c:v>487.50001192092896</c:v>
                </c:pt>
                <c:pt idx="113">
                  <c:v>487.50001192092896</c:v>
                </c:pt>
                <c:pt idx="114">
                  <c:v>468.51852536201477</c:v>
                </c:pt>
                <c:pt idx="115">
                  <c:v>679.6875</c:v>
                </c:pt>
                <c:pt idx="116">
                  <c:v>633.9285969734192</c:v>
                </c:pt>
                <c:pt idx="117">
                  <c:v>460.52631735801697</c:v>
                </c:pt>
                <c:pt idx="118">
                  <c:v>534.0909361839294</c:v>
                </c:pt>
                <c:pt idx="119">
                  <c:v>316.6666626930237</c:v>
                </c:pt>
                <c:pt idx="120">
                  <c:v>589.9999737739563</c:v>
                </c:pt>
                <c:pt idx="121">
                  <c:v>128.7499964237213</c:v>
                </c:pt>
                <c:pt idx="122">
                  <c:v>259.7222328186035</c:v>
                </c:pt>
                <c:pt idx="123">
                  <c:v>316.6666626930237</c:v>
                </c:pt>
                <c:pt idx="124">
                  <c:v>290.3846204280853</c:v>
                </c:pt>
                <c:pt idx="125">
                  <c:v>384.99999046325684</c:v>
                </c:pt>
                <c:pt idx="126">
                  <c:v>487.50001192092896</c:v>
                </c:pt>
                <c:pt idx="127">
                  <c:v>627.2727251052856</c:v>
                </c:pt>
                <c:pt idx="128">
                  <c:v>419.1666543483734</c:v>
                </c:pt>
                <c:pt idx="129">
                  <c:v>390.54054021835327</c:v>
                </c:pt>
                <c:pt idx="130">
                  <c:v>720.4545736312866</c:v>
                </c:pt>
                <c:pt idx="131">
                  <c:v>589.9999737739563</c:v>
                </c:pt>
                <c:pt idx="132">
                  <c:v>555.8333396911621</c:v>
                </c:pt>
                <c:pt idx="133">
                  <c:v>589.9999737739563</c:v>
                </c:pt>
                <c:pt idx="134">
                  <c:v>555.8333396911621</c:v>
                </c:pt>
                <c:pt idx="135">
                  <c:v>589.9999737739563</c:v>
                </c:pt>
                <c:pt idx="136">
                  <c:v>534.0909361839294</c:v>
                </c:pt>
                <c:pt idx="137">
                  <c:v>514.4736766815186</c:v>
                </c:pt>
                <c:pt idx="138">
                  <c:v>743.7499761581421</c:v>
                </c:pt>
                <c:pt idx="139">
                  <c:v>363.79310488700867</c:v>
                </c:pt>
                <c:pt idx="140">
                  <c:v>795.0000166893005</c:v>
                </c:pt>
                <c:pt idx="141">
                  <c:v>487.50001192092896</c:v>
                </c:pt>
                <c:pt idx="142">
                  <c:v>511.904776096344</c:v>
                </c:pt>
                <c:pt idx="143">
                  <c:v>514.4736766815186</c:v>
                </c:pt>
                <c:pt idx="144">
                  <c:v>423.4375059604645</c:v>
                </c:pt>
                <c:pt idx="145">
                  <c:v>643.478274345398</c:v>
                </c:pt>
                <c:pt idx="146">
                  <c:v>515.9721970558167</c:v>
                </c:pt>
                <c:pt idx="147">
                  <c:v>524.1071581840515</c:v>
                </c:pt>
                <c:pt idx="148">
                  <c:v>575.8620500564575</c:v>
                </c:pt>
                <c:pt idx="149">
                  <c:v>513.1250023841858</c:v>
                </c:pt>
                <c:pt idx="150">
                  <c:v>438.6904835700989</c:v>
                </c:pt>
                <c:pt idx="151">
                  <c:v>498.88888001441956</c:v>
                </c:pt>
                <c:pt idx="152">
                  <c:v>541.4473414421082</c:v>
                </c:pt>
                <c:pt idx="153">
                  <c:v>487.50001192092896</c:v>
                </c:pt>
                <c:pt idx="154">
                  <c:v>603.225827217102</c:v>
                </c:pt>
                <c:pt idx="155">
                  <c:v>627.2727251052856</c:v>
                </c:pt>
                <c:pt idx="156">
                  <c:v>813.6363625526428</c:v>
                </c:pt>
                <c:pt idx="157">
                  <c:v>743.7499761581421</c:v>
                </c:pt>
                <c:pt idx="158">
                  <c:v>720.4545736312866</c:v>
                </c:pt>
                <c:pt idx="159">
                  <c:v>707.1428298950195</c:v>
                </c:pt>
                <c:pt idx="160">
                  <c:v>658.3333611488342</c:v>
                </c:pt>
                <c:pt idx="161">
                  <c:v>384.99999046325684</c:v>
                </c:pt>
                <c:pt idx="162">
                  <c:v>829.1666507720947</c:v>
                </c:pt>
                <c:pt idx="163">
                  <c:v>430.5555522441864</c:v>
                </c:pt>
                <c:pt idx="164">
                  <c:v>658.3333611488342</c:v>
                </c:pt>
                <c:pt idx="165">
                  <c:v>615.6250238418579</c:v>
                </c:pt>
                <c:pt idx="166">
                  <c:v>707.1428298950195</c:v>
                </c:pt>
                <c:pt idx="167">
                  <c:v>698.5294222831726</c:v>
                </c:pt>
                <c:pt idx="168">
                  <c:v>914.5833253860474</c:v>
                </c:pt>
                <c:pt idx="169">
                  <c:v>767.0454382896423</c:v>
                </c:pt>
                <c:pt idx="170">
                  <c:v>658.3333611488342</c:v>
                </c:pt>
                <c:pt idx="171">
                  <c:v>696.2962746620178</c:v>
                </c:pt>
                <c:pt idx="172">
                  <c:v>743.7499761581421</c:v>
                </c:pt>
                <c:pt idx="173">
                  <c:v>707.1428298950195</c:v>
                </c:pt>
                <c:pt idx="174">
                  <c:v>692.4999952316284</c:v>
                </c:pt>
                <c:pt idx="175">
                  <c:v>784.2105031013489</c:v>
                </c:pt>
                <c:pt idx="176">
                  <c:v>630.9999823570251</c:v>
                </c:pt>
                <c:pt idx="177">
                  <c:v>622.3683953285217</c:v>
                </c:pt>
                <c:pt idx="178">
                  <c:v>795.0000166893005</c:v>
                </c:pt>
                <c:pt idx="179">
                  <c:v>743.7499761581421</c:v>
                </c:pt>
                <c:pt idx="180">
                  <c:v>526.9230604171753</c:v>
                </c:pt>
                <c:pt idx="181">
                  <c:v>615.6250238418579</c:v>
                </c:pt>
                <c:pt idx="182">
                  <c:v>795.0000166893005</c:v>
                </c:pt>
                <c:pt idx="183">
                  <c:v>829.1666507720947</c:v>
                </c:pt>
                <c:pt idx="184">
                  <c:v>707.1428298950195</c:v>
                </c:pt>
                <c:pt idx="185">
                  <c:v>658.3333611488342</c:v>
                </c:pt>
                <c:pt idx="186">
                  <c:v>487.50001192092896</c:v>
                </c:pt>
                <c:pt idx="187">
                  <c:v>829.1666507720947</c:v>
                </c:pt>
                <c:pt idx="188">
                  <c:v>829.1666507720947</c:v>
                </c:pt>
                <c:pt idx="189">
                  <c:v>692.4999952316284</c:v>
                </c:pt>
                <c:pt idx="190">
                  <c:v>560.7143044471741</c:v>
                </c:pt>
                <c:pt idx="191">
                  <c:v>589.9999737739563</c:v>
                </c:pt>
                <c:pt idx="192">
                  <c:v>804.7618865966797</c:v>
                </c:pt>
                <c:pt idx="193">
                  <c:v>554.347813129425</c:v>
                </c:pt>
                <c:pt idx="194">
                  <c:v>645.1923251152039</c:v>
                </c:pt>
                <c:pt idx="195">
                  <c:v>684.6153736114502</c:v>
                </c:pt>
                <c:pt idx="196">
                  <c:v>906.8182110786438</c:v>
                </c:pt>
                <c:pt idx="197">
                  <c:v>658.3333611488342</c:v>
                </c:pt>
              </c:numCache>
            </c:numRef>
          </c:yVal>
          <c:smooth val="0"/>
        </c:ser>
        <c:ser>
          <c:idx val="1"/>
          <c:order val="1"/>
          <c:tx>
            <c:strRef>
              <c:f>Sheet1!$B$201</c:f>
              <c:strCache>
                <c:ptCount val="1"/>
                <c:pt idx="0">
                  <c:v>SAC</c:v>
                </c:pt>
              </c:strCache>
            </c:strRef>
          </c:tx>
          <c:spPr>
            <a:ln w="22225">
              <a:solidFill>
                <a:srgbClr val="27924F"/>
              </a:solidFill>
            </a:ln>
          </c:spPr>
          <c:marker>
            <c:symbol val="none"/>
          </c:marker>
          <c:xVal>
            <c:numRef>
              <c:f>Sheet1!$A$202:$A$401</c:f>
              <c:numCache>
                <c:formatCode>General</c:formatCode>
                <c:ptCount val="20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pt idx="160">
                  <c:v>1.61</c:v>
                </c:pt>
                <c:pt idx="161">
                  <c:v>1.62</c:v>
                </c:pt>
                <c:pt idx="162">
                  <c:v>1.63</c:v>
                </c:pt>
                <c:pt idx="163">
                  <c:v>1.64</c:v>
                </c:pt>
                <c:pt idx="164">
                  <c:v>1.65</c:v>
                </c:pt>
                <c:pt idx="165">
                  <c:v>1.66</c:v>
                </c:pt>
                <c:pt idx="166">
                  <c:v>1.67</c:v>
                </c:pt>
                <c:pt idx="167">
                  <c:v>1.68</c:v>
                </c:pt>
                <c:pt idx="168">
                  <c:v>1.69</c:v>
                </c:pt>
                <c:pt idx="169">
                  <c:v>1.7</c:v>
                </c:pt>
                <c:pt idx="170">
                  <c:v>1.71</c:v>
                </c:pt>
                <c:pt idx="171">
                  <c:v>1.72</c:v>
                </c:pt>
                <c:pt idx="172">
                  <c:v>1.73</c:v>
                </c:pt>
                <c:pt idx="173">
                  <c:v>1.74</c:v>
                </c:pt>
                <c:pt idx="174">
                  <c:v>1.75</c:v>
                </c:pt>
                <c:pt idx="175">
                  <c:v>1.76</c:v>
                </c:pt>
                <c:pt idx="176">
                  <c:v>1.77</c:v>
                </c:pt>
                <c:pt idx="177">
                  <c:v>1.78</c:v>
                </c:pt>
                <c:pt idx="178">
                  <c:v>1.79</c:v>
                </c:pt>
                <c:pt idx="179">
                  <c:v>1.8</c:v>
                </c:pt>
                <c:pt idx="180">
                  <c:v>1.81</c:v>
                </c:pt>
                <c:pt idx="181">
                  <c:v>1.82</c:v>
                </c:pt>
                <c:pt idx="182">
                  <c:v>1.83</c:v>
                </c:pt>
                <c:pt idx="183">
                  <c:v>1.84</c:v>
                </c:pt>
                <c:pt idx="184">
                  <c:v>1.85</c:v>
                </c:pt>
                <c:pt idx="185">
                  <c:v>1.86</c:v>
                </c:pt>
                <c:pt idx="186">
                  <c:v>1.87</c:v>
                </c:pt>
                <c:pt idx="187">
                  <c:v>1.88</c:v>
                </c:pt>
                <c:pt idx="188">
                  <c:v>1.89</c:v>
                </c:pt>
                <c:pt idx="189">
                  <c:v>1.9</c:v>
                </c:pt>
                <c:pt idx="190">
                  <c:v>1.91</c:v>
                </c:pt>
                <c:pt idx="191">
                  <c:v>1.92</c:v>
                </c:pt>
                <c:pt idx="192">
                  <c:v>1.93</c:v>
                </c:pt>
                <c:pt idx="193">
                  <c:v>1.94</c:v>
                </c:pt>
                <c:pt idx="194">
                  <c:v>1.95</c:v>
                </c:pt>
                <c:pt idx="195">
                  <c:v>1.96</c:v>
                </c:pt>
                <c:pt idx="196">
                  <c:v>1.97</c:v>
                </c:pt>
                <c:pt idx="197">
                  <c:v>1.98</c:v>
                </c:pt>
                <c:pt idx="198">
                  <c:v>1.99</c:v>
                </c:pt>
                <c:pt idx="199">
                  <c:v>2.0</c:v>
                </c:pt>
              </c:numCache>
            </c:numRef>
          </c:xVal>
          <c:yVal>
            <c:numRef>
              <c:f>Sheet1!$B$202:$B$401</c:f>
              <c:numCache>
                <c:formatCode>General</c:formatCode>
                <c:ptCount val="200"/>
                <c:pt idx="0">
                  <c:v>25.61728283762932</c:v>
                </c:pt>
                <c:pt idx="1">
                  <c:v>18.386242911219597</c:v>
                </c:pt>
                <c:pt idx="2">
                  <c:v>69.79768723249435</c:v>
                </c:pt>
                <c:pt idx="3">
                  <c:v>29.264705255627632</c:v>
                </c:pt>
                <c:pt idx="4">
                  <c:v>39.0625</c:v>
                </c:pt>
                <c:pt idx="5">
                  <c:v>53.84615436196327</c:v>
                </c:pt>
                <c:pt idx="6">
                  <c:v>26.572326198220253</c:v>
                </c:pt>
                <c:pt idx="7">
                  <c:v>20.81005461513996</c:v>
                </c:pt>
                <c:pt idx="8">
                  <c:v>9.55056119710207</c:v>
                </c:pt>
                <c:pt idx="9">
                  <c:v>42.92168468236923</c:v>
                </c:pt>
                <c:pt idx="10">
                  <c:v>19.843749701976776</c:v>
                </c:pt>
                <c:pt idx="11">
                  <c:v>32.26257115602493</c:v>
                </c:pt>
                <c:pt idx="12">
                  <c:v>9.166666306555271</c:v>
                </c:pt>
                <c:pt idx="13">
                  <c:v>37.88343444466591</c:v>
                </c:pt>
                <c:pt idx="14">
                  <c:v>61.96969747543335</c:v>
                </c:pt>
                <c:pt idx="15">
                  <c:v>37.12121024727821</c:v>
                </c:pt>
                <c:pt idx="16">
                  <c:v>24.696968495845795</c:v>
                </c:pt>
                <c:pt idx="17">
                  <c:v>-7.627118844538927</c:v>
                </c:pt>
                <c:pt idx="18">
                  <c:v>55.75757473707199</c:v>
                </c:pt>
                <c:pt idx="19">
                  <c:v>25.30674822628498</c:v>
                </c:pt>
                <c:pt idx="20">
                  <c:v>37.29281574487686</c:v>
                </c:pt>
                <c:pt idx="21">
                  <c:v>6.832297891378403</c:v>
                </c:pt>
                <c:pt idx="22">
                  <c:v>34.51612964272499</c:v>
                </c:pt>
                <c:pt idx="23">
                  <c:v>30.03355674445629</c:v>
                </c:pt>
                <c:pt idx="24">
                  <c:v>40.425531566143036</c:v>
                </c:pt>
                <c:pt idx="25">
                  <c:v>48.69281128048897</c:v>
                </c:pt>
                <c:pt idx="26">
                  <c:v>24.14383552968502</c:v>
                </c:pt>
                <c:pt idx="27">
                  <c:v>81.29629492759705</c:v>
                </c:pt>
                <c:pt idx="28">
                  <c:v>44.88636180758476</c:v>
                </c:pt>
                <c:pt idx="29">
                  <c:v>43.33333298563957</c:v>
                </c:pt>
                <c:pt idx="30">
                  <c:v>50.00000074505806</c:v>
                </c:pt>
                <c:pt idx="31">
                  <c:v>34.42028909921646</c:v>
                </c:pt>
                <c:pt idx="32">
                  <c:v>13.533834367990494</c:v>
                </c:pt>
                <c:pt idx="33">
                  <c:v>69.74790245294571</c:v>
                </c:pt>
                <c:pt idx="34">
                  <c:v>40.5999980866909</c:v>
                </c:pt>
                <c:pt idx="35">
                  <c:v>51.23966932296753</c:v>
                </c:pt>
                <c:pt idx="36">
                  <c:v>18.06722581386566</c:v>
                </c:pt>
                <c:pt idx="37">
                  <c:v>32.47663378715515</c:v>
                </c:pt>
                <c:pt idx="38">
                  <c:v>94.41747516393661</c:v>
                </c:pt>
                <c:pt idx="39">
                  <c:v>45.6896536052227</c:v>
                </c:pt>
                <c:pt idx="40">
                  <c:v>25.409836322069168</c:v>
                </c:pt>
                <c:pt idx="41">
                  <c:v>18.06722581386566</c:v>
                </c:pt>
                <c:pt idx="42">
                  <c:v>97.24770486354828</c:v>
                </c:pt>
                <c:pt idx="43">
                  <c:v>-0.7396453293040395</c:v>
                </c:pt>
                <c:pt idx="44">
                  <c:v>3.4722217824310064</c:v>
                </c:pt>
                <c:pt idx="45">
                  <c:v>41.323527693748474</c:v>
                </c:pt>
                <c:pt idx="46">
                  <c:v>-5.537975113838911</c:v>
                </c:pt>
                <c:pt idx="47">
                  <c:v>2.3333330173045397</c:v>
                </c:pt>
                <c:pt idx="48">
                  <c:v>11.936936527490616</c:v>
                </c:pt>
                <c:pt idx="49">
                  <c:v>-17.23484881222248</c:v>
                </c:pt>
                <c:pt idx="50">
                  <c:v>-14.54081665724516</c:v>
                </c:pt>
                <c:pt idx="51">
                  <c:v>-25.00000037252903</c:v>
                </c:pt>
                <c:pt idx="52">
                  <c:v>-25.00000037252903</c:v>
                </c:pt>
                <c:pt idx="53">
                  <c:v>-25.00000037252903</c:v>
                </c:pt>
                <c:pt idx="54">
                  <c:v>-25.00000037252903</c:v>
                </c:pt>
                <c:pt idx="55">
                  <c:v>-20.319635048508644</c:v>
                </c:pt>
                <c:pt idx="56">
                  <c:v>-25.00000037252903</c:v>
                </c:pt>
                <c:pt idx="57">
                  <c:v>-25.00000037252903</c:v>
                </c:pt>
                <c:pt idx="58">
                  <c:v>-21.525423973798752</c:v>
                </c:pt>
                <c:pt idx="59">
                  <c:v>-25.00000037252903</c:v>
                </c:pt>
                <c:pt idx="60">
                  <c:v>-25.00000037252903</c:v>
                </c:pt>
                <c:pt idx="61">
                  <c:v>-21.56040258705616</c:v>
                </c:pt>
                <c:pt idx="62">
                  <c:v>-21.501706913113594</c:v>
                </c:pt>
                <c:pt idx="63">
                  <c:v>-10.813148692250252</c:v>
                </c:pt>
                <c:pt idx="64">
                  <c:v>39.0625</c:v>
                </c:pt>
                <c:pt idx="65">
                  <c:v>-2.87769827991724</c:v>
                </c:pt>
                <c:pt idx="66">
                  <c:v>8.064515888690948</c:v>
                </c:pt>
                <c:pt idx="67">
                  <c:v>69.90740448236465</c:v>
                </c:pt>
                <c:pt idx="68">
                  <c:v>55.31716346740723</c:v>
                </c:pt>
                <c:pt idx="69">
                  <c:v>184.36169624328613</c:v>
                </c:pt>
                <c:pt idx="70">
                  <c:v>245.67098915576935</c:v>
                </c:pt>
                <c:pt idx="71">
                  <c:v>361.7924451828003</c:v>
                </c:pt>
                <c:pt idx="72">
                  <c:v>393.1592106819153</c:v>
                </c:pt>
                <c:pt idx="73">
                  <c:v>228.76213490962982</c:v>
                </c:pt>
                <c:pt idx="74">
                  <c:v>276.4706015586853</c:v>
                </c:pt>
                <c:pt idx="75">
                  <c:v>427.05127596855164</c:v>
                </c:pt>
                <c:pt idx="76">
                  <c:v>308.83026123046875</c:v>
                </c:pt>
                <c:pt idx="77">
                  <c:v>321.7661678791046</c:v>
                </c:pt>
                <c:pt idx="78">
                  <c:v>395.3651785850525</c:v>
                </c:pt>
                <c:pt idx="79">
                  <c:v>380.232572555542</c:v>
                </c:pt>
                <c:pt idx="80">
                  <c:v>539.7959351539612</c:v>
                </c:pt>
                <c:pt idx="81">
                  <c:v>525.7462859153748</c:v>
                </c:pt>
                <c:pt idx="82">
                  <c:v>540.8853888511658</c:v>
                </c:pt>
                <c:pt idx="83">
                  <c:v>547.9487180709839</c:v>
                </c:pt>
                <c:pt idx="84">
                  <c:v>490.00000953674316</c:v>
                </c:pt>
                <c:pt idx="85">
                  <c:v>482.4257493019104</c:v>
                </c:pt>
                <c:pt idx="86">
                  <c:v>381.1320662498474</c:v>
                </c:pt>
                <c:pt idx="87">
                  <c:v>403.2863974571228</c:v>
                </c:pt>
                <c:pt idx="88">
                  <c:v>553.205132484436</c:v>
                </c:pt>
                <c:pt idx="89">
                  <c:v>428.92858386039734</c:v>
                </c:pt>
                <c:pt idx="90">
                  <c:v>482.32322931289673</c:v>
                </c:pt>
                <c:pt idx="91">
                  <c:v>448.86934757232666</c:v>
                </c:pt>
                <c:pt idx="92">
                  <c:v>500.3768801689148</c:v>
                </c:pt>
                <c:pt idx="93">
                  <c:v>604.1005253791809</c:v>
                </c:pt>
                <c:pt idx="94">
                  <c:v>538.7499928474426</c:v>
                </c:pt>
                <c:pt idx="95">
                  <c:v>596.2121486663818</c:v>
                </c:pt>
                <c:pt idx="96">
                  <c:v>626.3020634651184</c:v>
                </c:pt>
                <c:pt idx="97">
                  <c:v>604.5685410499573</c:v>
                </c:pt>
                <c:pt idx="98">
                  <c:v>674.1025447845459</c:v>
                </c:pt>
                <c:pt idx="99">
                  <c:v>596.966028213501</c:v>
                </c:pt>
                <c:pt idx="100">
                  <c:v>596.8009233474731</c:v>
                </c:pt>
                <c:pt idx="101">
                  <c:v>541.8202877044678</c:v>
                </c:pt>
                <c:pt idx="102">
                  <c:v>550.3537654876709</c:v>
                </c:pt>
                <c:pt idx="103">
                  <c:v>569.2028999328613</c:v>
                </c:pt>
                <c:pt idx="104">
                  <c:v>577.3696899414062</c:v>
                </c:pt>
                <c:pt idx="105">
                  <c:v>628.186285495758</c:v>
                </c:pt>
                <c:pt idx="106">
                  <c:v>516.5094137191772</c:v>
                </c:pt>
                <c:pt idx="107">
                  <c:v>627.7363300323486</c:v>
                </c:pt>
                <c:pt idx="108">
                  <c:v>639.1581892967224</c:v>
                </c:pt>
                <c:pt idx="109">
                  <c:v>635.7868313789368</c:v>
                </c:pt>
                <c:pt idx="110">
                  <c:v>639.4472122192383</c:v>
                </c:pt>
                <c:pt idx="111">
                  <c:v>634.2964768409729</c:v>
                </c:pt>
                <c:pt idx="112">
                  <c:v>646.0051536560059</c:v>
                </c:pt>
                <c:pt idx="113">
                  <c:v>581.9832682609558</c:v>
                </c:pt>
                <c:pt idx="114">
                  <c:v>735.1123690605164</c:v>
                </c:pt>
                <c:pt idx="115">
                  <c:v>613.6934757232666</c:v>
                </c:pt>
                <c:pt idx="116">
                  <c:v>788.1284952163696</c:v>
                </c:pt>
                <c:pt idx="117">
                  <c:v>718.9516425132751</c:v>
                </c:pt>
                <c:pt idx="118">
                  <c:v>766.5277719497681</c:v>
                </c:pt>
                <c:pt idx="119">
                  <c:v>729.9731373786926</c:v>
                </c:pt>
                <c:pt idx="120">
                  <c:v>743.7499761581421</c:v>
                </c:pt>
                <c:pt idx="121">
                  <c:v>749.3206262588501</c:v>
                </c:pt>
                <c:pt idx="122">
                  <c:v>790.3409004211426</c:v>
                </c:pt>
                <c:pt idx="123">
                  <c:v>763.4615302085876</c:v>
                </c:pt>
                <c:pt idx="124">
                  <c:v>717.989444732666</c:v>
                </c:pt>
                <c:pt idx="125">
                  <c:v>739.4067645072937</c:v>
                </c:pt>
                <c:pt idx="126">
                  <c:v>729.6703457832336</c:v>
                </c:pt>
                <c:pt idx="127">
                  <c:v>739.4067645072937</c:v>
                </c:pt>
                <c:pt idx="128">
                  <c:v>768.3615684509277</c:v>
                </c:pt>
                <c:pt idx="129">
                  <c:v>711.0372185707092</c:v>
                </c:pt>
                <c:pt idx="130">
                  <c:v>706.3513398170471</c:v>
                </c:pt>
                <c:pt idx="131">
                  <c:v>746.5659379959106</c:v>
                </c:pt>
                <c:pt idx="132">
                  <c:v>787.1584892272949</c:v>
                </c:pt>
                <c:pt idx="133">
                  <c:v>722.5137948989868</c:v>
                </c:pt>
                <c:pt idx="134">
                  <c:v>779.1436314582825</c:v>
                </c:pt>
                <c:pt idx="135">
                  <c:v>804.2134642601013</c:v>
                </c:pt>
                <c:pt idx="136">
                  <c:v>745.1977133750916</c:v>
                </c:pt>
                <c:pt idx="137">
                  <c:v>830.1428556442261</c:v>
                </c:pt>
                <c:pt idx="138">
                  <c:v>757.8296661376953</c:v>
                </c:pt>
                <c:pt idx="139">
                  <c:v>779.9435257911682</c:v>
                </c:pt>
                <c:pt idx="140">
                  <c:v>849.435031414032</c:v>
                </c:pt>
                <c:pt idx="141">
                  <c:v>822.4860429763794</c:v>
                </c:pt>
                <c:pt idx="142">
                  <c:v>842.3076868057251</c:v>
                </c:pt>
                <c:pt idx="143">
                  <c:v>748.0446696281433</c:v>
                </c:pt>
                <c:pt idx="144">
                  <c:v>689.0449523925781</c:v>
                </c:pt>
                <c:pt idx="145">
                  <c:v>742.251455783844</c:v>
                </c:pt>
                <c:pt idx="146">
                  <c:v>755.668580532074</c:v>
                </c:pt>
                <c:pt idx="147">
                  <c:v>749.7093081474304</c:v>
                </c:pt>
                <c:pt idx="148">
                  <c:v>800.000011920929</c:v>
                </c:pt>
                <c:pt idx="149">
                  <c:v>875.7575750350952</c:v>
                </c:pt>
                <c:pt idx="150">
                  <c:v>762.5706195831299</c:v>
                </c:pt>
                <c:pt idx="151">
                  <c:v>805.9171438217163</c:v>
                </c:pt>
                <c:pt idx="152">
                  <c:v>746.7647194862366</c:v>
                </c:pt>
                <c:pt idx="153">
                  <c:v>722.0339179039001</c:v>
                </c:pt>
                <c:pt idx="154">
                  <c:v>699.5689868927002</c:v>
                </c:pt>
                <c:pt idx="155">
                  <c:v>748.0446696281433</c:v>
                </c:pt>
                <c:pt idx="156">
                  <c:v>716.2429094314575</c:v>
                </c:pt>
                <c:pt idx="157">
                  <c:v>765.7142877578735</c:v>
                </c:pt>
                <c:pt idx="158">
                  <c:v>860.5029582977295</c:v>
                </c:pt>
                <c:pt idx="159">
                  <c:v>802.4096488952637</c:v>
                </c:pt>
                <c:pt idx="160">
                  <c:v>752.5861859321594</c:v>
                </c:pt>
                <c:pt idx="161">
                  <c:v>859.9379062652588</c:v>
                </c:pt>
                <c:pt idx="162">
                  <c:v>817.6380395889282</c:v>
                </c:pt>
                <c:pt idx="163">
                  <c:v>880.9677362442017</c:v>
                </c:pt>
                <c:pt idx="164">
                  <c:v>821.739137172699</c:v>
                </c:pt>
                <c:pt idx="165">
                  <c:v>666.8750047683716</c:v>
                </c:pt>
                <c:pt idx="166">
                  <c:v>780.8620929718018</c:v>
                </c:pt>
                <c:pt idx="167">
                  <c:v>913.9860272407532</c:v>
                </c:pt>
                <c:pt idx="168">
                  <c:v>838.5273814201355</c:v>
                </c:pt>
                <c:pt idx="169">
                  <c:v>836.0000252723694</c:v>
                </c:pt>
                <c:pt idx="170">
                  <c:v>837.0860815048218</c:v>
                </c:pt>
                <c:pt idx="171">
                  <c:v>883.053719997406</c:v>
                </c:pt>
                <c:pt idx="172">
                  <c:v>814.2617344856262</c:v>
                </c:pt>
                <c:pt idx="173">
                  <c:v>897.4999785423279</c:v>
                </c:pt>
                <c:pt idx="174">
                  <c:v>788.5937690734863</c:v>
                </c:pt>
                <c:pt idx="175">
                  <c:v>805.0613403320312</c:v>
                </c:pt>
                <c:pt idx="176">
                  <c:v>728.3132672309875</c:v>
                </c:pt>
                <c:pt idx="177">
                  <c:v>760.2339386940002</c:v>
                </c:pt>
                <c:pt idx="178">
                  <c:v>853.5714149475098</c:v>
                </c:pt>
                <c:pt idx="179">
                  <c:v>867.1296238899231</c:v>
                </c:pt>
                <c:pt idx="180">
                  <c:v>844.3037867546082</c:v>
                </c:pt>
                <c:pt idx="181">
                  <c:v>836.5030884742737</c:v>
                </c:pt>
                <c:pt idx="182">
                  <c:v>850.1461744308472</c:v>
                </c:pt>
                <c:pt idx="183">
                  <c:v>861.6564273834229</c:v>
                </c:pt>
                <c:pt idx="184">
                  <c:v>891.0937309265137</c:v>
                </c:pt>
                <c:pt idx="185">
                  <c:v>855.3680777549744</c:v>
                </c:pt>
                <c:pt idx="186">
                  <c:v>877.5157332420349</c:v>
                </c:pt>
                <c:pt idx="187">
                  <c:v>832.3899507522583</c:v>
                </c:pt>
                <c:pt idx="188">
                  <c:v>821.739137172699</c:v>
                </c:pt>
                <c:pt idx="189">
                  <c:v>811.8671178817749</c:v>
                </c:pt>
                <c:pt idx="190">
                  <c:v>876.9999742507935</c:v>
                </c:pt>
                <c:pt idx="191">
                  <c:v>843.8741564750671</c:v>
                </c:pt>
                <c:pt idx="192">
                  <c:v>832.3899507522583</c:v>
                </c:pt>
                <c:pt idx="193">
                  <c:v>801.4062643051147</c:v>
                </c:pt>
                <c:pt idx="194">
                  <c:v>868.4121370315552</c:v>
                </c:pt>
                <c:pt idx="195">
                  <c:v>867.7419424057007</c:v>
                </c:pt>
                <c:pt idx="196">
                  <c:v>847.2049832344055</c:v>
                </c:pt>
                <c:pt idx="197">
                  <c:v>860.8024716377258</c:v>
                </c:pt>
                <c:pt idx="198">
                  <c:v>848.1481671333313</c:v>
                </c:pt>
                <c:pt idx="199">
                  <c:v>797.5308895111084</c:v>
                </c:pt>
              </c:numCache>
            </c:numRef>
          </c:yVal>
          <c:smooth val="0"/>
        </c:ser>
        <c:ser>
          <c:idx val="2"/>
          <c:order val="2"/>
          <c:tx>
            <c:strRef>
              <c:f>Sheet1!$B$403</c:f>
              <c:strCache>
                <c:ptCount val="1"/>
                <c:pt idx="0">
                  <c:v>MA-POCA</c:v>
                </c:pt>
              </c:strCache>
            </c:strRef>
          </c:tx>
          <c:spPr>
            <a:ln w="22225">
              <a:solidFill>
                <a:srgbClr val="E07B18"/>
              </a:solidFill>
            </a:ln>
          </c:spPr>
          <c:marker>
            <c:symbol val="none"/>
          </c:marker>
          <c:xVal>
            <c:numRef>
              <c:f>Sheet1!$A$404:$A$603</c:f>
              <c:numCache>
                <c:formatCode>General</c:formatCode>
                <c:ptCount val="20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pt idx="160">
                  <c:v>1.61</c:v>
                </c:pt>
                <c:pt idx="161">
                  <c:v>1.62</c:v>
                </c:pt>
                <c:pt idx="162">
                  <c:v>1.63</c:v>
                </c:pt>
                <c:pt idx="163">
                  <c:v>1.64</c:v>
                </c:pt>
                <c:pt idx="164">
                  <c:v>1.65</c:v>
                </c:pt>
                <c:pt idx="165">
                  <c:v>1.66</c:v>
                </c:pt>
                <c:pt idx="166">
                  <c:v>1.67</c:v>
                </c:pt>
                <c:pt idx="167">
                  <c:v>1.68</c:v>
                </c:pt>
                <c:pt idx="168">
                  <c:v>1.69</c:v>
                </c:pt>
                <c:pt idx="169">
                  <c:v>1.7</c:v>
                </c:pt>
                <c:pt idx="170">
                  <c:v>1.71</c:v>
                </c:pt>
                <c:pt idx="171">
                  <c:v>1.72</c:v>
                </c:pt>
                <c:pt idx="172">
                  <c:v>1.73</c:v>
                </c:pt>
                <c:pt idx="173">
                  <c:v>1.74</c:v>
                </c:pt>
                <c:pt idx="174">
                  <c:v>1.75</c:v>
                </c:pt>
                <c:pt idx="175">
                  <c:v>1.76</c:v>
                </c:pt>
                <c:pt idx="176">
                  <c:v>1.77</c:v>
                </c:pt>
                <c:pt idx="177">
                  <c:v>1.78</c:v>
                </c:pt>
                <c:pt idx="178">
                  <c:v>1.79</c:v>
                </c:pt>
                <c:pt idx="179">
                  <c:v>1.8</c:v>
                </c:pt>
                <c:pt idx="180">
                  <c:v>1.81</c:v>
                </c:pt>
                <c:pt idx="181">
                  <c:v>1.82</c:v>
                </c:pt>
                <c:pt idx="182">
                  <c:v>1.83</c:v>
                </c:pt>
                <c:pt idx="183">
                  <c:v>1.84</c:v>
                </c:pt>
                <c:pt idx="184">
                  <c:v>1.85</c:v>
                </c:pt>
                <c:pt idx="185">
                  <c:v>1.86</c:v>
                </c:pt>
                <c:pt idx="186">
                  <c:v>1.87</c:v>
                </c:pt>
                <c:pt idx="187">
                  <c:v>1.88</c:v>
                </c:pt>
                <c:pt idx="188">
                  <c:v>1.89</c:v>
                </c:pt>
                <c:pt idx="189">
                  <c:v>1.9</c:v>
                </c:pt>
                <c:pt idx="190">
                  <c:v>1.91</c:v>
                </c:pt>
                <c:pt idx="191">
                  <c:v>1.92</c:v>
                </c:pt>
                <c:pt idx="192">
                  <c:v>1.93</c:v>
                </c:pt>
                <c:pt idx="193">
                  <c:v>1.94</c:v>
                </c:pt>
                <c:pt idx="194">
                  <c:v>1.95</c:v>
                </c:pt>
                <c:pt idx="195">
                  <c:v>1.96</c:v>
                </c:pt>
                <c:pt idx="196">
                  <c:v>1.97</c:v>
                </c:pt>
                <c:pt idx="197">
                  <c:v>1.98</c:v>
                </c:pt>
                <c:pt idx="198">
                  <c:v>1.99</c:v>
                </c:pt>
                <c:pt idx="199">
                  <c:v>2.0</c:v>
                </c:pt>
              </c:numCache>
            </c:numRef>
          </c:xVal>
          <c:yVal>
            <c:numRef>
              <c:f>Sheet1!$B$404:$B$603</c:f>
              <c:numCache>
                <c:formatCode>General</c:formatCode>
                <c:ptCount val="200"/>
                <c:pt idx="0">
                  <c:v>44.88636180758476</c:v>
                </c:pt>
                <c:pt idx="1">
                  <c:v>28.436018154025078</c:v>
                </c:pt>
                <c:pt idx="2">
                  <c:v>37.12121024727821</c:v>
                </c:pt>
                <c:pt idx="3">
                  <c:v>43.66028681397438</c:v>
                </c:pt>
                <c:pt idx="4">
                  <c:v>78.36134731769562</c:v>
                </c:pt>
                <c:pt idx="5">
                  <c:v>131.06995820999146</c:v>
                </c:pt>
                <c:pt idx="6">
                  <c:v>155.21977841854095</c:v>
                </c:pt>
                <c:pt idx="7">
                  <c:v>130.40322065353394</c:v>
                </c:pt>
                <c:pt idx="8">
                  <c:v>140.52794873714447</c:v>
                </c:pt>
                <c:pt idx="9">
                  <c:v>135.72485744953156</c:v>
                </c:pt>
                <c:pt idx="10">
                  <c:v>114.51388895511627</c:v>
                </c:pt>
                <c:pt idx="11">
                  <c:v>130.04201650619507</c:v>
                </c:pt>
                <c:pt idx="12">
                  <c:v>95.2666699886322</c:v>
                </c:pt>
                <c:pt idx="13">
                  <c:v>112.92876303195953</c:v>
                </c:pt>
                <c:pt idx="14">
                  <c:v>119.86666917800903</c:v>
                </c:pt>
                <c:pt idx="15">
                  <c:v>153.38397026062012</c:v>
                </c:pt>
                <c:pt idx="16">
                  <c:v>106.7480742931366</c:v>
                </c:pt>
                <c:pt idx="17">
                  <c:v>135.06849110126495</c:v>
                </c:pt>
                <c:pt idx="18">
                  <c:v>151.8194079399109</c:v>
                </c:pt>
                <c:pt idx="19">
                  <c:v>168.07478666305542</c:v>
                </c:pt>
                <c:pt idx="20">
                  <c:v>151.34409070014954</c:v>
                </c:pt>
                <c:pt idx="21">
                  <c:v>200.79709589481354</c:v>
                </c:pt>
                <c:pt idx="22">
                  <c:v>220.50897777080536</c:v>
                </c:pt>
                <c:pt idx="23">
                  <c:v>269.2742049694061</c:v>
                </c:pt>
                <c:pt idx="24">
                  <c:v>284.18031334877014</c:v>
                </c:pt>
                <c:pt idx="25">
                  <c:v>273.24414253234863</c:v>
                </c:pt>
                <c:pt idx="26">
                  <c:v>332.3063254356384</c:v>
                </c:pt>
                <c:pt idx="27">
                  <c:v>296.6379225254059</c:v>
                </c:pt>
                <c:pt idx="28">
                  <c:v>370.68015336990356</c:v>
                </c:pt>
                <c:pt idx="29">
                  <c:v>384.22054052352905</c:v>
                </c:pt>
                <c:pt idx="30">
                  <c:v>424.90458488464355</c:v>
                </c:pt>
                <c:pt idx="31">
                  <c:v>456.20229840278625</c:v>
                </c:pt>
                <c:pt idx="32">
                  <c:v>485.44177412986755</c:v>
                </c:pt>
                <c:pt idx="33">
                  <c:v>489.5749092102051</c:v>
                </c:pt>
                <c:pt idx="34">
                  <c:v>499.8991787433624</c:v>
                </c:pt>
                <c:pt idx="35">
                  <c:v>479.23386096954346</c:v>
                </c:pt>
                <c:pt idx="36">
                  <c:v>532.5313806533813</c:v>
                </c:pt>
                <c:pt idx="37">
                  <c:v>512.7049088478088</c:v>
                </c:pt>
                <c:pt idx="38">
                  <c:v>508.8541507720947</c:v>
                </c:pt>
                <c:pt idx="39">
                  <c:v>536.5217328071594</c:v>
                </c:pt>
                <c:pt idx="40">
                  <c:v>541.5611863136292</c:v>
                </c:pt>
                <c:pt idx="41">
                  <c:v>556.8777322769165</c:v>
                </c:pt>
                <c:pt idx="42">
                  <c:v>572.9166865348816</c:v>
                </c:pt>
                <c:pt idx="43">
                  <c:v>493.87967586517334</c:v>
                </c:pt>
                <c:pt idx="44">
                  <c:v>593.6123132705688</c:v>
                </c:pt>
                <c:pt idx="45">
                  <c:v>533.6909890174866</c:v>
                </c:pt>
                <c:pt idx="46">
                  <c:v>502.6371479034424</c:v>
                </c:pt>
                <c:pt idx="47">
                  <c:v>522.8448510169983</c:v>
                </c:pt>
                <c:pt idx="48">
                  <c:v>556.2770366668701</c:v>
                </c:pt>
                <c:pt idx="49">
                  <c:v>513.7820243835449</c:v>
                </c:pt>
                <c:pt idx="50">
                  <c:v>560.7143044471741</c:v>
                </c:pt>
                <c:pt idx="51">
                  <c:v>544.4444417953491</c:v>
                </c:pt>
                <c:pt idx="52">
                  <c:v>559.4680905342102</c:v>
                </c:pt>
                <c:pt idx="53">
                  <c:v>544.9353456497192</c:v>
                </c:pt>
                <c:pt idx="54">
                  <c:v>527.2629261016846</c:v>
                </c:pt>
                <c:pt idx="55">
                  <c:v>596.3495373725891</c:v>
                </c:pt>
                <c:pt idx="56">
                  <c:v>597.3214507102966</c:v>
                </c:pt>
                <c:pt idx="57">
                  <c:v>530.9321880340576</c:v>
                </c:pt>
                <c:pt idx="58">
                  <c:v>568.8841342926025</c:v>
                </c:pt>
                <c:pt idx="59">
                  <c:v>574.7816562652588</c:v>
                </c:pt>
                <c:pt idx="60">
                  <c:v>571.7777609825134</c:v>
                </c:pt>
                <c:pt idx="61">
                  <c:v>531.3034057617188</c:v>
                </c:pt>
                <c:pt idx="62">
                  <c:v>551.2875318527222</c:v>
                </c:pt>
                <c:pt idx="63">
                  <c:v>520.2127695083618</c:v>
                </c:pt>
                <c:pt idx="64">
                  <c:v>595.5156683921814</c:v>
                </c:pt>
                <c:pt idx="65">
                  <c:v>606.4732074737549</c:v>
                </c:pt>
                <c:pt idx="66">
                  <c:v>528.9361476898193</c:v>
                </c:pt>
                <c:pt idx="67">
                  <c:v>559.4680905342102</c:v>
                </c:pt>
                <c:pt idx="68">
                  <c:v>532.065212726593</c:v>
                </c:pt>
                <c:pt idx="69">
                  <c:v>600.8849740028381</c:v>
                </c:pt>
                <c:pt idx="70">
                  <c:v>589.0969038009644</c:v>
                </c:pt>
                <c:pt idx="71">
                  <c:v>580.2801847457886</c:v>
                </c:pt>
                <c:pt idx="72">
                  <c:v>568.4210658073425</c:v>
                </c:pt>
                <c:pt idx="73">
                  <c:v>558.8043332099915</c:v>
                </c:pt>
                <c:pt idx="74">
                  <c:v>600.8849740028381</c:v>
                </c:pt>
                <c:pt idx="75">
                  <c:v>571.0352659225464</c:v>
                </c:pt>
                <c:pt idx="76">
                  <c:v>546.8884110450745</c:v>
                </c:pt>
                <c:pt idx="77">
                  <c:v>572.1738934516907</c:v>
                </c:pt>
                <c:pt idx="78">
                  <c:v>561.3536834716797</c:v>
                </c:pt>
                <c:pt idx="79">
                  <c:v>509.0336203575134</c:v>
                </c:pt>
                <c:pt idx="80">
                  <c:v>574.0259885787964</c:v>
                </c:pt>
                <c:pt idx="81">
                  <c:v>552.6483058929443</c:v>
                </c:pt>
                <c:pt idx="82">
                  <c:v>579.2576670646667</c:v>
                </c:pt>
                <c:pt idx="83">
                  <c:v>531.6810607910156</c:v>
                </c:pt>
                <c:pt idx="84">
                  <c:v>538.0901098251343</c:v>
                </c:pt>
                <c:pt idx="85">
                  <c:v>506.7991614341736</c:v>
                </c:pt>
                <c:pt idx="86">
                  <c:v>569.5887207984924</c:v>
                </c:pt>
                <c:pt idx="87">
                  <c:v>566.5197968482971</c:v>
                </c:pt>
                <c:pt idx="88">
                  <c:v>576.6304135322571</c:v>
                </c:pt>
                <c:pt idx="89">
                  <c:v>558.1896305084229</c:v>
                </c:pt>
                <c:pt idx="90">
                  <c:v>540.0640964508057</c:v>
                </c:pt>
                <c:pt idx="91">
                  <c:v>531.6810607910156</c:v>
                </c:pt>
                <c:pt idx="92">
                  <c:v>569.5887207984924</c:v>
                </c:pt>
                <c:pt idx="93">
                  <c:v>542.4892902374268</c:v>
                </c:pt>
                <c:pt idx="94">
                  <c:v>562.6077651977539</c:v>
                </c:pt>
                <c:pt idx="95">
                  <c:v>563.2608532905579</c:v>
                </c:pt>
                <c:pt idx="96">
                  <c:v>577.682375907898</c:v>
                </c:pt>
                <c:pt idx="97">
                  <c:v>515.6118273735046</c:v>
                </c:pt>
                <c:pt idx="98">
                  <c:v>573.2832551002502</c:v>
                </c:pt>
                <c:pt idx="99">
                  <c:v>509.0336203575134</c:v>
                </c:pt>
                <c:pt idx="100">
                  <c:v>500.5296468734741</c:v>
                </c:pt>
                <c:pt idx="101">
                  <c:v>535.275399684906</c:v>
                </c:pt>
                <c:pt idx="102">
                  <c:v>584.5814943313599</c:v>
                </c:pt>
                <c:pt idx="103">
                  <c:v>555.6867122650146</c:v>
                </c:pt>
                <c:pt idx="104">
                  <c:v>579.2576670646667</c:v>
                </c:pt>
                <c:pt idx="105">
                  <c:v>555.6867122650146</c:v>
                </c:pt>
                <c:pt idx="106">
                  <c:v>546.3829636573792</c:v>
                </c:pt>
                <c:pt idx="107">
                  <c:v>526.260495185852</c:v>
                </c:pt>
                <c:pt idx="108">
                  <c:v>556.8777322769165</c:v>
                </c:pt>
                <c:pt idx="109">
                  <c:v>563.2608532905579</c:v>
                </c:pt>
                <c:pt idx="110">
                  <c:v>598.1277823448181</c:v>
                </c:pt>
                <c:pt idx="111">
                  <c:v>515.6118273735046</c:v>
                </c:pt>
                <c:pt idx="112">
                  <c:v>542.9653525352478</c:v>
                </c:pt>
                <c:pt idx="113">
                  <c:v>576.6304135322571</c:v>
                </c:pt>
                <c:pt idx="114">
                  <c:v>589.0969038009644</c:v>
                </c:pt>
                <c:pt idx="115">
                  <c:v>571.4439749717712</c:v>
                </c:pt>
                <c:pt idx="116">
                  <c:v>589.0969038009644</c:v>
                </c:pt>
                <c:pt idx="117">
                  <c:v>558.1896305084229</c:v>
                </c:pt>
                <c:pt idx="118">
                  <c:v>544.4444417953491</c:v>
                </c:pt>
                <c:pt idx="119">
                  <c:v>567.0258402824402</c:v>
                </c:pt>
                <c:pt idx="120">
                  <c:v>544.4444417953491</c:v>
                </c:pt>
                <c:pt idx="121">
                  <c:v>528.9361476898193</c:v>
                </c:pt>
                <c:pt idx="122">
                  <c:v>549.3534207344055</c:v>
                </c:pt>
                <c:pt idx="123">
                  <c:v>566.3461685180664</c:v>
                </c:pt>
                <c:pt idx="124">
                  <c:v>564.6017789840698</c:v>
                </c:pt>
                <c:pt idx="125">
                  <c:v>549.3534207344055</c:v>
                </c:pt>
                <c:pt idx="126">
                  <c:v>580.0660848617554</c:v>
                </c:pt>
                <c:pt idx="127">
                  <c:v>590.8991098403931</c:v>
                </c:pt>
                <c:pt idx="128">
                  <c:v>547.4026203155518</c:v>
                </c:pt>
                <c:pt idx="129">
                  <c:v>536.0991358757019</c:v>
                </c:pt>
                <c:pt idx="130">
                  <c:v>577.4123072624207</c:v>
                </c:pt>
                <c:pt idx="131">
                  <c:v>551.2875318527222</c:v>
                </c:pt>
                <c:pt idx="132">
                  <c:v>551.8398284912109</c:v>
                </c:pt>
                <c:pt idx="133">
                  <c:v>555.1064014434814</c:v>
                </c:pt>
                <c:pt idx="134">
                  <c:v>530.9321880340576</c:v>
                </c:pt>
                <c:pt idx="135">
                  <c:v>565.1515126228333</c:v>
                </c:pt>
                <c:pt idx="136">
                  <c:v>556.2770366668701</c:v>
                </c:pt>
                <c:pt idx="137">
                  <c:v>537.6595854759216</c:v>
                </c:pt>
                <c:pt idx="138">
                  <c:v>524.2615938186646</c:v>
                </c:pt>
                <c:pt idx="139">
                  <c:v>585.5434536933899</c:v>
                </c:pt>
                <c:pt idx="140">
                  <c:v>606.4732074737549</c:v>
                </c:pt>
                <c:pt idx="141">
                  <c:v>536.0991358757019</c:v>
                </c:pt>
                <c:pt idx="142">
                  <c:v>563.2608532905579</c:v>
                </c:pt>
                <c:pt idx="143">
                  <c:v>568.4210658073425</c:v>
                </c:pt>
                <c:pt idx="144">
                  <c:v>530.9321880340576</c:v>
                </c:pt>
                <c:pt idx="145">
                  <c:v>548.305094242096</c:v>
                </c:pt>
                <c:pt idx="146">
                  <c:v>532.9114198684692</c:v>
                </c:pt>
                <c:pt idx="147">
                  <c:v>568.8841342926025</c:v>
                </c:pt>
                <c:pt idx="148">
                  <c:v>571.4439749717712</c:v>
                </c:pt>
                <c:pt idx="149">
                  <c:v>590.8991098403931</c:v>
                </c:pt>
                <c:pt idx="150">
                  <c:v>563.9254450798035</c:v>
                </c:pt>
                <c:pt idx="151">
                  <c:v>562.6077651977539</c:v>
                </c:pt>
                <c:pt idx="152">
                  <c:v>539.6186709403992</c:v>
                </c:pt>
                <c:pt idx="153">
                  <c:v>524.5744585990906</c:v>
                </c:pt>
                <c:pt idx="154">
                  <c:v>553.205132484436</c:v>
                </c:pt>
                <c:pt idx="155">
                  <c:v>544.9353456497192</c:v>
                </c:pt>
                <c:pt idx="156">
                  <c:v>609.3049049377441</c:v>
                </c:pt>
                <c:pt idx="157">
                  <c:v>588.1696343421936</c:v>
                </c:pt>
                <c:pt idx="158">
                  <c:v>550.2109527587891</c:v>
                </c:pt>
                <c:pt idx="159">
                  <c:v>615.6250238418579</c:v>
                </c:pt>
                <c:pt idx="160">
                  <c:v>560.7143044471741</c:v>
                </c:pt>
                <c:pt idx="161">
                  <c:v>575.1068592071533</c:v>
                </c:pt>
                <c:pt idx="162">
                  <c:v>522.2457647323608</c:v>
                </c:pt>
                <c:pt idx="163">
                  <c:v>558.1896305084229</c:v>
                </c:pt>
                <c:pt idx="164">
                  <c:v>583.7336182594299</c:v>
                </c:pt>
                <c:pt idx="165">
                  <c:v>547.4026203155518</c:v>
                </c:pt>
                <c:pt idx="166">
                  <c:v>574.7816562652588</c:v>
                </c:pt>
                <c:pt idx="167">
                  <c:v>558.8043332099915</c:v>
                </c:pt>
                <c:pt idx="168">
                  <c:v>515.3765678405762</c:v>
                </c:pt>
                <c:pt idx="169">
                  <c:v>581.9078683853149</c:v>
                </c:pt>
                <c:pt idx="170">
                  <c:v>589.9999737739563</c:v>
                </c:pt>
                <c:pt idx="171">
                  <c:v>553.7715554237366</c:v>
                </c:pt>
                <c:pt idx="172">
                  <c:v>558.1896305084229</c:v>
                </c:pt>
                <c:pt idx="173">
                  <c:v>515.3765678405762</c:v>
                </c:pt>
                <c:pt idx="174">
                  <c:v>609.9557280540466</c:v>
                </c:pt>
                <c:pt idx="175">
                  <c:v>549.3534207344055</c:v>
                </c:pt>
                <c:pt idx="176">
                  <c:v>517.6470875740051</c:v>
                </c:pt>
                <c:pt idx="177">
                  <c:v>519.9366807937622</c:v>
                </c:pt>
                <c:pt idx="178">
                  <c:v>535.275399684906</c:v>
                </c:pt>
                <c:pt idx="179">
                  <c:v>589.9999737739563</c:v>
                </c:pt>
                <c:pt idx="180">
                  <c:v>551.8398284912109</c:v>
                </c:pt>
                <c:pt idx="181">
                  <c:v>592.6855802536011</c:v>
                </c:pt>
                <c:pt idx="182">
                  <c:v>572.9166865348816</c:v>
                </c:pt>
                <c:pt idx="183">
                  <c:v>540.517270565033</c:v>
                </c:pt>
                <c:pt idx="184">
                  <c:v>560.7143044471741</c:v>
                </c:pt>
                <c:pt idx="185">
                  <c:v>579.2576670646667</c:v>
                </c:pt>
                <c:pt idx="186">
                  <c:v>556.2770366668701</c:v>
                </c:pt>
                <c:pt idx="187">
                  <c:v>558.8043332099915</c:v>
                </c:pt>
                <c:pt idx="188">
                  <c:v>547.4026203155518</c:v>
                </c:pt>
                <c:pt idx="189">
                  <c:v>556.8777322769165</c:v>
                </c:pt>
                <c:pt idx="190">
                  <c:v>558.1896305084229</c:v>
                </c:pt>
                <c:pt idx="191">
                  <c:v>544.4444417953491</c:v>
                </c:pt>
                <c:pt idx="192">
                  <c:v>559.4680905342102</c:v>
                </c:pt>
                <c:pt idx="193">
                  <c:v>542.4892902374268</c:v>
                </c:pt>
                <c:pt idx="194">
                  <c:v>542.4892902374268</c:v>
                </c:pt>
                <c:pt idx="195">
                  <c:v>513.3403539657593</c:v>
                </c:pt>
                <c:pt idx="196">
                  <c:v>546.3829636573792</c:v>
                </c:pt>
                <c:pt idx="197">
                  <c:v>576.6304135322571</c:v>
                </c:pt>
                <c:pt idx="198">
                  <c:v>548.8247871398926</c:v>
                </c:pt>
                <c:pt idx="199">
                  <c:v>567.7173733711243</c:v>
                </c:pt>
              </c:numCache>
            </c:numRef>
          </c:yVal>
          <c:smooth val="0"/>
        </c:ser>
        <c:ser>
          <c:idx val="3"/>
          <c:order val="3"/>
          <c:tx>
            <c:strRef>
              <c:f>Sheet1!$B$605</c:f>
              <c:strCache>
                <c:ptCount val="1"/>
                <c:pt idx="0">
                  <c:v>MAPPO</c:v>
                </c:pt>
              </c:strCache>
            </c:strRef>
          </c:tx>
          <c:spPr>
            <a:ln w="22225">
              <a:solidFill>
                <a:srgbClr val="7D3C98"/>
              </a:solidFill>
            </a:ln>
          </c:spPr>
          <c:marker>
            <c:symbol val="none"/>
          </c:marker>
          <c:xVal>
            <c:numRef>
              <c:f>Sheet1!$A$606:$A$805</c:f>
              <c:numCache>
                <c:formatCode>General</c:formatCode>
                <c:ptCount val="20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pt idx="160">
                  <c:v>1.61</c:v>
                </c:pt>
                <c:pt idx="161">
                  <c:v>1.62</c:v>
                </c:pt>
                <c:pt idx="162">
                  <c:v>1.63</c:v>
                </c:pt>
                <c:pt idx="163">
                  <c:v>1.64</c:v>
                </c:pt>
                <c:pt idx="164">
                  <c:v>1.65</c:v>
                </c:pt>
                <c:pt idx="165">
                  <c:v>1.66</c:v>
                </c:pt>
                <c:pt idx="166">
                  <c:v>1.67</c:v>
                </c:pt>
                <c:pt idx="167">
                  <c:v>1.68</c:v>
                </c:pt>
                <c:pt idx="168">
                  <c:v>1.69</c:v>
                </c:pt>
                <c:pt idx="169">
                  <c:v>1.7</c:v>
                </c:pt>
                <c:pt idx="170">
                  <c:v>1.71</c:v>
                </c:pt>
                <c:pt idx="171">
                  <c:v>1.72</c:v>
                </c:pt>
                <c:pt idx="172">
                  <c:v>1.73</c:v>
                </c:pt>
                <c:pt idx="173">
                  <c:v>1.74</c:v>
                </c:pt>
                <c:pt idx="174">
                  <c:v>1.75</c:v>
                </c:pt>
                <c:pt idx="175">
                  <c:v>1.76</c:v>
                </c:pt>
                <c:pt idx="176">
                  <c:v>1.77</c:v>
                </c:pt>
                <c:pt idx="177">
                  <c:v>1.78</c:v>
                </c:pt>
                <c:pt idx="178">
                  <c:v>1.79</c:v>
                </c:pt>
                <c:pt idx="179">
                  <c:v>1.8</c:v>
                </c:pt>
                <c:pt idx="180">
                  <c:v>1.81</c:v>
                </c:pt>
                <c:pt idx="181">
                  <c:v>1.82</c:v>
                </c:pt>
                <c:pt idx="182">
                  <c:v>1.83</c:v>
                </c:pt>
                <c:pt idx="183">
                  <c:v>1.84</c:v>
                </c:pt>
                <c:pt idx="184">
                  <c:v>1.85</c:v>
                </c:pt>
                <c:pt idx="185">
                  <c:v>1.86</c:v>
                </c:pt>
                <c:pt idx="186">
                  <c:v>1.87</c:v>
                </c:pt>
                <c:pt idx="187">
                  <c:v>1.88</c:v>
                </c:pt>
                <c:pt idx="188">
                  <c:v>1.89</c:v>
                </c:pt>
                <c:pt idx="189">
                  <c:v>1.9</c:v>
                </c:pt>
                <c:pt idx="190">
                  <c:v>1.91</c:v>
                </c:pt>
                <c:pt idx="191">
                  <c:v>1.92</c:v>
                </c:pt>
                <c:pt idx="192">
                  <c:v>1.93</c:v>
                </c:pt>
                <c:pt idx="193">
                  <c:v>1.94</c:v>
                </c:pt>
                <c:pt idx="194">
                  <c:v>1.95</c:v>
                </c:pt>
                <c:pt idx="195">
                  <c:v>1.96</c:v>
                </c:pt>
                <c:pt idx="196">
                  <c:v>1.97</c:v>
                </c:pt>
                <c:pt idx="197">
                  <c:v>1.98</c:v>
                </c:pt>
                <c:pt idx="198">
                  <c:v>1.99</c:v>
                </c:pt>
                <c:pt idx="199">
                  <c:v>2.0</c:v>
                </c:pt>
              </c:numCache>
            </c:numRef>
          </c:xVal>
          <c:yVal>
            <c:numRef>
              <c:f>Sheet1!$B$606:$B$805</c:f>
              <c:numCache>
                <c:formatCode>General</c:formatCode>
                <c:ptCount val="200"/>
                <c:pt idx="0">
                  <c:v>24.596773087978363</c:v>
                </c:pt>
                <c:pt idx="1">
                  <c:v>-0.5952384672127664</c:v>
                </c:pt>
                <c:pt idx="2">
                  <c:v>-12.267081066966057</c:v>
                </c:pt>
                <c:pt idx="3">
                  <c:v>1.4516125665977597</c:v>
                </c:pt>
                <c:pt idx="4">
                  <c:v>-19.14285682141781</c:v>
                </c:pt>
                <c:pt idx="5">
                  <c:v>-2.2222225088626146</c:v>
                </c:pt>
                <c:pt idx="6">
                  <c:v>22.30769209563732</c:v>
                </c:pt>
                <c:pt idx="7">
                  <c:v>34.42028909921646</c:v>
                </c:pt>
                <c:pt idx="8">
                  <c:v>57.52118676900864</c:v>
                </c:pt>
                <c:pt idx="9">
                  <c:v>142.34693348407745</c:v>
                </c:pt>
                <c:pt idx="10">
                  <c:v>74.74832236766815</c:v>
                </c:pt>
                <c:pt idx="11">
                  <c:v>119.55127865076065</c:v>
                </c:pt>
                <c:pt idx="12">
                  <c:v>115.06211012601852</c:v>
                </c:pt>
                <c:pt idx="13">
                  <c:v>149.53559637069702</c:v>
                </c:pt>
                <c:pt idx="14">
                  <c:v>116.87853187322617</c:v>
                </c:pt>
                <c:pt idx="15">
                  <c:v>106.26702755689621</c:v>
                </c:pt>
                <c:pt idx="16">
                  <c:v>138.7740969657898</c:v>
                </c:pt>
                <c:pt idx="17">
                  <c:v>125.8174329996109</c:v>
                </c:pt>
                <c:pt idx="18">
                  <c:v>143.92457902431488</c:v>
                </c:pt>
                <c:pt idx="19">
                  <c:v>147.7528065443039</c:v>
                </c:pt>
                <c:pt idx="20">
                  <c:v>165.90258479118347</c:v>
                </c:pt>
                <c:pt idx="21">
                  <c:v>173.3870953321457</c:v>
                </c:pt>
                <c:pt idx="22">
                  <c:v>184.86647307872772</c:v>
                </c:pt>
                <c:pt idx="23">
                  <c:v>207.81710743904114</c:v>
                </c:pt>
                <c:pt idx="24">
                  <c:v>281.4784049987793</c:v>
                </c:pt>
                <c:pt idx="25">
                  <c:v>276.27795934677124</c:v>
                </c:pt>
                <c:pt idx="26">
                  <c:v>292.98681020736694</c:v>
                </c:pt>
                <c:pt idx="27">
                  <c:v>298.3221411705017</c:v>
                </c:pt>
                <c:pt idx="28">
                  <c:v>355.3003668785095</c:v>
                </c:pt>
                <c:pt idx="29">
                  <c:v>294.0397262573242</c:v>
                </c:pt>
                <c:pt idx="30">
                  <c:v>401.7657935619354</c:v>
                </c:pt>
                <c:pt idx="31">
                  <c:v>399.53356981277466</c:v>
                </c:pt>
                <c:pt idx="32">
                  <c:v>453.33331823349</c:v>
                </c:pt>
                <c:pt idx="33">
                  <c:v>388.86791467666626</c:v>
                </c:pt>
                <c:pt idx="34">
                  <c:v>475.1008152961731</c:v>
                </c:pt>
                <c:pt idx="35">
                  <c:v>454.6999931335449</c:v>
                </c:pt>
                <c:pt idx="36">
                  <c:v>540.0640964508057</c:v>
                </c:pt>
                <c:pt idx="37">
                  <c:v>625.5707740783691</c:v>
                </c:pt>
                <c:pt idx="38">
                  <c:v>479.02894020080566</c:v>
                </c:pt>
                <c:pt idx="39">
                  <c:v>522.5427150726318</c:v>
                </c:pt>
                <c:pt idx="40">
                  <c:v>547.9257702827454</c:v>
                </c:pt>
                <c:pt idx="41">
                  <c:v>536.5217328071594</c:v>
                </c:pt>
                <c:pt idx="42">
                  <c:v>526.260495185852</c:v>
                </c:pt>
                <c:pt idx="43">
                  <c:v>544.9353456497192</c:v>
                </c:pt>
                <c:pt idx="44">
                  <c:v>624.7767806053162</c:v>
                </c:pt>
                <c:pt idx="45">
                  <c:v>529.2918682098389</c:v>
                </c:pt>
                <c:pt idx="46">
                  <c:v>626.0135173797607</c:v>
                </c:pt>
                <c:pt idx="47">
                  <c:v>597.3214507102966</c:v>
                </c:pt>
                <c:pt idx="48">
                  <c:v>532.065212726593</c:v>
                </c:pt>
                <c:pt idx="49">
                  <c:v>594.6590900421143</c:v>
                </c:pt>
                <c:pt idx="50">
                  <c:v>550.4385828971863</c:v>
                </c:pt>
                <c:pt idx="51">
                  <c:v>567.9371953010559</c:v>
                </c:pt>
                <c:pt idx="52">
                  <c:v>610.4072332382202</c:v>
                </c:pt>
                <c:pt idx="53">
                  <c:v>576.3333439826965</c:v>
                </c:pt>
                <c:pt idx="54">
                  <c:v>543.4497594833374</c:v>
                </c:pt>
                <c:pt idx="55">
                  <c:v>603.9772629737854</c:v>
                </c:pt>
                <c:pt idx="56">
                  <c:v>569.1371560096741</c:v>
                </c:pt>
                <c:pt idx="57">
                  <c:v>605.4203510284424</c:v>
                </c:pt>
                <c:pt idx="58">
                  <c:v>569.1371560096741</c:v>
                </c:pt>
                <c:pt idx="59">
                  <c:v>545.4347729682922</c:v>
                </c:pt>
                <c:pt idx="60">
                  <c:v>576.3333439826965</c:v>
                </c:pt>
                <c:pt idx="61">
                  <c:v>577.1300196647644</c:v>
                </c:pt>
                <c:pt idx="62">
                  <c:v>604.7084927558899</c:v>
                </c:pt>
                <c:pt idx="63">
                  <c:v>580.0660848617554</c:v>
                </c:pt>
                <c:pt idx="64">
                  <c:v>603.6666631698608</c:v>
                </c:pt>
                <c:pt idx="65">
                  <c:v>566.5197968482971</c:v>
                </c:pt>
                <c:pt idx="66">
                  <c:v>631.9318413734436</c:v>
                </c:pt>
                <c:pt idx="67">
                  <c:v>597.4885821342468</c:v>
                </c:pt>
                <c:pt idx="68">
                  <c:v>567.7173733711243</c:v>
                </c:pt>
                <c:pt idx="69">
                  <c:v>603.9772629737854</c:v>
                </c:pt>
                <c:pt idx="70">
                  <c:v>563.9254450798035</c:v>
                </c:pt>
                <c:pt idx="71">
                  <c:v>604.7084927558899</c:v>
                </c:pt>
                <c:pt idx="72">
                  <c:v>599.1111397743225</c:v>
                </c:pt>
                <c:pt idx="73">
                  <c:v>538.9738082885742</c:v>
                </c:pt>
                <c:pt idx="74">
                  <c:v>617.9545521736145</c:v>
                </c:pt>
                <c:pt idx="75">
                  <c:v>582.7433466911316</c:v>
                </c:pt>
                <c:pt idx="76">
                  <c:v>591.8141603469849</c:v>
                </c:pt>
                <c:pt idx="77">
                  <c:v>599.1111397743225</c:v>
                </c:pt>
                <c:pt idx="78">
                  <c:v>616.2100434303284</c:v>
                </c:pt>
                <c:pt idx="79">
                  <c:v>636.2903118133545</c:v>
                </c:pt>
                <c:pt idx="80">
                  <c:v>561.3536834716797</c:v>
                </c:pt>
                <c:pt idx="81">
                  <c:v>624.3212819099426</c:v>
                </c:pt>
                <c:pt idx="82">
                  <c:v>621.3964223861694</c:v>
                </c:pt>
                <c:pt idx="83">
                  <c:v>631.9318413734436</c:v>
                </c:pt>
                <c:pt idx="84">
                  <c:v>624.3212819099426</c:v>
                </c:pt>
                <c:pt idx="85">
                  <c:v>642.8732872009277</c:v>
                </c:pt>
                <c:pt idx="86">
                  <c:v>615.0452494621277</c:v>
                </c:pt>
                <c:pt idx="87">
                  <c:v>612.162172794342</c:v>
                </c:pt>
                <c:pt idx="88">
                  <c:v>656.7660570144653</c:v>
                </c:pt>
                <c:pt idx="89">
                  <c:v>636.5908980369568</c:v>
                </c:pt>
                <c:pt idx="90">
                  <c:v>641.0138010978699</c:v>
                </c:pt>
                <c:pt idx="91">
                  <c:v>624.3212819099426</c:v>
                </c:pt>
                <c:pt idx="92">
                  <c:v>642.4418687820435</c:v>
                </c:pt>
                <c:pt idx="93">
                  <c:v>604.7084927558899</c:v>
                </c:pt>
                <c:pt idx="94">
                  <c:v>627.2727251052856</c:v>
                </c:pt>
                <c:pt idx="95">
                  <c:v>639.8648619651794</c:v>
                </c:pt>
                <c:pt idx="96">
                  <c:v>624.3212819099426</c:v>
                </c:pt>
                <c:pt idx="97">
                  <c:v>656.7441821098328</c:v>
                </c:pt>
                <c:pt idx="98">
                  <c:v>589.9999737739563</c:v>
                </c:pt>
                <c:pt idx="99">
                  <c:v>641.2500143051147</c:v>
                </c:pt>
                <c:pt idx="100">
                  <c:v>644.0972089767456</c:v>
                </c:pt>
                <c:pt idx="101">
                  <c:v>644.0972089767456</c:v>
                </c:pt>
                <c:pt idx="102">
                  <c:v>652.1493196487427</c:v>
                </c:pt>
                <c:pt idx="103">
                  <c:v>664.7196412086487</c:v>
                </c:pt>
                <c:pt idx="104">
                  <c:v>727.6570200920105</c:v>
                </c:pt>
                <c:pt idx="105">
                  <c:v>658.3333611488342</c:v>
                </c:pt>
                <c:pt idx="106">
                  <c:v>663.0136966705322</c:v>
                </c:pt>
                <c:pt idx="107">
                  <c:v>687.2065663337708</c:v>
                </c:pt>
                <c:pt idx="108">
                  <c:v>653.6529660224915</c:v>
                </c:pt>
                <c:pt idx="109">
                  <c:v>689.0995502471924</c:v>
                </c:pt>
                <c:pt idx="110">
                  <c:v>667.694091796875</c:v>
                </c:pt>
                <c:pt idx="111">
                  <c:v>703.6730051040649</c:v>
                </c:pt>
                <c:pt idx="112">
                  <c:v>636.8834376335144</c:v>
                </c:pt>
                <c:pt idx="113">
                  <c:v>698.2476711273193</c:v>
                </c:pt>
                <c:pt idx="114">
                  <c:v>676.0613322257996</c:v>
                </c:pt>
                <c:pt idx="115">
                  <c:v>672.7699637413025</c:v>
                </c:pt>
                <c:pt idx="116">
                  <c:v>693.4579610824585</c:v>
                </c:pt>
                <c:pt idx="117">
                  <c:v>733.8942289352417</c:v>
                </c:pt>
                <c:pt idx="118">
                  <c:v>672.5694537162781</c:v>
                </c:pt>
                <c:pt idx="119">
                  <c:v>720.4545736312866</c:v>
                </c:pt>
                <c:pt idx="120">
                  <c:v>709.254801273346</c:v>
                </c:pt>
                <c:pt idx="121">
                  <c:v>619.6832656860352</c:v>
                </c:pt>
                <c:pt idx="122">
                  <c:v>669.3548560142517</c:v>
                </c:pt>
                <c:pt idx="123">
                  <c:v>701.643168926239</c:v>
                </c:pt>
                <c:pt idx="124">
                  <c:v>664.6313071250916</c:v>
                </c:pt>
                <c:pt idx="125">
                  <c:v>674.2990612983704</c:v>
                </c:pt>
                <c:pt idx="126">
                  <c:v>653.6529660224915</c:v>
                </c:pt>
                <c:pt idx="127">
                  <c:v>688.6682510375977</c:v>
                </c:pt>
                <c:pt idx="128">
                  <c:v>703.6730051040649</c:v>
                </c:pt>
                <c:pt idx="129">
                  <c:v>724.0384817123413</c:v>
                </c:pt>
                <c:pt idx="130">
                  <c:v>674.0783452987671</c:v>
                </c:pt>
                <c:pt idx="131">
                  <c:v>732.6086759567261</c:v>
                </c:pt>
                <c:pt idx="132">
                  <c:v>712.8019332885742</c:v>
                </c:pt>
                <c:pt idx="133">
                  <c:v>751.2136101722717</c:v>
                </c:pt>
                <c:pt idx="134">
                  <c:v>768.8725590705872</c:v>
                </c:pt>
                <c:pt idx="135">
                  <c:v>751.2136101722717</c:v>
                </c:pt>
                <c:pt idx="136">
                  <c:v>730.0000190734863</c:v>
                </c:pt>
                <c:pt idx="137">
                  <c:v>727.6570200920105</c:v>
                </c:pt>
                <c:pt idx="138">
                  <c:v>711.4077806472778</c:v>
                </c:pt>
                <c:pt idx="139">
                  <c:v>722.7053046226501</c:v>
                </c:pt>
                <c:pt idx="140">
                  <c:v>791.8781638145447</c:v>
                </c:pt>
                <c:pt idx="141">
                  <c:v>791.8781638145447</c:v>
                </c:pt>
                <c:pt idx="142">
                  <c:v>751.3613700866699</c:v>
                </c:pt>
                <c:pt idx="143">
                  <c:v>781.4720869064331</c:v>
                </c:pt>
                <c:pt idx="144">
                  <c:v>745.0248599052429</c:v>
                </c:pt>
                <c:pt idx="145">
                  <c:v>782.575786113739</c:v>
                </c:pt>
                <c:pt idx="146">
                  <c:v>745.0248599052429</c:v>
                </c:pt>
                <c:pt idx="147">
                  <c:v>829.1666507720947</c:v>
                </c:pt>
                <c:pt idx="148">
                  <c:v>789.7436022758484</c:v>
                </c:pt>
                <c:pt idx="149">
                  <c:v>779.2307734489441</c:v>
                </c:pt>
                <c:pt idx="150">
                  <c:v>788.8190746307373</c:v>
                </c:pt>
                <c:pt idx="151">
                  <c:v>796.0458993911743</c:v>
                </c:pt>
                <c:pt idx="152">
                  <c:v>769.3750262260437</c:v>
                </c:pt>
                <c:pt idx="153">
                  <c:v>832.763135433197</c:v>
                </c:pt>
                <c:pt idx="154">
                  <c:v>786.6751551628113</c:v>
                </c:pt>
                <c:pt idx="155">
                  <c:v>812.1727705001831</c:v>
                </c:pt>
                <c:pt idx="156">
                  <c:v>804.5102953910828</c:v>
                </c:pt>
                <c:pt idx="157">
                  <c:v>768.216073513031</c:v>
                </c:pt>
                <c:pt idx="158">
                  <c:v>815.0773048400879</c:v>
                </c:pt>
                <c:pt idx="159">
                  <c:v>752.5861859321594</c:v>
                </c:pt>
                <c:pt idx="160">
                  <c:v>812.1727705001831</c:v>
                </c:pt>
                <c:pt idx="161">
                  <c:v>836.4361524581909</c:v>
                </c:pt>
                <c:pt idx="162">
                  <c:v>787.7525091171265</c:v>
                </c:pt>
                <c:pt idx="163">
                  <c:v>799.2268204689026</c:v>
                </c:pt>
                <c:pt idx="164">
                  <c:v>817.5392746925354</c:v>
                </c:pt>
                <c:pt idx="165">
                  <c:v>832.763135433197</c:v>
                </c:pt>
                <c:pt idx="166">
                  <c:v>865.5737638473511</c:v>
                </c:pt>
                <c:pt idx="167">
                  <c:v>830.927848815918</c:v>
                </c:pt>
                <c:pt idx="168">
                  <c:v>822.9057788848877</c:v>
                </c:pt>
                <c:pt idx="169">
                  <c:v>815.0773048400879</c:v>
                </c:pt>
                <c:pt idx="170">
                  <c:v>743.7499761581421</c:v>
                </c:pt>
                <c:pt idx="171">
                  <c:v>877.445638179779</c:v>
                </c:pt>
                <c:pt idx="172">
                  <c:v>858.2446575164795</c:v>
                </c:pt>
                <c:pt idx="173">
                  <c:v>829.1666507720947</c:v>
                </c:pt>
                <c:pt idx="174">
                  <c:v>856.7204475402832</c:v>
                </c:pt>
                <c:pt idx="175">
                  <c:v>808.8082671165466</c:v>
                </c:pt>
                <c:pt idx="176">
                  <c:v>862.231194972992</c:v>
                </c:pt>
                <c:pt idx="177">
                  <c:v>823.8281011581421</c:v>
                </c:pt>
                <c:pt idx="178">
                  <c:v>779.6249985694885</c:v>
                </c:pt>
                <c:pt idx="179">
                  <c:v>900.2702832221985</c:v>
                </c:pt>
                <c:pt idx="180">
                  <c:v>830.0802111625671</c:v>
                </c:pt>
                <c:pt idx="181">
                  <c:v>867.7419424057007</c:v>
                </c:pt>
                <c:pt idx="182">
                  <c:v>857.4866056442261</c:v>
                </c:pt>
                <c:pt idx="183">
                  <c:v>843.5526490211487</c:v>
                </c:pt>
                <c:pt idx="184">
                  <c:v>868.4492111206055</c:v>
                </c:pt>
                <c:pt idx="185">
                  <c:v>846.5240597724915</c:v>
                </c:pt>
                <c:pt idx="186">
                  <c:v>851.2097001075745</c:v>
                </c:pt>
                <c:pt idx="187">
                  <c:v>818.4896111488342</c:v>
                </c:pt>
                <c:pt idx="188">
                  <c:v>847.3404049873352</c:v>
                </c:pt>
                <c:pt idx="189">
                  <c:v>837.3016119003296</c:v>
                </c:pt>
                <c:pt idx="190">
                  <c:v>831.8783044815063</c:v>
                </c:pt>
                <c:pt idx="191">
                  <c:v>822.9057788848877</c:v>
                </c:pt>
                <c:pt idx="192">
                  <c:v>819.4300532341003</c:v>
                </c:pt>
                <c:pt idx="193">
                  <c:v>861.4864945411682</c:v>
                </c:pt>
                <c:pt idx="194">
                  <c:v>769.8979377746582</c:v>
                </c:pt>
                <c:pt idx="195">
                  <c:v>821.9736814498901</c:v>
                </c:pt>
                <c:pt idx="196">
                  <c:v>792.8756475448608</c:v>
                </c:pt>
                <c:pt idx="197">
                  <c:v>839.3242955207825</c:v>
                </c:pt>
                <c:pt idx="198">
                  <c:v>821.9736814498901</c:v>
                </c:pt>
                <c:pt idx="199">
                  <c:v>844.8648452758789</c:v>
                </c:pt>
              </c:numCache>
            </c:numRef>
          </c:yVal>
          <c:smooth val="0"/>
        </c:ser>
        <c:ser>
          <c:idx val="4"/>
          <c:order val="4"/>
          <c:tx>
            <c:strRef>
              <c:f>Sheet1!$B$807</c:f>
              <c:strCache>
                <c:ptCount val="1"/>
                <c:pt idx="0">
                  <c:v>DQN</c:v>
                </c:pt>
              </c:strCache>
            </c:strRef>
          </c:tx>
          <c:spPr>
            <a:ln w="22225">
              <a:solidFill>
                <a:srgbClr val="C0392B"/>
              </a:solidFill>
            </a:ln>
          </c:spPr>
          <c:marker>
            <c:symbol val="none"/>
          </c:marker>
          <c:xVal>
            <c:numRef>
              <c:f>Sheet1!$A$808:$A$1007</c:f>
              <c:numCache>
                <c:formatCode>General</c:formatCode>
                <c:ptCount val="20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pt idx="99">
                  <c:v>1.0</c:v>
                </c:pt>
                <c:pt idx="100">
                  <c:v>1.01</c:v>
                </c:pt>
                <c:pt idx="101">
                  <c:v>1.02</c:v>
                </c:pt>
                <c:pt idx="102">
                  <c:v>1.03</c:v>
                </c:pt>
                <c:pt idx="103">
                  <c:v>1.04</c:v>
                </c:pt>
                <c:pt idx="104">
                  <c:v>1.05</c:v>
                </c:pt>
                <c:pt idx="105">
                  <c:v>1.06</c:v>
                </c:pt>
                <c:pt idx="106">
                  <c:v>1.07</c:v>
                </c:pt>
                <c:pt idx="107">
                  <c:v>1.08</c:v>
                </c:pt>
                <c:pt idx="108">
                  <c:v>1.09</c:v>
                </c:pt>
                <c:pt idx="109">
                  <c:v>1.1</c:v>
                </c:pt>
                <c:pt idx="110">
                  <c:v>1.11</c:v>
                </c:pt>
                <c:pt idx="111">
                  <c:v>1.12</c:v>
                </c:pt>
                <c:pt idx="112">
                  <c:v>1.13</c:v>
                </c:pt>
                <c:pt idx="113">
                  <c:v>1.14</c:v>
                </c:pt>
                <c:pt idx="114">
                  <c:v>1.15</c:v>
                </c:pt>
                <c:pt idx="115">
                  <c:v>1.16</c:v>
                </c:pt>
                <c:pt idx="116">
                  <c:v>1.17</c:v>
                </c:pt>
                <c:pt idx="117">
                  <c:v>1.18</c:v>
                </c:pt>
                <c:pt idx="118">
                  <c:v>1.19</c:v>
                </c:pt>
                <c:pt idx="119">
                  <c:v>1.2</c:v>
                </c:pt>
                <c:pt idx="120">
                  <c:v>1.21</c:v>
                </c:pt>
                <c:pt idx="121">
                  <c:v>1.22</c:v>
                </c:pt>
                <c:pt idx="122">
                  <c:v>1.23</c:v>
                </c:pt>
                <c:pt idx="123">
                  <c:v>1.24</c:v>
                </c:pt>
                <c:pt idx="124">
                  <c:v>1.25</c:v>
                </c:pt>
                <c:pt idx="125">
                  <c:v>1.26</c:v>
                </c:pt>
                <c:pt idx="126">
                  <c:v>1.27</c:v>
                </c:pt>
                <c:pt idx="127">
                  <c:v>1.28</c:v>
                </c:pt>
                <c:pt idx="128">
                  <c:v>1.29</c:v>
                </c:pt>
                <c:pt idx="129">
                  <c:v>1.3</c:v>
                </c:pt>
                <c:pt idx="130">
                  <c:v>1.31</c:v>
                </c:pt>
                <c:pt idx="131">
                  <c:v>1.32</c:v>
                </c:pt>
                <c:pt idx="132">
                  <c:v>1.33</c:v>
                </c:pt>
                <c:pt idx="133">
                  <c:v>1.34</c:v>
                </c:pt>
                <c:pt idx="134">
                  <c:v>1.35</c:v>
                </c:pt>
                <c:pt idx="135">
                  <c:v>1.36</c:v>
                </c:pt>
                <c:pt idx="136">
                  <c:v>1.37</c:v>
                </c:pt>
                <c:pt idx="137">
                  <c:v>1.38</c:v>
                </c:pt>
                <c:pt idx="138">
                  <c:v>1.39</c:v>
                </c:pt>
                <c:pt idx="139">
                  <c:v>1.4</c:v>
                </c:pt>
                <c:pt idx="140">
                  <c:v>1.41</c:v>
                </c:pt>
                <c:pt idx="141">
                  <c:v>1.42</c:v>
                </c:pt>
                <c:pt idx="142">
                  <c:v>1.43</c:v>
                </c:pt>
                <c:pt idx="143">
                  <c:v>1.44</c:v>
                </c:pt>
                <c:pt idx="144">
                  <c:v>1.45</c:v>
                </c:pt>
                <c:pt idx="145">
                  <c:v>1.46</c:v>
                </c:pt>
                <c:pt idx="146">
                  <c:v>1.47</c:v>
                </c:pt>
                <c:pt idx="147">
                  <c:v>1.48</c:v>
                </c:pt>
                <c:pt idx="148">
                  <c:v>1.49</c:v>
                </c:pt>
                <c:pt idx="149">
                  <c:v>1.5</c:v>
                </c:pt>
                <c:pt idx="150">
                  <c:v>1.51</c:v>
                </c:pt>
                <c:pt idx="151">
                  <c:v>1.52</c:v>
                </c:pt>
                <c:pt idx="152">
                  <c:v>1.53</c:v>
                </c:pt>
                <c:pt idx="153">
                  <c:v>1.54</c:v>
                </c:pt>
                <c:pt idx="154">
                  <c:v>1.55</c:v>
                </c:pt>
                <c:pt idx="155">
                  <c:v>1.56</c:v>
                </c:pt>
                <c:pt idx="156">
                  <c:v>1.57</c:v>
                </c:pt>
                <c:pt idx="157">
                  <c:v>1.58</c:v>
                </c:pt>
                <c:pt idx="158">
                  <c:v>1.59</c:v>
                </c:pt>
                <c:pt idx="159">
                  <c:v>1.6</c:v>
                </c:pt>
                <c:pt idx="160">
                  <c:v>1.61</c:v>
                </c:pt>
                <c:pt idx="161">
                  <c:v>1.62</c:v>
                </c:pt>
                <c:pt idx="162">
                  <c:v>1.63</c:v>
                </c:pt>
                <c:pt idx="163">
                  <c:v>1.64</c:v>
                </c:pt>
                <c:pt idx="164">
                  <c:v>1.65</c:v>
                </c:pt>
                <c:pt idx="165">
                  <c:v>1.66</c:v>
                </c:pt>
                <c:pt idx="166">
                  <c:v>1.67</c:v>
                </c:pt>
                <c:pt idx="167">
                  <c:v>1.68</c:v>
                </c:pt>
                <c:pt idx="168">
                  <c:v>1.69</c:v>
                </c:pt>
                <c:pt idx="169">
                  <c:v>1.7</c:v>
                </c:pt>
                <c:pt idx="170">
                  <c:v>1.71</c:v>
                </c:pt>
                <c:pt idx="171">
                  <c:v>1.72</c:v>
                </c:pt>
                <c:pt idx="172">
                  <c:v>1.73</c:v>
                </c:pt>
                <c:pt idx="173">
                  <c:v>1.74</c:v>
                </c:pt>
                <c:pt idx="174">
                  <c:v>1.75</c:v>
                </c:pt>
                <c:pt idx="175">
                  <c:v>1.76</c:v>
                </c:pt>
                <c:pt idx="176">
                  <c:v>1.77</c:v>
                </c:pt>
                <c:pt idx="177">
                  <c:v>1.78</c:v>
                </c:pt>
                <c:pt idx="178">
                  <c:v>1.79</c:v>
                </c:pt>
                <c:pt idx="179">
                  <c:v>1.8</c:v>
                </c:pt>
                <c:pt idx="180">
                  <c:v>1.81</c:v>
                </c:pt>
                <c:pt idx="181">
                  <c:v>1.82</c:v>
                </c:pt>
                <c:pt idx="182">
                  <c:v>1.83</c:v>
                </c:pt>
                <c:pt idx="183">
                  <c:v>1.84</c:v>
                </c:pt>
                <c:pt idx="184">
                  <c:v>1.85</c:v>
                </c:pt>
                <c:pt idx="185">
                  <c:v>1.86</c:v>
                </c:pt>
                <c:pt idx="186">
                  <c:v>1.87</c:v>
                </c:pt>
                <c:pt idx="187">
                  <c:v>1.88</c:v>
                </c:pt>
                <c:pt idx="188">
                  <c:v>1.89</c:v>
                </c:pt>
                <c:pt idx="189">
                  <c:v>1.9</c:v>
                </c:pt>
                <c:pt idx="190">
                  <c:v>1.91</c:v>
                </c:pt>
                <c:pt idx="191">
                  <c:v>1.92</c:v>
                </c:pt>
                <c:pt idx="192">
                  <c:v>1.93</c:v>
                </c:pt>
                <c:pt idx="193">
                  <c:v>1.94</c:v>
                </c:pt>
                <c:pt idx="194">
                  <c:v>1.95</c:v>
                </c:pt>
                <c:pt idx="195">
                  <c:v>1.96</c:v>
                </c:pt>
                <c:pt idx="196">
                  <c:v>1.97</c:v>
                </c:pt>
                <c:pt idx="197">
                  <c:v>1.98</c:v>
                </c:pt>
                <c:pt idx="198">
                  <c:v>1.99</c:v>
                </c:pt>
                <c:pt idx="199">
                  <c:v>2.0</c:v>
                </c:pt>
              </c:numCache>
            </c:numRef>
          </c:xVal>
          <c:yVal>
            <c:numRef>
              <c:f>Sheet1!$B$808:$B$1007</c:f>
              <c:numCache>
                <c:formatCode>General</c:formatCode>
                <c:ptCount val="200"/>
                <c:pt idx="0">
                  <c:v>10.964912362396717</c:v>
                </c:pt>
                <c:pt idx="1">
                  <c:v>15.536722727119923</c:v>
                </c:pt>
                <c:pt idx="2">
                  <c:v>40.17341136932373</c:v>
                </c:pt>
                <c:pt idx="3">
                  <c:v>45.6896536052227</c:v>
                </c:pt>
                <c:pt idx="4">
                  <c:v>31.318679451942444</c:v>
                </c:pt>
                <c:pt idx="5">
                  <c:v>47.35293984413147</c:v>
                </c:pt>
                <c:pt idx="6">
                  <c:v>43.33333298563957</c:v>
                </c:pt>
                <c:pt idx="7">
                  <c:v>5.505952052772045</c:v>
                </c:pt>
                <c:pt idx="8">
                  <c:v>57.47126415371895</c:v>
                </c:pt>
                <c:pt idx="9">
                  <c:v>21.067416295409203</c:v>
                </c:pt>
                <c:pt idx="10">
                  <c:v>24.101795628666878</c:v>
                </c:pt>
                <c:pt idx="11">
                  <c:v>12.962962500751019</c:v>
                </c:pt>
                <c:pt idx="12">
                  <c:v>38.664594292640686</c:v>
                </c:pt>
                <c:pt idx="13">
                  <c:v>34.59302335977554</c:v>
                </c:pt>
                <c:pt idx="14">
                  <c:v>15.083798207342625</c:v>
                </c:pt>
                <c:pt idx="15">
                  <c:v>9.357541799545288</c:v>
                </c:pt>
                <c:pt idx="16">
                  <c:v>15.536722727119923</c:v>
                </c:pt>
                <c:pt idx="17">
                  <c:v>30.239520594477654</c:v>
                </c:pt>
                <c:pt idx="18">
                  <c:v>16.715116798877716</c:v>
                </c:pt>
                <c:pt idx="19">
                  <c:v>48.61878603696823</c:v>
                </c:pt>
                <c:pt idx="20">
                  <c:v>21.327683702111244</c:v>
                </c:pt>
                <c:pt idx="21">
                  <c:v>23.235293105244637</c:v>
                </c:pt>
                <c:pt idx="22">
                  <c:v>4.454022739082575</c:v>
                </c:pt>
                <c:pt idx="23">
                  <c:v>10.34482754766941</c:v>
                </c:pt>
                <c:pt idx="24">
                  <c:v>24.596773087978363</c:v>
                </c:pt>
                <c:pt idx="25">
                  <c:v>57.47126415371895</c:v>
                </c:pt>
                <c:pt idx="26">
                  <c:v>16.473988071084023</c:v>
                </c:pt>
                <c:pt idx="27">
                  <c:v>76.30813866853714</c:v>
                </c:pt>
                <c:pt idx="28">
                  <c:v>50.28248578310013</c:v>
                </c:pt>
                <c:pt idx="29">
                  <c:v>27.414772659540176</c:v>
                </c:pt>
                <c:pt idx="30">
                  <c:v>7.031249813735485</c:v>
                </c:pt>
                <c:pt idx="31">
                  <c:v>54.79041859507561</c:v>
                </c:pt>
                <c:pt idx="32">
                  <c:v>15.308988280594349</c:v>
                </c:pt>
                <c:pt idx="33">
                  <c:v>42.58241876959801</c:v>
                </c:pt>
                <c:pt idx="34">
                  <c:v>7.031249813735485</c:v>
                </c:pt>
                <c:pt idx="35">
                  <c:v>24.069149047136307</c:v>
                </c:pt>
                <c:pt idx="36">
                  <c:v>37.29281574487686</c:v>
                </c:pt>
                <c:pt idx="37">
                  <c:v>-8.378379046916962</c:v>
                </c:pt>
                <c:pt idx="38">
                  <c:v>11.794871650636196</c:v>
                </c:pt>
                <c:pt idx="39">
                  <c:v>11.055275797843933</c:v>
                </c:pt>
                <c:pt idx="40">
                  <c:v>17.70833320915699</c:v>
                </c:pt>
                <c:pt idx="41">
                  <c:v>3.314916742965579</c:v>
                </c:pt>
                <c:pt idx="42">
                  <c:v>-14.54081665724516</c:v>
                </c:pt>
                <c:pt idx="43">
                  <c:v>-2.472527790814638</c:v>
                </c:pt>
                <c:pt idx="44">
                  <c:v>-9.067357517778873</c:v>
                </c:pt>
                <c:pt idx="45">
                  <c:v>-8.815789595246315</c:v>
                </c:pt>
                <c:pt idx="46">
                  <c:v>-9.469697251915932</c:v>
                </c:pt>
                <c:pt idx="47">
                  <c:v>-20.581897348165512</c:v>
                </c:pt>
                <c:pt idx="48">
                  <c:v>-10.287081822752953</c:v>
                </c:pt>
                <c:pt idx="49">
                  <c:v>-8.196721784770489</c:v>
                </c:pt>
                <c:pt idx="50">
                  <c:v>-15.284360386431217</c:v>
                </c:pt>
                <c:pt idx="51">
                  <c:v>-25.00000037252903</c:v>
                </c:pt>
                <c:pt idx="52">
                  <c:v>3.341013565659523</c:v>
                </c:pt>
                <c:pt idx="53">
                  <c:v>20.22058703005314</c:v>
                </c:pt>
                <c:pt idx="54">
                  <c:v>0.3712867619469762</c:v>
                </c:pt>
                <c:pt idx="55">
                  <c:v>67.65536963939667</c:v>
                </c:pt>
                <c:pt idx="56">
                  <c:v>24.596773087978363</c:v>
                </c:pt>
                <c:pt idx="57">
                  <c:v>8.791208267211914</c:v>
                </c:pt>
                <c:pt idx="58">
                  <c:v>32.233502715826035</c:v>
                </c:pt>
                <c:pt idx="59">
                  <c:v>77.50000059604645</c:v>
                </c:pt>
                <c:pt idx="60">
                  <c:v>46.639785170555115</c:v>
                </c:pt>
                <c:pt idx="61">
                  <c:v>56.073445826768875</c:v>
                </c:pt>
                <c:pt idx="62">
                  <c:v>103.93081605434418</c:v>
                </c:pt>
                <c:pt idx="63">
                  <c:v>79.23728972673416</c:v>
                </c:pt>
                <c:pt idx="64">
                  <c:v>103.12499850988388</c:v>
                </c:pt>
                <c:pt idx="65">
                  <c:v>76.23456418514252</c:v>
                </c:pt>
                <c:pt idx="66">
                  <c:v>64.13043290376663</c:v>
                </c:pt>
                <c:pt idx="67">
                  <c:v>87.57225424051285</c:v>
                </c:pt>
                <c:pt idx="68">
                  <c:v>182.51533806324005</c:v>
                </c:pt>
                <c:pt idx="69">
                  <c:v>135.90116798877716</c:v>
                </c:pt>
                <c:pt idx="70">
                  <c:v>150.32894909381866</c:v>
                </c:pt>
                <c:pt idx="71">
                  <c:v>218.43749284744263</c:v>
                </c:pt>
                <c:pt idx="72">
                  <c:v>181.28931522369385</c:v>
                </c:pt>
                <c:pt idx="73">
                  <c:v>236.1464947462082</c:v>
                </c:pt>
                <c:pt idx="74">
                  <c:v>219.6774184703827</c:v>
                </c:pt>
                <c:pt idx="75">
                  <c:v>288.3757948875427</c:v>
                </c:pt>
                <c:pt idx="76">
                  <c:v>330.9027850627899</c:v>
                </c:pt>
                <c:pt idx="77">
                  <c:v>264.102578163147</c:v>
                </c:pt>
                <c:pt idx="78">
                  <c:v>299.0322709083557</c:v>
                </c:pt>
                <c:pt idx="79">
                  <c:v>307.4324429035187</c:v>
                </c:pt>
                <c:pt idx="80">
                  <c:v>290.92466831207275</c:v>
                </c:pt>
                <c:pt idx="81">
                  <c:v>229.65838015079498</c:v>
                </c:pt>
                <c:pt idx="82">
                  <c:v>353.3557057380676</c:v>
                </c:pt>
                <c:pt idx="83">
                  <c:v>342.5862193107605</c:v>
                </c:pt>
                <c:pt idx="84">
                  <c:v>327.7597427368164</c:v>
                </c:pt>
                <c:pt idx="85">
                  <c:v>349.5192229747772</c:v>
                </c:pt>
                <c:pt idx="86">
                  <c:v>256.87500834465027</c:v>
                </c:pt>
                <c:pt idx="87">
                  <c:v>412.33333945274353</c:v>
                </c:pt>
                <c:pt idx="88">
                  <c:v>363.56207728385925</c:v>
                </c:pt>
                <c:pt idx="89">
                  <c:v>341.97530150413513</c:v>
                </c:pt>
                <c:pt idx="90">
                  <c:v>332.09678530693054</c:v>
                </c:pt>
                <c:pt idx="91">
                  <c:v>459.79729294776917</c:v>
                </c:pt>
                <c:pt idx="92">
                  <c:v>349.6551811695099</c:v>
                </c:pt>
                <c:pt idx="93">
                  <c:v>463.8461470603943</c:v>
                </c:pt>
                <c:pt idx="94">
                  <c:v>466.1458432674408</c:v>
                </c:pt>
                <c:pt idx="95">
                  <c:v>358.5483729839325</c:v>
                </c:pt>
                <c:pt idx="96">
                  <c:v>303.77358198165894</c:v>
                </c:pt>
                <c:pt idx="97">
                  <c:v>366.7197525501251</c:v>
                </c:pt>
                <c:pt idx="98">
                  <c:v>275.74849128723145</c:v>
                </c:pt>
                <c:pt idx="99">
                  <c:v>316.6666626930237</c:v>
                </c:pt>
                <c:pt idx="100">
                  <c:v>329.3209969997406</c:v>
                </c:pt>
                <c:pt idx="101">
                  <c:v>348.89936447143555</c:v>
                </c:pt>
                <c:pt idx="102">
                  <c:v>422.147661447525</c:v>
                </c:pt>
                <c:pt idx="103">
                  <c:v>405.49999475479126</c:v>
                </c:pt>
                <c:pt idx="104">
                  <c:v>413.3647680282593</c:v>
                </c:pt>
                <c:pt idx="105">
                  <c:v>277.24358439445496</c:v>
                </c:pt>
                <c:pt idx="106">
                  <c:v>368.23898553848267</c:v>
                </c:pt>
                <c:pt idx="107">
                  <c:v>294.9044704437256</c:v>
                </c:pt>
                <c:pt idx="108">
                  <c:v>396.6772258281708</c:v>
                </c:pt>
                <c:pt idx="109">
                  <c:v>346.4764952659607</c:v>
                </c:pt>
                <c:pt idx="110">
                  <c:v>341.97530150413513</c:v>
                </c:pt>
                <c:pt idx="111">
                  <c:v>368.23898553848267</c:v>
                </c:pt>
                <c:pt idx="112">
                  <c:v>392.8343951702118</c:v>
                </c:pt>
                <c:pt idx="113">
                  <c:v>346.63742780685425</c:v>
                </c:pt>
                <c:pt idx="114">
                  <c:v>459.79729294776917</c:v>
                </c:pt>
                <c:pt idx="115">
                  <c:v>470.96773982048035</c:v>
                </c:pt>
                <c:pt idx="116">
                  <c:v>552.8523325920105</c:v>
                </c:pt>
                <c:pt idx="117">
                  <c:v>532.8231453895569</c:v>
                </c:pt>
                <c:pt idx="118">
                  <c:v>526.4240503311157</c:v>
                </c:pt>
                <c:pt idx="119">
                  <c:v>506.96200132369995</c:v>
                </c:pt>
                <c:pt idx="120">
                  <c:v>497.0496892929077</c:v>
                </c:pt>
                <c:pt idx="121">
                  <c:v>632.9391598701477</c:v>
                </c:pt>
                <c:pt idx="122">
                  <c:v>510.0628733634949</c:v>
                </c:pt>
                <c:pt idx="123">
                  <c:v>526.4240503311157</c:v>
                </c:pt>
                <c:pt idx="124">
                  <c:v>444.55307722091675</c:v>
                </c:pt>
                <c:pt idx="125">
                  <c:v>424.22839999198914</c:v>
                </c:pt>
                <c:pt idx="126">
                  <c:v>458.8509202003479</c:v>
                </c:pt>
                <c:pt idx="127">
                  <c:v>419.57831382751465</c:v>
                </c:pt>
                <c:pt idx="128">
                  <c:v>437.9032254219055</c:v>
                </c:pt>
                <c:pt idx="129">
                  <c:v>418.94903779029846</c:v>
                </c:pt>
                <c:pt idx="130">
                  <c:v>427.59740352630615</c:v>
                </c:pt>
                <c:pt idx="131">
                  <c:v>464.93712067604065</c:v>
                </c:pt>
                <c:pt idx="132">
                  <c:v>321.10390067100525</c:v>
                </c:pt>
                <c:pt idx="133">
                  <c:v>499.06015396118164</c:v>
                </c:pt>
                <c:pt idx="134">
                  <c:v>427.59740352630615</c:v>
                </c:pt>
                <c:pt idx="135">
                  <c:v>542.8057312965393</c:v>
                </c:pt>
                <c:pt idx="136">
                  <c:v>407.6298773288727</c:v>
                </c:pt>
                <c:pt idx="137">
                  <c:v>443.2098865509033</c:v>
                </c:pt>
                <c:pt idx="138">
                  <c:v>421.4724004268646</c:v>
                </c:pt>
                <c:pt idx="139">
                  <c:v>265.5080258846283</c:v>
                </c:pt>
                <c:pt idx="140">
                  <c:v>394.02514696121216</c:v>
                </c:pt>
                <c:pt idx="141">
                  <c:v>513.1250023841858</c:v>
                </c:pt>
                <c:pt idx="142">
                  <c:v>450.4518210887909</c:v>
                </c:pt>
                <c:pt idx="143">
                  <c:v>567.7710771560669</c:v>
                </c:pt>
                <c:pt idx="144">
                  <c:v>579.1390538215637</c:v>
                </c:pt>
                <c:pt idx="145">
                  <c:v>496.9325065612793</c:v>
                </c:pt>
                <c:pt idx="146">
                  <c:v>510.94770431518555</c:v>
                </c:pt>
                <c:pt idx="147">
                  <c:v>377.8901696205139</c:v>
                </c:pt>
                <c:pt idx="148">
                  <c:v>458.8509202003479</c:v>
                </c:pt>
                <c:pt idx="149">
                  <c:v>370.18072605133057</c:v>
                </c:pt>
                <c:pt idx="150">
                  <c:v>329.388290643692</c:v>
                </c:pt>
                <c:pt idx="151">
                  <c:v>404.21876311302185</c:v>
                </c:pt>
                <c:pt idx="152">
                  <c:v>396.71429991722107</c:v>
                </c:pt>
                <c:pt idx="153">
                  <c:v>344.67214345932007</c:v>
                </c:pt>
                <c:pt idx="154">
                  <c:v>422.6265847682953</c:v>
                </c:pt>
                <c:pt idx="155">
                  <c:v>359.375</c:v>
                </c:pt>
                <c:pt idx="156">
                  <c:v>447.5649297237396</c:v>
                </c:pt>
                <c:pt idx="157">
                  <c:v>475.29762983322144</c:v>
                </c:pt>
                <c:pt idx="158">
                  <c:v>481.0126721858978</c:v>
                </c:pt>
                <c:pt idx="159">
                  <c:v>431.92771077156067</c:v>
                </c:pt>
                <c:pt idx="160">
                  <c:v>457.3529362678528</c:v>
                </c:pt>
                <c:pt idx="161">
                  <c:v>415.08153080940247</c:v>
                </c:pt>
                <c:pt idx="162">
                  <c:v>419.57831382751465</c:v>
                </c:pt>
                <c:pt idx="163">
                  <c:v>403.5310745239258</c:v>
                </c:pt>
                <c:pt idx="164">
                  <c:v>337.4309241771698</c:v>
                </c:pt>
                <c:pt idx="165">
                  <c:v>427.90699005126953</c:v>
                </c:pt>
                <c:pt idx="166">
                  <c:v>473.34253787994385</c:v>
                </c:pt>
                <c:pt idx="167">
                  <c:v>391.029417514801</c:v>
                </c:pt>
                <c:pt idx="168">
                  <c:v>429.88166213035583</c:v>
                </c:pt>
                <c:pt idx="169">
                  <c:v>393.8172161579132</c:v>
                </c:pt>
                <c:pt idx="170">
                  <c:v>449.1496682167053</c:v>
                </c:pt>
                <c:pt idx="171">
                  <c:v>374.27327036857605</c:v>
                </c:pt>
                <c:pt idx="172">
                  <c:v>457.7898681163788</c:v>
                </c:pt>
                <c:pt idx="173">
                  <c:v>469.3262279033661</c:v>
                </c:pt>
                <c:pt idx="174">
                  <c:v>459.79729294776917</c:v>
                </c:pt>
                <c:pt idx="175">
                  <c:v>436.2500011920929</c:v>
                </c:pt>
                <c:pt idx="176">
                  <c:v>319.40001249313354</c:v>
                </c:pt>
                <c:pt idx="177">
                  <c:v>291.544109582901</c:v>
                </c:pt>
                <c:pt idx="178">
                  <c:v>363.10678720474243</c:v>
                </c:pt>
                <c:pt idx="179">
                  <c:v>287.89472579956055</c:v>
                </c:pt>
                <c:pt idx="180">
                  <c:v>329.439252614975</c:v>
                </c:pt>
                <c:pt idx="181">
                  <c:v>471.48436307907104</c:v>
                </c:pt>
                <c:pt idx="182">
                  <c:v>496.8181848526001</c:v>
                </c:pt>
                <c:pt idx="183">
                  <c:v>479.0983498096466</c:v>
                </c:pt>
                <c:pt idx="184">
                  <c:v>321.47887349128723</c:v>
                </c:pt>
                <c:pt idx="185">
                  <c:v>355.7142913341522</c:v>
                </c:pt>
                <c:pt idx="186">
                  <c:v>328.05556058883667</c:v>
                </c:pt>
                <c:pt idx="187">
                  <c:v>316.6666626930237</c:v>
                </c:pt>
                <c:pt idx="188">
                  <c:v>403.35822105407715</c:v>
                </c:pt>
                <c:pt idx="189">
                  <c:v>271.71051502227783</c:v>
                </c:pt>
                <c:pt idx="190">
                  <c:v>338.02083134651184</c:v>
                </c:pt>
                <c:pt idx="191">
                  <c:v>345.13887763023376</c:v>
                </c:pt>
                <c:pt idx="192">
                  <c:v>291.35802388191223</c:v>
                </c:pt>
                <c:pt idx="193">
                  <c:v>196.07843458652496</c:v>
                </c:pt>
                <c:pt idx="194">
                  <c:v>226.02041065692902</c:v>
                </c:pt>
                <c:pt idx="195">
                  <c:v>283.7349474430084</c:v>
                </c:pt>
                <c:pt idx="196">
                  <c:v>307.4324429035187</c:v>
                </c:pt>
                <c:pt idx="197">
                  <c:v>387.22825050354004</c:v>
                </c:pt>
                <c:pt idx="198">
                  <c:v>299.75247383117676</c:v>
                </c:pt>
                <c:pt idx="199">
                  <c:v>277.10527181625366</c:v>
                </c:pt>
              </c:numCache>
            </c:numRef>
          </c:yVal>
          <c:smooth val="0"/>
        </c:ser>
        <c:axId val="-2128940872"/>
        <c:axId val="-2129643912"/>
      </c:scatterChart>
      <c:valAx>
        <c:axId val="-2128940872"/>
        <c:scaling>
          <c:orientation val="minMax"/>
          <c:max val="2.0"/>
          <c:min val="0.0"/>
        </c:scaling>
        <c:delete val="0"/>
        <c:axPos val="b"/>
        <c:title>
          <c:tx>
            <c:rich>
              <a:bodyPr/>
              <a:lstStyle/>
              <a:p>
                <a:r>
                  <a:rPr sz="950" b="0">
                    <a:solidFill>
                      <a:srgbClr val="666E7E"/>
                    </a:solidFill>
                    <a:latin typeface="Calibri"/>
                  </a:rPr>
                  <a:t>Số bước huấn luyện (triệu)</a:t>
                </a:r>
              </a:p>
            </c:rich>
          </c:tx>
          <c:layout/>
          <c:overlay val="0"/>
        </c:title>
        <c:numFmt formatCode="0.0" sourceLinked="0"/>
        <c:majorTickMark val="out"/>
        <c:minorTickMark val="none"/>
        <c:tickLblPos val="nextTo"/>
        <c:spPr>
          <a:ln>
            <a:solidFill>
              <a:srgbClr val="D5DCEA"/>
            </a:solidFill>
          </a:ln>
        </c:spPr>
        <c:txPr>
          <a:bodyPr/>
          <a:lstStyle/>
          <a:p>
            <a:pPr>
              <a:defRPr sz="950">
                <a:solidFill>
                  <a:srgbClr val="666E7E"/>
                </a:solidFill>
                <a:latin typeface="Calibri"/>
              </a:defRPr>
            </a:pPr>
          </a:p>
        </c:txPr>
        <c:crossAx val="-2129643912"/>
        <c:crosses val="autoZero"/>
        <c:crossBetween val="midCat"/>
        <c:majorUnit val="0.2"/>
      </c:valAx>
      <c:valAx>
        <c:axId val="-2129643912"/>
        <c:scaling>
          <c:orientation val="minMax"/>
          <c:max val="1000.0"/>
          <c:min val="-200.0"/>
        </c:scaling>
        <c:delete val="0"/>
        <c:axPos val="l"/>
        <c:majorGridlines>
          <c:spPr>
            <a:ln w="9525">
              <a:solidFill>
                <a:srgbClr val="E8ECF3"/>
              </a:solidFill>
            </a:ln>
          </c:spPr>
        </c:majorGridlines>
        <c:title>
          <c:tx>
            <c:rich>
              <a:bodyPr/>
              <a:lstStyle/>
              <a:p>
                <a:r>
                  <a:rPr sz="950" b="0">
                    <a:solidFill>
                      <a:srgbClr val="666E7E"/>
                    </a:solidFill>
                    <a:latin typeface="Calibri"/>
                  </a:rPr>
                  <a:t>Phần thưởng tích lũy</a:t>
                </a:r>
              </a:p>
            </c:rich>
          </c:tx>
          <c:layout/>
          <c:overlay val="0"/>
        </c:title>
        <c:numFmt formatCode="0&quot;,&quot;000" sourceLinked="0"/>
        <c:majorTickMark val="out"/>
        <c:minorTickMark val="none"/>
        <c:tickLblPos val="nextTo"/>
        <c:spPr>
          <a:ln>
            <a:solidFill>
              <a:srgbClr val="D5DCEA"/>
            </a:solidFill>
          </a:ln>
        </c:spPr>
        <c:txPr>
          <a:bodyPr/>
          <a:lstStyle/>
          <a:p>
            <a:pPr>
              <a:defRPr sz="950">
                <a:solidFill>
                  <a:srgbClr val="666E7E"/>
                </a:solidFill>
                <a:latin typeface="Calibri"/>
              </a:defRPr>
            </a:pPr>
          </a:p>
        </c:txPr>
        <c:crossAx val="-2128940872"/>
        <c:crosses val="autoZero"/>
        <c:crossBetween val="midCat"/>
        <c:majorUnit val="200.0"/>
      </c:valAx>
    </c:plotArea>
    <c:legend>
      <c:legendPos val="t"/>
      <c:layout/>
      <c:overlay val="0"/>
      <c:txPr>
        <a:bodyPr/>
        <a:lstStyle/>
        <a:p>
          <a:pPr>
            <a:defRPr sz="1050">
              <a:solidFill>
                <a:srgbClr val="2B2B2B"/>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0" name="Shape 140"/>
          <p:cNvSpPr>
            <a:spLocks noGrp="1" noRot="1" noChangeAspect="1"/>
          </p:cNvSpPr>
          <p:nvPr>
            <p:ph type="sldImg"/>
          </p:nvPr>
        </p:nvSpPr>
        <p:spPr>
          <a:xfrm>
            <a:off x="1143000" y="685800"/>
            <a:ext cx="4572000" cy="3429000"/>
          </a:xfrm>
          <a:prstGeom prst="rect">
            <a:avLst/>
          </a:prstGeom>
        </p:spPr>
        <p:txBody>
          <a:bodyPr/>
          <a:lstStyle/>
          <a:p>
            <a:endParaRPr/>
          </a:p>
        </p:txBody>
      </p:sp>
      <p:sp>
        <p:nvSpPr>
          <p:cNvPr id="141" name="Shape 14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Kính chào hội đồng. Em là Văn Thị Minh Huyền, lớp K16 ngành Khoa học máy tính. Đồ án của em tập trung vào xây dựng và kiểm chứng môi trường học tăng cường cho game 3D trên Unity ML-Agents. Ba ảnh phía dưới là ba môi trường em đã dựng: Football Table, Capture The Flag và Cross The Road.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Thuật toán học tăng cường ngày nay đã được đóng gói sẵn trong thư viện: chọn PPO hay SAC chỉ là sửa một tệp cấu hình. Phần khó nằm ở chỗ khác — đặc tả môi trường. Quan sát nào, hành động nào, phần thưởng bao nhiêu, cơ chế game vận hành ra sao. Và điều nguy hiểm nhất: một môi trường đặc tả sai không hề báo lỗi. Chương trình vẫn chạy, đường cong vẫn được vẽ, nhưng tác nhân đang học sai. Trên chính đồ án này, phần thiết kế ba môi trường chiếm hơn 30 trang, còn cấu hình cả năm thuật toán chỉ 3 trang YAML.</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Đồ án đặt ra bốn mục tiêu, mỗi mục tiêu gắn với một sản phẩm bàn giao cụ thể chứ không dừng ở mô tả. Ba môi trường, mười lăm lần huấn luyện, một gói cài đặt lại được, và một ứng dụng demo. Xin nhấn mạnh phạm vi: năm thuật toán ở đây là phép thử để dò đặc tính môi trường, đồ án không đề xuất thuật toán mới.</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Kiến trúc rất thẳng: môi trường Unity sinh quan sát và nhận hành động; trainer ML-Agents huấn luyện; TensorBoard ghi lại; mô hình được xuất ra ONNX; ứng dụng demo nạp mô hình đó. Điểm cần nói thêm là ML-Agents 4.0.2 chỉ có sẵn ba trainer, nên MAPPO và DQN được em bổ sung dưới dạng trainer mở rộng, dùng chung đường ống đo. Nhờ vậy mười lăm lần chạy mới so sánh được với nhau.</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 môi trường được chọn để phủ ba dạng bài toán khác hẳn nhau, chứ không phải ba biến thể của cùng một dạng. Football Table là đối kháng một chọi một với hành động liên tục. Capture The Flag là hợp tác hai tác nhân với phần thưởng nhóm. Cross The Road là điều hướng đơn tác nhân với phần thưởng thưa. Ba nhóm thách thức thiết kế hoàn toàn khác nhau.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Hàm phần thưởng là thành phần khó thiết kế nhất. Em tách nó thành ba thành phần: phần mục tiêu thưa tại cột mốc, phần định hình theo thế năng, và phần theo bước. Đặc tả đi theo một chiều: từ hành vi mục tiêu sang hàm phần thưởng sang chính sách học được — nhưng sai lệch chỉ lộ ra ở bước cuối. Vì vậy em rút ra bốn nguyên tắc, và ba slide tiếp theo sẽ cho thấy mỗi hằng số đều có một lập luận định lượng đứng sau.</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Football Table là bàn bi lắc ba chiều. Quan sát 60 giá trị gồm trạng thái bóng cùng bốn thanh gạt mỗi bên. Hành động liên tục tám chiều: mỗi thanh gạt trượt và xoay. Phần thưởng cộng 5 khi ghi bàn, trừ 1 khi thủng lưới, trừ một phần ba nghìn mỗi bước. Tỉ lệ 5 trên 1 không tùy tiện: nếu để cân bằng, ngưỡng đáng tấn công là 40% — quá cao ở đầu huấn luyện nên tác nhân sẽ chỉ phòng ngự. Với 5 trên 1 thì ngưỡng bằng 0. Còn phạt thời gian nhân với 3.000 bước cho đúng 1 điểm, bằng đúng hình phạt thủng lưới, nên hòa không bàn thắng bị đánh ngang với thua một bàn.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Capture The Flag là câu đố bàn giao: hai bàn đạp cùng điều khiển một cổng cửa, nhưng nằm ở hai phía đối diện của cổng đó, nên không ai tự mình giải được. Quan sát 61 giá trị, trong đó 5 cờ logic là mấu chốt vì chúng cho tác nhân biết khi nào nên rời bàn đạp. Mọi khoản theo bước đều chuẩn hóa theo N bằng một trăm nghìn để tổng của chúng luôn nhỏ hơn phần thưởng hoàn thành. Khoảng ân hạn một giây là điểm em phải chứng minh: nó đủ để màn bàn giao khả học, nhưng không đủ để một tác nhân tự vượt cổng — nên mọi kết quả cao đều là hợp tác thật.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Cross The Road đơn giản về luật nhưng khó về tín hiệu học. Quan sát 132 giá trị: tọa độ cho biết đi về đâu, 21 tia cho biết lúc nào an toàn. Bốn hành động rời rạc, trong đó đứng yên là một nước đi chiến thuật. Điều đáng nói là mức phạt va chạm: môi trường không giới hạn số bước nên đứng yên mãi mãi có giá trị đúng bằng không. Nếu phạt bằng 1 thì ngưỡng đáng đi tiếp là 50%, tác nhân sẽ tự đóng băng. Đặt 0,025 thì ngưỡng còn 2,4%. Thêm tín hiệu tò mò cường độ 0,02 để khuyến khích khám phá.</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Đây là ví dụ cụ thể nhất cho luận điểm môi trường sai không báo lỗi. Phiên bản phần thưởng đầu tiên của Capture The Flag làm phần thưởng nhóm phẳng lì ở mức sàn suốt hàng triệu bước, mà không có bất kỳ dòng báo lỗi nào. Khi chẩn đoán, em phát hiện hai khoản phạt nhóm đang giáng đúng vào trạng thái hai tác nhân đứng khác phía cửa — mà đó chính là trạng thái bắt buộc để bàn giao. Nói cách khác, hàm phần thưởng đang phạt đúng lời giải. Bốn thay đổi sau đó đưa phần thưởng nhóm lên 0,840.</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Thiết kế thực nghiệm là một lưới đầy đủ: năm thuật toán nhân ba môi trường, tổng cộng mười lăm lần huấn luyện. Trong từng môi trường, cả năm dùng chung một ngân sách bước và cùng phần cứng. Mỗi lần chạy có tám khu vực song song. Em xin nhấn mạnh lại: năm thuật toán ở đây đóng vai phép thử để dò đặc tính môi trường, chứ không phải đối tượng đánh giá. Một môi trường chỉ đáng tin khi nó phản ứng nhất quán trước nhiều hướng tiếp cận khác nguyên lý.</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Để nói một môi trường là dùng được, em đặt ra ba tiêu chí. Học được: ít nhất bốn trên năm thuật toán phải tiến bộ rõ. Phân biệt được: các hướng tiếp cận khác nguyên lý phải tách được nhau. Và không có lối tắt: không lần chạy nào được điểm cao mà chưa thật sự giải được nhiệm vụ. Bốn chỉ số đo kèm theo là mức năng lực, tốc độ hội tụ, độ ổn định và độ dài lượt chơi. Riêng Football Table dùng thêm ELO vì trong tự chơi phần thưởng không so trực tiếp được.</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Đây là kết quả cô đọng nhất. Trên Cross The Road, SAC cao nhất với 0,846 còn DQN chỉ 0,336 — phổ trải rộng, môi trường phân biệt tốt. Trên Capture The Flag, bốn thuật toán đều giải được câu đố và nằm gọn trong dải 0,800 đến 0,840, riêng SAC dừng ở 0,183. Còn Football Table không có trong biểu đồ vì tự chơi đo bằng ELO: cả bốn thuật toán tự chơi đều tăng, từ 36 tới 64 điểm, nhưng khoảng cách giữa chúng còn quá hẹp để xếp hạng.</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Đây là hai đường cong của Football Table. Bên trái là phần thưởng tích lũy: MAPPO cao nhất với 2,117, rồi SAC, DQN, MA-POCA và PPO. Nhưng trong cơ chế tự chơi thì phần thưởng không phải thước đo đáng tin, vì nó phụ thuộc vào việc tác nhân đang gặp phiên bản đối thủ mạnh hay yếu. Bên phải mới là thước đo đúng: chỉ số ELO. Cả bốn thuật toán tự chơi đều tăng so với mốc khởi tạo 1200, từ 36 tới 64 điểm, nên môi trường học được. Nhưng dải 1237 đến 1260 quá hẹp so với dao động của chính đường cong, nên em không xếp hạng nhóm dẫn đầu. DQN không ghép được với tự chơi nên không có ELO.</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Đường cong Capture The Flag tách rất rõ giữa giải được và thất bại. Bốn đường leo lên dải 0,80 đến 0,84 rồi nằm yên, cho thấy chúng đã tìm ra trình tự bàn giao. Riêng SAC nhảy loạn suốt quá trình: nó học được rồi đánh mất, lặp đi lặp lại, nên con số 0,183 chỉ là trung bình của chuỗi dao động đó. Em muốn lưu ý thêm rằng độ dài lượt chơi là bằng chứng chắc hơn cả phần thưởng: bốn thuật toán dẫn đầu đều kéo lượt chơi xuống, còn SAC nằm ở trần 4999 gần như suốt.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Cross The Road là môi trường phân biệt tốt nhất. Cả năm đường đều tiến bộ rõ so với lúc khởi tạo, nên môi trường học được, và phổ kết quả trải từ 0,846 của SAC xuống 0,336 của DQN. Chín trên mười cặp thuật toán tách được nhau. Hai điểm em muốn nêu: MA-POCA hội tụ sớm nhất, khoảng 450.000 bước, nhưng chốt ở 0,556 rồi nằm im — đó là sự ổn định của một chính sách tầm thường, không phải học nhanh. Và MAPPO vượt PPO ngay ở môi trường đơn tác nhân, điều mà đồ án chưa giải thích được cơ chế.</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Đây là luận điểm trung tâm của đồ án. Nhìn vào cùng một thuật toán là SAC: nó dẫn đầu Cross The Road với 0,846 rồi sụp xuống 0,183 ở Capture The Flag, chênh lệch 0,663. Còn bốn thuật toán cùng giải được Capture The Flag thì nằm gọn trong dải 0,040. Chênh lệch do môi trường lớn gấp mười sáu lần chênh lệch do thuật toán. Hàm ý thực tiễn: khi làm game, hãy lo cơ chế và đặc tả trước, chọn thuật toán sau. Em cũng xin nói rõ chỉ ba phân tách là thực sự vững, thứ tự trong nội bộ nhóm dẫn đầu thì chưa.</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Sản phẩm bàn giao gồm hai phần. Phần một là gói Unity Package Manager: ba môi trường, mười lăm cấu hình đã chạy thật, bộ công cụ Editor và trình hướng dẫn cài đặt bảy bước — người dùng lại không phải dựng lại gì. Phần hai là ứng dụng demo, nạp trực tiếp mười lăm mô hình ONNX, có ba chế độ chơi và hai tab số liệu. Em muốn nhấn mạnh giá trị của việc xem hành vi thật: có những lỗi đặc tả mà đường cong phần thưởng không lộ ra, nhưng nhìn tác nhân chạy thì thấy ngay.</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Tổng kết lại. Đồ án bàn giao ba môi trường đã qua kiểm chứng, một quy trình thiết kế và nghiệm thu, cùng sản phẩm demo hoàn chỉnh. Hạn chế lớn nhất em xin nêu trung thực: mỗi cấu hình mới chỉ chạy một seed, nên những chênh lệch sát nhau chưa đủ cơ sở thống kê. Hai môi trường Football Table và Capture The Flag cũng chưa đủ độ phân giải. Hướng phát triển ưu tiên là chạy lại trên nhiều seed, làm hai môi trường đó khó lên, và giải thích hai hiện tượng còn bỏ ngỏ.</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Phần trình bày của em đến đây là hết. Thông điệp em muốn để lại: muốn học tăng cường trong game đáng tin cậy thì phải đầu tư vào đặc tả và kiểm chứng môi trường trước khi nghĩ tới việc tối ưu thuật toán. Em xin chân thành cảm ơn quý thầy cô đã lắng nghe và rất mong nhận được góp ý.</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6" name="Văn bản Tiêu đề"/>
          <p:cNvSpPr txBox="1">
            <a:spLocks noGrp="1"/>
          </p:cNvSpPr>
          <p:nvPr>
            <p:ph type="title"/>
          </p:nvPr>
        </p:nvSpPr>
        <p:spPr>
          <a:prstGeom prst="rect">
            <a:avLst/>
          </a:prstGeom>
        </p:spPr>
        <p:txBody>
          <a:bodyPr/>
          <a:lstStyle/>
          <a:p>
            <a:r>
              <a:t>Văn bản Tiêu đề</a:t>
            </a:r>
          </a:p>
        </p:txBody>
      </p:sp>
      <p:sp>
        <p:nvSpPr>
          <p:cNvPr id="17" name="Số Trang chiếu"/>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grpSp>
        <p:nvGrpSpPr>
          <p:cNvPr id="26" name="Group 6"/>
          <p:cNvGrpSpPr/>
          <p:nvPr/>
        </p:nvGrpSpPr>
        <p:grpSpPr>
          <a:xfrm>
            <a:off x="0" y="6494093"/>
            <a:ext cx="12192000" cy="373092"/>
            <a:chOff x="0" y="0"/>
            <a:chExt cx="12192000" cy="373091"/>
          </a:xfrm>
        </p:grpSpPr>
        <p:sp>
          <p:nvSpPr>
            <p:cNvPr id="24"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5"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27" name="Số Trang chiếu"/>
          <p:cNvSpPr txBox="1">
            <a:spLocks noGrp="1"/>
          </p:cNvSpPr>
          <p:nvPr>
            <p:ph type="sldNum" sz="quarter" idx="2"/>
          </p:nvPr>
        </p:nvSpPr>
        <p:spPr>
          <a:xfrm>
            <a:off x="11896142" y="6616245"/>
            <a:ext cx="258624" cy="248306"/>
          </a:xfrm>
          <a:prstGeom prst="rect">
            <a:avLst/>
          </a:prstGeom>
        </p:spPr>
        <p:txBody>
          <a:bodyPr/>
          <a:lstStyle/>
          <a:p>
            <a:fld id="{86CB4B4D-7CA3-9044-876B-883B54F8677D}" type="slidenum">
              <a:t>‹#›</a:t>
            </a:fld>
            <a:endParaRPr/>
          </a:p>
        </p:txBody>
      </p:sp>
      <p:sp>
        <p:nvSpPr>
          <p:cNvPr id="28" name="CHỦ ĐỀ"/>
          <p:cNvSpPr txBox="1">
            <a:spLocks noGrp="1"/>
          </p:cNvSpPr>
          <p:nvPr>
            <p:ph type="title" hasCustomPrompt="1"/>
          </p:nvPr>
        </p:nvSpPr>
        <p:spPr>
          <a:xfrm>
            <a:off x="482252" y="277959"/>
            <a:ext cx="7928430" cy="553290"/>
          </a:xfrm>
          <a:prstGeom prst="rect">
            <a:avLst/>
          </a:prstGeom>
        </p:spPr>
        <p:txBody>
          <a:bodyPr/>
          <a:lstStyle>
            <a:lvl1pPr>
              <a:defRPr sz="3300" b="1">
                <a:solidFill>
                  <a:srgbClr val="223771"/>
                </a:solidFill>
              </a:defRPr>
            </a:lvl1pPr>
          </a:lstStyle>
          <a:p>
            <a:r>
              <a:t>CHỦ ĐỀ</a:t>
            </a:r>
          </a:p>
        </p:txBody>
      </p:sp>
      <p:sp>
        <p:nvSpPr>
          <p:cNvPr id="29" name="Freeform 2"/>
          <p:cNvSpPr/>
          <p:nvPr/>
        </p:nvSpPr>
        <p:spPr>
          <a:xfrm>
            <a:off x="392906" y="235205"/>
            <a:ext cx="1750219" cy="596045"/>
          </a:xfrm>
          <a:custGeom>
            <a:avLst/>
            <a:gdLst/>
            <a:ahLst/>
            <a:cxnLst>
              <a:cxn ang="0">
                <a:pos x="wd2" y="hd2"/>
              </a:cxn>
              <a:cxn ang="5400000">
                <a:pos x="wd2" y="hd2"/>
              </a:cxn>
              <a:cxn ang="10800000">
                <a:pos x="wd2" y="hd2"/>
              </a:cxn>
              <a:cxn ang="16200000">
                <a:pos x="wd2" y="hd2"/>
              </a:cxn>
            </a:cxnLst>
            <a:rect l="0" t="0" r="r" b="b"/>
            <a:pathLst>
              <a:path w="21600" h="21600" extrusionOk="0">
                <a:moveTo>
                  <a:pt x="5819" y="0"/>
                </a:moveTo>
                <a:lnTo>
                  <a:pt x="0" y="0"/>
                </a:lnTo>
                <a:lnTo>
                  <a:pt x="0" y="21600"/>
                </a:lnTo>
                <a:lnTo>
                  <a:pt x="21600" y="21600"/>
                </a:lnTo>
              </a:path>
            </a:pathLst>
          </a:custGeom>
          <a:ln w="57150">
            <a:solidFill>
              <a:srgbClr val="223771"/>
            </a:solidFill>
            <a:miter/>
          </a:ln>
        </p:spPr>
        <p:txBody>
          <a:bodyPr lIns="45719" rIns="45719" anchor="ctr"/>
          <a:lstStyle/>
          <a:p>
            <a:pPr algn="ctr">
              <a:defRPr>
                <a:solidFill>
                  <a:srgbClr val="FFFFFF"/>
                </a:solidFill>
              </a:defRPr>
            </a:pPr>
            <a:endParaRPr/>
          </a:p>
        </p:txBody>
      </p:sp>
      <p:pic>
        <p:nvPicPr>
          <p:cNvPr id="30" name="Picture 6" descr="Picture 6"/>
          <p:cNvPicPr>
            <a:picLocks noChangeAspect="1"/>
          </p:cNvPicPr>
          <p:nvPr/>
        </p:nvPicPr>
        <p:blipFill>
          <a:blip r:embed="rId2"/>
          <a:stretch>
            <a:fillRect/>
          </a:stretch>
        </p:blipFill>
        <p:spPr>
          <a:xfrm>
            <a:off x="9686135" y="27833"/>
            <a:ext cx="2493819" cy="771845"/>
          </a:xfrm>
          <a:prstGeom prst="rect">
            <a:avLst/>
          </a:prstGeom>
          <a:ln w="12700">
            <a:miter lim="400000"/>
          </a:ln>
        </p:spPr>
      </p:pic>
    </p:spTree>
  </p:cSld>
  <p:clrMapOvr>
    <a:masterClrMapping/>
  </p:clrMapOvr>
  <p:transition>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2_Title and Content">
    <p:spTree>
      <p:nvGrpSpPr>
        <p:cNvPr id="1" name=""/>
        <p:cNvGrpSpPr/>
        <p:nvPr/>
      </p:nvGrpSpPr>
      <p:grpSpPr>
        <a:xfrm>
          <a:off x="0" y="0"/>
          <a:ext cx="0" cy="0"/>
          <a:chOff x="0" y="0"/>
          <a:chExt cx="0" cy="0"/>
        </a:xfrm>
      </p:grpSpPr>
      <p:grpSp>
        <p:nvGrpSpPr>
          <p:cNvPr id="39" name="Group 6"/>
          <p:cNvGrpSpPr/>
          <p:nvPr/>
        </p:nvGrpSpPr>
        <p:grpSpPr>
          <a:xfrm>
            <a:off x="0" y="6494093"/>
            <a:ext cx="12192000" cy="373092"/>
            <a:chOff x="0" y="0"/>
            <a:chExt cx="12192000" cy="373091"/>
          </a:xfrm>
        </p:grpSpPr>
        <p:sp>
          <p:nvSpPr>
            <p:cNvPr id="37"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8"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40" name="Số Trang chiếu"/>
          <p:cNvSpPr txBox="1">
            <a:spLocks noGrp="1"/>
          </p:cNvSpPr>
          <p:nvPr>
            <p:ph type="sldNum" sz="quarter" idx="2"/>
          </p:nvPr>
        </p:nvSpPr>
        <p:spPr>
          <a:xfrm>
            <a:off x="11850582" y="6623074"/>
            <a:ext cx="258624" cy="248306"/>
          </a:xfrm>
          <a:prstGeom prst="rect">
            <a:avLst/>
          </a:prstGeom>
        </p:spPr>
        <p:txBody>
          <a:bodyPr/>
          <a:lstStyle/>
          <a:p>
            <a:fld id="{86CB4B4D-7CA3-9044-876B-883B54F8677D}" type="slidenum">
              <a:t>‹#›</a:t>
            </a:fld>
            <a:endParaRPr/>
          </a:p>
        </p:txBody>
      </p:sp>
      <p:sp>
        <p:nvSpPr>
          <p:cNvPr id="41" name="Freeform 2"/>
          <p:cNvSpPr/>
          <p:nvPr/>
        </p:nvSpPr>
        <p:spPr>
          <a:xfrm>
            <a:off x="392906" y="235205"/>
            <a:ext cx="1750219" cy="596045"/>
          </a:xfrm>
          <a:custGeom>
            <a:avLst/>
            <a:gdLst/>
            <a:ahLst/>
            <a:cxnLst>
              <a:cxn ang="0">
                <a:pos x="wd2" y="hd2"/>
              </a:cxn>
              <a:cxn ang="5400000">
                <a:pos x="wd2" y="hd2"/>
              </a:cxn>
              <a:cxn ang="10800000">
                <a:pos x="wd2" y="hd2"/>
              </a:cxn>
              <a:cxn ang="16200000">
                <a:pos x="wd2" y="hd2"/>
              </a:cxn>
            </a:cxnLst>
            <a:rect l="0" t="0" r="r" b="b"/>
            <a:pathLst>
              <a:path w="21600" h="21600" extrusionOk="0">
                <a:moveTo>
                  <a:pt x="5819" y="0"/>
                </a:moveTo>
                <a:lnTo>
                  <a:pt x="0" y="0"/>
                </a:lnTo>
                <a:lnTo>
                  <a:pt x="0" y="21600"/>
                </a:lnTo>
                <a:lnTo>
                  <a:pt x="21600" y="21600"/>
                </a:lnTo>
              </a:path>
            </a:pathLst>
          </a:custGeom>
          <a:ln w="57150">
            <a:solidFill>
              <a:srgbClr val="223771"/>
            </a:solidFill>
            <a:miter/>
          </a:ln>
        </p:spPr>
        <p:txBody>
          <a:bodyPr lIns="45719" rIns="45719" anchor="ctr"/>
          <a:lstStyle/>
          <a:p>
            <a:pPr algn="ctr">
              <a:defRPr>
                <a:solidFill>
                  <a:srgbClr val="FFFFFF"/>
                </a:solidFill>
              </a:defRPr>
            </a:pPr>
            <a:endParaRPr/>
          </a:p>
        </p:txBody>
      </p:sp>
      <p:sp>
        <p:nvSpPr>
          <p:cNvPr id="42" name="Văn bản Tiêu đề"/>
          <p:cNvSpPr txBox="1">
            <a:spLocks noGrp="1"/>
          </p:cNvSpPr>
          <p:nvPr>
            <p:ph type="title"/>
          </p:nvPr>
        </p:nvSpPr>
        <p:spPr>
          <a:xfrm>
            <a:off x="487476" y="2949383"/>
            <a:ext cx="10515601" cy="1325564"/>
          </a:xfrm>
          <a:prstGeom prst="rect">
            <a:avLst/>
          </a:prstGeom>
        </p:spPr>
        <p:txBody>
          <a:bodyPr/>
          <a:lstStyle>
            <a:lvl1pPr>
              <a:defRPr sz="6000">
                <a:solidFill>
                  <a:srgbClr val="000000"/>
                </a:solidFill>
              </a:defRPr>
            </a:lvl1pPr>
          </a:lstStyle>
          <a:p>
            <a:r>
              <a:t>Văn bản Tiêu đề</a:t>
            </a:r>
          </a:p>
        </p:txBody>
      </p:sp>
      <p:pic>
        <p:nvPicPr>
          <p:cNvPr id="43" name="Picture 7" descr="Picture 7"/>
          <p:cNvPicPr>
            <a:picLocks noChangeAspect="1"/>
          </p:cNvPicPr>
          <p:nvPr/>
        </p:nvPicPr>
        <p:blipFill>
          <a:blip r:embed="rId2"/>
          <a:stretch>
            <a:fillRect/>
          </a:stretch>
        </p:blipFill>
        <p:spPr>
          <a:xfrm>
            <a:off x="9686135" y="27833"/>
            <a:ext cx="2493819" cy="771845"/>
          </a:xfrm>
          <a:prstGeom prst="rect">
            <a:avLst/>
          </a:prstGeom>
          <a:ln w="12700">
            <a:miter lim="400000"/>
          </a:ln>
        </p:spPr>
      </p:pic>
    </p:spTree>
  </p:cSld>
  <p:clrMapOvr>
    <a:masterClrMapping/>
  </p:clrMapOvr>
  <p:transition>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1_Title and Content">
    <p:spTree>
      <p:nvGrpSpPr>
        <p:cNvPr id="1" name=""/>
        <p:cNvGrpSpPr/>
        <p:nvPr/>
      </p:nvGrpSpPr>
      <p:grpSpPr>
        <a:xfrm>
          <a:off x="0" y="0"/>
          <a:ext cx="0" cy="0"/>
          <a:chOff x="0" y="0"/>
          <a:chExt cx="0" cy="0"/>
        </a:xfrm>
      </p:grpSpPr>
      <p:grpSp>
        <p:nvGrpSpPr>
          <p:cNvPr id="52" name="Group 6"/>
          <p:cNvGrpSpPr/>
          <p:nvPr/>
        </p:nvGrpSpPr>
        <p:grpSpPr>
          <a:xfrm>
            <a:off x="0" y="6494093"/>
            <a:ext cx="12192000" cy="373092"/>
            <a:chOff x="0" y="0"/>
            <a:chExt cx="12192000" cy="373091"/>
          </a:xfrm>
        </p:grpSpPr>
        <p:sp>
          <p:nvSpPr>
            <p:cNvPr id="50"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1"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3" name="Số Trang chiếu"/>
          <p:cNvSpPr txBox="1">
            <a:spLocks noGrp="1"/>
          </p:cNvSpPr>
          <p:nvPr>
            <p:ph type="sldNum" sz="quarter" idx="2"/>
          </p:nvPr>
        </p:nvSpPr>
        <p:spPr>
          <a:xfrm>
            <a:off x="11905666" y="6613839"/>
            <a:ext cx="258625" cy="248306"/>
          </a:xfrm>
          <a:prstGeom prst="rect">
            <a:avLst/>
          </a:prstGeom>
        </p:spPr>
        <p:txBody>
          <a:bodyPr/>
          <a:lstStyle/>
          <a:p>
            <a:fld id="{86CB4B4D-7CA3-9044-876B-883B54F8677D}" type="slidenum">
              <a:t>‹#›</a:t>
            </a:fld>
            <a:endParaRPr/>
          </a:p>
        </p:txBody>
      </p:sp>
      <p:sp>
        <p:nvSpPr>
          <p:cNvPr id="54" name="CHỦ ĐỀ"/>
          <p:cNvSpPr txBox="1">
            <a:spLocks noGrp="1"/>
          </p:cNvSpPr>
          <p:nvPr>
            <p:ph type="title" hasCustomPrompt="1"/>
          </p:nvPr>
        </p:nvSpPr>
        <p:spPr>
          <a:xfrm>
            <a:off x="340857" y="243488"/>
            <a:ext cx="8061101" cy="553290"/>
          </a:xfrm>
          <a:prstGeom prst="rect">
            <a:avLst/>
          </a:prstGeom>
        </p:spPr>
        <p:txBody>
          <a:bodyPr/>
          <a:lstStyle>
            <a:lvl1pPr>
              <a:defRPr sz="3300" b="1">
                <a:solidFill>
                  <a:srgbClr val="223771"/>
                </a:solidFill>
              </a:defRPr>
            </a:lvl1pPr>
          </a:lstStyle>
          <a:p>
            <a:r>
              <a:t>CHỦ ĐỀ</a:t>
            </a:r>
          </a:p>
        </p:txBody>
      </p:sp>
      <p:sp>
        <p:nvSpPr>
          <p:cNvPr id="55" name="Freeform 7"/>
          <p:cNvSpPr/>
          <p:nvPr/>
        </p:nvSpPr>
        <p:spPr>
          <a:xfrm>
            <a:off x="311261" y="235205"/>
            <a:ext cx="1750219" cy="596045"/>
          </a:xfrm>
          <a:custGeom>
            <a:avLst/>
            <a:gdLst/>
            <a:ahLst/>
            <a:cxnLst>
              <a:cxn ang="0">
                <a:pos x="wd2" y="hd2"/>
              </a:cxn>
              <a:cxn ang="5400000">
                <a:pos x="wd2" y="hd2"/>
              </a:cxn>
              <a:cxn ang="10800000">
                <a:pos x="wd2" y="hd2"/>
              </a:cxn>
              <a:cxn ang="16200000">
                <a:pos x="wd2" y="hd2"/>
              </a:cxn>
            </a:cxnLst>
            <a:rect l="0" t="0" r="r" b="b"/>
            <a:pathLst>
              <a:path w="21600" h="21600" extrusionOk="0">
                <a:moveTo>
                  <a:pt x="5819" y="0"/>
                </a:moveTo>
                <a:lnTo>
                  <a:pt x="0" y="0"/>
                </a:lnTo>
                <a:lnTo>
                  <a:pt x="0" y="21600"/>
                </a:lnTo>
                <a:lnTo>
                  <a:pt x="21600" y="21600"/>
                </a:lnTo>
              </a:path>
            </a:pathLst>
          </a:custGeom>
          <a:ln w="57150">
            <a:solidFill>
              <a:srgbClr val="223771"/>
            </a:solidFill>
            <a:miter/>
          </a:ln>
        </p:spPr>
        <p:txBody>
          <a:bodyPr lIns="45719" rIns="45719" anchor="ctr"/>
          <a:lstStyle/>
          <a:p>
            <a:pPr algn="ctr">
              <a:defRPr>
                <a:solidFill>
                  <a:srgbClr val="FFFFFF"/>
                </a:solidFill>
              </a:defRPr>
            </a:pPr>
            <a:endParaRPr/>
          </a:p>
        </p:txBody>
      </p:sp>
      <p:sp>
        <p:nvSpPr>
          <p:cNvPr id="56" name="Nội dung mức một…"/>
          <p:cNvSpPr txBox="1">
            <a:spLocks noGrp="1"/>
          </p:cNvSpPr>
          <p:nvPr>
            <p:ph type="body" idx="1"/>
          </p:nvPr>
        </p:nvSpPr>
        <p:spPr>
          <a:xfrm>
            <a:off x="309217" y="1169079"/>
            <a:ext cx="11551619" cy="4954134"/>
          </a:xfrm>
          <a:prstGeom prst="rect">
            <a:avLst/>
          </a:prstGeom>
        </p:spPr>
        <p:txBody>
          <a:bodyPr>
            <a:normAutofit/>
          </a:bodyPr>
          <a:lstStyle/>
          <a:p>
            <a:r>
              <a:t>Nội dung mức một</a:t>
            </a:r>
          </a:p>
          <a:p>
            <a:pPr lvl="1"/>
            <a:r>
              <a:t>Nội dung mức hai</a:t>
            </a:r>
          </a:p>
          <a:p>
            <a:pPr lvl="2"/>
            <a:r>
              <a:t>Nội dung mức ba</a:t>
            </a:r>
          </a:p>
          <a:p>
            <a:pPr lvl="3"/>
            <a:r>
              <a:t>Nội dung mức bốn</a:t>
            </a:r>
          </a:p>
          <a:p>
            <a:pPr lvl="4"/>
            <a:r>
              <a:t>Nội dung mức năm</a:t>
            </a:r>
          </a:p>
        </p:txBody>
      </p:sp>
      <p:pic>
        <p:nvPicPr>
          <p:cNvPr id="57" name="Picture 8" descr="Picture 8"/>
          <p:cNvPicPr>
            <a:picLocks noChangeAspect="1"/>
          </p:cNvPicPr>
          <p:nvPr/>
        </p:nvPicPr>
        <p:blipFill>
          <a:blip r:embed="rId2"/>
          <a:stretch>
            <a:fillRect/>
          </a:stretch>
        </p:blipFill>
        <p:spPr>
          <a:xfrm>
            <a:off x="9686135" y="27833"/>
            <a:ext cx="2493819" cy="771845"/>
          </a:xfrm>
          <a:prstGeom prst="rect">
            <a:avLst/>
          </a:prstGeom>
          <a:ln w="12700">
            <a:miter lim="400000"/>
          </a:ln>
        </p:spPr>
      </p:pic>
    </p:spTree>
  </p:cSld>
  <p:clrMapOvr>
    <a:masterClrMapping/>
  </p:clrMapOvr>
  <p:transition>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grpSp>
        <p:nvGrpSpPr>
          <p:cNvPr id="66" name="Group 6"/>
          <p:cNvGrpSpPr/>
          <p:nvPr/>
        </p:nvGrpSpPr>
        <p:grpSpPr>
          <a:xfrm>
            <a:off x="0" y="6494093"/>
            <a:ext cx="12192000" cy="373092"/>
            <a:chOff x="0" y="0"/>
            <a:chExt cx="12192000" cy="373091"/>
          </a:xfrm>
        </p:grpSpPr>
        <p:sp>
          <p:nvSpPr>
            <p:cNvPr id="64"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5"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67" name="CHỦ ĐỀ"/>
          <p:cNvSpPr txBox="1">
            <a:spLocks noGrp="1"/>
          </p:cNvSpPr>
          <p:nvPr>
            <p:ph type="title" hasCustomPrompt="1"/>
          </p:nvPr>
        </p:nvSpPr>
        <p:spPr>
          <a:xfrm>
            <a:off x="7263685" y="2846230"/>
            <a:ext cx="4417453" cy="1460429"/>
          </a:xfrm>
          <a:prstGeom prst="rect">
            <a:avLst/>
          </a:prstGeom>
        </p:spPr>
        <p:txBody>
          <a:bodyPr anchor="b"/>
          <a:lstStyle>
            <a:lvl1pPr algn="r">
              <a:defRPr sz="5600" b="1">
                <a:solidFill>
                  <a:srgbClr val="223771"/>
                </a:solidFill>
              </a:defRPr>
            </a:lvl1pPr>
          </a:lstStyle>
          <a:p>
            <a:r>
              <a:t>CHỦ ĐỀ</a:t>
            </a:r>
          </a:p>
        </p:txBody>
      </p:sp>
      <p:sp>
        <p:nvSpPr>
          <p:cNvPr id="68" name="Nội dung mức một…"/>
          <p:cNvSpPr txBox="1">
            <a:spLocks noGrp="1"/>
          </p:cNvSpPr>
          <p:nvPr>
            <p:ph type="body" sz="quarter" idx="1" hasCustomPrompt="1"/>
          </p:nvPr>
        </p:nvSpPr>
        <p:spPr>
          <a:xfrm>
            <a:off x="7263685" y="4429523"/>
            <a:ext cx="4417453" cy="750073"/>
          </a:xfrm>
          <a:prstGeom prst="rect">
            <a:avLst/>
          </a:prstGeom>
        </p:spPr>
        <p:txBody>
          <a:bodyPr>
            <a:normAutofit/>
          </a:bodyPr>
          <a:lstStyle>
            <a:lvl1pPr algn="r">
              <a:buFontTx/>
              <a:defRPr sz="2400"/>
            </a:lvl1pPr>
            <a:lvl2pPr algn="r">
              <a:buFontTx/>
              <a:defRPr sz="2400"/>
            </a:lvl2pPr>
            <a:lvl3pPr algn="r">
              <a:buFontTx/>
              <a:defRPr sz="2400"/>
            </a:lvl3pPr>
            <a:lvl4pPr algn="r">
              <a:buFontTx/>
              <a:defRPr sz="2400"/>
            </a:lvl4pPr>
            <a:lvl5pPr algn="r">
              <a:buFontTx/>
              <a:defRPr sz="2400"/>
            </a:lvl5pPr>
          </a:lstStyle>
          <a:p>
            <a:r>
              <a:t>Nội dung</a:t>
            </a:r>
          </a:p>
          <a:p>
            <a:pPr lvl="1"/>
            <a:endParaRPr/>
          </a:p>
          <a:p>
            <a:pPr lvl="2"/>
            <a:endParaRPr/>
          </a:p>
          <a:p>
            <a:pPr lvl="3"/>
            <a:endParaRPr/>
          </a:p>
          <a:p>
            <a:pPr lvl="4"/>
            <a:endParaRPr/>
          </a:p>
        </p:txBody>
      </p:sp>
      <p:sp>
        <p:nvSpPr>
          <p:cNvPr id="69" name="Số Trang chiếu"/>
          <p:cNvSpPr txBox="1">
            <a:spLocks noGrp="1"/>
          </p:cNvSpPr>
          <p:nvPr>
            <p:ph type="sldNum" sz="quarter" idx="2"/>
          </p:nvPr>
        </p:nvSpPr>
        <p:spPr>
          <a:xfrm>
            <a:off x="11933376" y="6613839"/>
            <a:ext cx="258624" cy="248306"/>
          </a:xfrm>
          <a:prstGeom prst="rect">
            <a:avLst/>
          </a:prstGeom>
        </p:spPr>
        <p:txBody>
          <a:bodyPr/>
          <a:lstStyle/>
          <a:p>
            <a:fld id="{86CB4B4D-7CA3-9044-876B-883B54F8677D}" type="slidenum">
              <a:t>‹#›</a:t>
            </a:fld>
            <a:endParaRPr/>
          </a:p>
        </p:txBody>
      </p:sp>
      <p:pic>
        <p:nvPicPr>
          <p:cNvPr id="70" name="Picture 8" descr="Picture 8"/>
          <p:cNvPicPr>
            <a:picLocks noChangeAspect="1"/>
          </p:cNvPicPr>
          <p:nvPr/>
        </p:nvPicPr>
        <p:blipFill>
          <a:blip r:embed="rId2"/>
          <a:stretch>
            <a:fillRect/>
          </a:stretch>
        </p:blipFill>
        <p:spPr>
          <a:xfrm>
            <a:off x="9180417" y="235205"/>
            <a:ext cx="2732130" cy="550221"/>
          </a:xfrm>
          <a:prstGeom prst="rect">
            <a:avLst/>
          </a:prstGeom>
          <a:ln w="12700">
            <a:miter lim="400000"/>
          </a:ln>
        </p:spPr>
      </p:pic>
    </p:spTree>
  </p:cSld>
  <p:clrMapOvr>
    <a:masterClrMapping/>
  </p:clrMapOvr>
  <p:transition>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grpSp>
        <p:nvGrpSpPr>
          <p:cNvPr id="79" name="Group 6"/>
          <p:cNvGrpSpPr/>
          <p:nvPr/>
        </p:nvGrpSpPr>
        <p:grpSpPr>
          <a:xfrm>
            <a:off x="0" y="6494093"/>
            <a:ext cx="12192000" cy="373092"/>
            <a:chOff x="0" y="0"/>
            <a:chExt cx="12192000" cy="373091"/>
          </a:xfrm>
        </p:grpSpPr>
        <p:sp>
          <p:nvSpPr>
            <p:cNvPr id="77"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8"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80" name="Văn bản Tiêu đề"/>
          <p:cNvSpPr txBox="1">
            <a:spLocks noGrp="1"/>
          </p:cNvSpPr>
          <p:nvPr>
            <p:ph type="title"/>
          </p:nvPr>
        </p:nvSpPr>
        <p:spPr>
          <a:xfrm>
            <a:off x="831850" y="1709738"/>
            <a:ext cx="10515600" cy="2852737"/>
          </a:xfrm>
          <a:prstGeom prst="rect">
            <a:avLst/>
          </a:prstGeom>
        </p:spPr>
        <p:txBody>
          <a:bodyPr anchor="b"/>
          <a:lstStyle>
            <a:lvl1pPr>
              <a:defRPr sz="6000">
                <a:solidFill>
                  <a:srgbClr val="000000"/>
                </a:solidFill>
              </a:defRPr>
            </a:lvl1pPr>
          </a:lstStyle>
          <a:p>
            <a:r>
              <a:t>Văn bản Tiêu đề</a:t>
            </a:r>
          </a:p>
        </p:txBody>
      </p:sp>
      <p:sp>
        <p:nvSpPr>
          <p:cNvPr id="81" name="Nội dung mức một…"/>
          <p:cNvSpPr txBox="1">
            <a:spLocks noGrp="1"/>
          </p:cNvSpPr>
          <p:nvPr>
            <p:ph type="body" sz="quarter" idx="1"/>
          </p:nvPr>
        </p:nvSpPr>
        <p:spPr>
          <a:xfrm>
            <a:off x="831850" y="4589462"/>
            <a:ext cx="10515600" cy="1500188"/>
          </a:xfrm>
          <a:prstGeom prst="rect">
            <a:avLst/>
          </a:prstGeom>
        </p:spPr>
        <p:txBody>
          <a:bodyPr>
            <a:normAutofit/>
          </a:bodyPr>
          <a:lstStyle>
            <a:lvl1pPr>
              <a:buFontTx/>
              <a:defRPr sz="2400">
                <a:solidFill>
                  <a:srgbClr val="888888"/>
                </a:solidFill>
              </a:defRPr>
            </a:lvl1pPr>
            <a:lvl2pPr>
              <a:buFontTx/>
              <a:defRPr sz="2400">
                <a:solidFill>
                  <a:srgbClr val="888888"/>
                </a:solidFill>
              </a:defRPr>
            </a:lvl2pPr>
            <a:lvl3pPr>
              <a:buFontTx/>
              <a:defRPr sz="2400">
                <a:solidFill>
                  <a:srgbClr val="888888"/>
                </a:solidFill>
              </a:defRPr>
            </a:lvl3pPr>
            <a:lvl4pPr>
              <a:buFontTx/>
              <a:defRPr sz="2400">
                <a:solidFill>
                  <a:srgbClr val="888888"/>
                </a:solidFill>
              </a:defRPr>
            </a:lvl4pPr>
            <a:lvl5pPr>
              <a:buFontTx/>
              <a:defRPr sz="2400">
                <a:solidFill>
                  <a:srgbClr val="888888"/>
                </a:solidFill>
              </a:defRPr>
            </a:lvl5pPr>
          </a:lstStyle>
          <a:p>
            <a:r>
              <a:t>Nội dung mức một</a:t>
            </a:r>
          </a:p>
          <a:p>
            <a:pPr lvl="1"/>
            <a:r>
              <a:t>Nội dung mức hai</a:t>
            </a:r>
          </a:p>
          <a:p>
            <a:pPr lvl="2"/>
            <a:r>
              <a:t>Nội dung mức ba</a:t>
            </a:r>
          </a:p>
          <a:p>
            <a:pPr lvl="3"/>
            <a:r>
              <a:t>Nội dung mức bốn</a:t>
            </a:r>
          </a:p>
          <a:p>
            <a:pPr lvl="4"/>
            <a:r>
              <a:t>Nội dung mức năm</a:t>
            </a:r>
          </a:p>
        </p:txBody>
      </p:sp>
      <p:sp>
        <p:nvSpPr>
          <p:cNvPr id="82" name="Số Trang chiếu"/>
          <p:cNvSpPr txBox="1">
            <a:spLocks noGrp="1"/>
          </p:cNvSpPr>
          <p:nvPr>
            <p:ph type="sldNum" sz="quarter" idx="2"/>
          </p:nvPr>
        </p:nvSpPr>
        <p:spPr>
          <a:xfrm>
            <a:off x="11933376" y="6613839"/>
            <a:ext cx="258624" cy="248306"/>
          </a:xfrm>
          <a:prstGeom prst="rect">
            <a:avLst/>
          </a:prstGeom>
        </p:spPr>
        <p:txBody>
          <a:bodyPr/>
          <a:lstStyle/>
          <a:p>
            <a:fld id="{86CB4B4D-7CA3-9044-876B-883B54F8677D}" type="slidenum">
              <a:t>‹#›</a:t>
            </a:fld>
            <a:endParaRPr/>
          </a:p>
        </p:txBody>
      </p:sp>
      <p:pic>
        <p:nvPicPr>
          <p:cNvPr id="83" name="Picture 8" descr="Picture 8"/>
          <p:cNvPicPr>
            <a:picLocks noChangeAspect="1"/>
          </p:cNvPicPr>
          <p:nvPr/>
        </p:nvPicPr>
        <p:blipFill>
          <a:blip r:embed="rId2"/>
          <a:stretch>
            <a:fillRect/>
          </a:stretch>
        </p:blipFill>
        <p:spPr>
          <a:xfrm>
            <a:off x="9180417" y="235205"/>
            <a:ext cx="2732130" cy="550221"/>
          </a:xfrm>
          <a:prstGeom prst="rect">
            <a:avLst/>
          </a:prstGeom>
          <a:ln w="12700">
            <a:miter lim="400000"/>
          </a:ln>
        </p:spPr>
      </p:pic>
      <p:sp>
        <p:nvSpPr>
          <p:cNvPr id="84" name="Freeform 13"/>
          <p:cNvSpPr/>
          <p:nvPr/>
        </p:nvSpPr>
        <p:spPr>
          <a:xfrm>
            <a:off x="392906" y="235205"/>
            <a:ext cx="1750219" cy="596045"/>
          </a:xfrm>
          <a:custGeom>
            <a:avLst/>
            <a:gdLst/>
            <a:ahLst/>
            <a:cxnLst>
              <a:cxn ang="0">
                <a:pos x="wd2" y="hd2"/>
              </a:cxn>
              <a:cxn ang="5400000">
                <a:pos x="wd2" y="hd2"/>
              </a:cxn>
              <a:cxn ang="10800000">
                <a:pos x="wd2" y="hd2"/>
              </a:cxn>
              <a:cxn ang="16200000">
                <a:pos x="wd2" y="hd2"/>
              </a:cxn>
            </a:cxnLst>
            <a:rect l="0" t="0" r="r" b="b"/>
            <a:pathLst>
              <a:path w="21600" h="21600" extrusionOk="0">
                <a:moveTo>
                  <a:pt x="5819" y="0"/>
                </a:moveTo>
                <a:lnTo>
                  <a:pt x="0" y="0"/>
                </a:lnTo>
                <a:lnTo>
                  <a:pt x="0" y="21600"/>
                </a:lnTo>
                <a:lnTo>
                  <a:pt x="21600" y="21600"/>
                </a:lnTo>
              </a:path>
            </a:pathLst>
          </a:custGeom>
          <a:ln w="57150">
            <a:solidFill>
              <a:srgbClr val="223771"/>
            </a:solidFill>
            <a:miter/>
          </a:ln>
        </p:spPr>
        <p:txBody>
          <a:bodyPr lIns="45719" rIns="45719" anchor="ctr"/>
          <a:lstStyle/>
          <a:p>
            <a:pPr algn="ctr">
              <a:defRPr>
                <a:solidFill>
                  <a:srgbClr val="FFFFFF"/>
                </a:solidFill>
              </a:defRPr>
            </a:pPr>
            <a:endParaRPr/>
          </a:p>
        </p:txBody>
      </p:sp>
    </p:spTree>
  </p:cSld>
  <p:clrMapOvr>
    <a:masterClrMapping/>
  </p:clrMapOvr>
  <p:transition>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grpSp>
        <p:nvGrpSpPr>
          <p:cNvPr id="93" name="Group 6"/>
          <p:cNvGrpSpPr/>
          <p:nvPr/>
        </p:nvGrpSpPr>
        <p:grpSpPr>
          <a:xfrm>
            <a:off x="0" y="6494093"/>
            <a:ext cx="12192000" cy="373092"/>
            <a:chOff x="0" y="0"/>
            <a:chExt cx="12192000" cy="373091"/>
          </a:xfrm>
        </p:grpSpPr>
        <p:sp>
          <p:nvSpPr>
            <p:cNvPr id="91"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2"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94" name="Chủ đề"/>
          <p:cNvSpPr txBox="1">
            <a:spLocks noGrp="1"/>
          </p:cNvSpPr>
          <p:nvPr>
            <p:ph type="title" hasCustomPrompt="1"/>
          </p:nvPr>
        </p:nvSpPr>
        <p:spPr>
          <a:xfrm>
            <a:off x="701899" y="351788"/>
            <a:ext cx="8061101" cy="922763"/>
          </a:xfrm>
          <a:prstGeom prst="rect">
            <a:avLst/>
          </a:prstGeom>
        </p:spPr>
        <p:txBody>
          <a:bodyPr/>
          <a:lstStyle>
            <a:lvl1pPr>
              <a:defRPr sz="3000" b="1">
                <a:solidFill>
                  <a:srgbClr val="223771"/>
                </a:solidFill>
              </a:defRPr>
            </a:lvl1pPr>
          </a:lstStyle>
          <a:p>
            <a:r>
              <a:t>Chủ đề</a:t>
            </a:r>
          </a:p>
        </p:txBody>
      </p:sp>
      <p:sp>
        <p:nvSpPr>
          <p:cNvPr id="95" name="Nội dung mức một…"/>
          <p:cNvSpPr txBox="1">
            <a:spLocks noGrp="1"/>
          </p:cNvSpPr>
          <p:nvPr>
            <p:ph type="body" sz="quarter" idx="1"/>
          </p:nvPr>
        </p:nvSpPr>
        <p:spPr>
          <a:xfrm>
            <a:off x="701899" y="1639780"/>
            <a:ext cx="3336703" cy="4351339"/>
          </a:xfrm>
          <a:prstGeom prst="rect">
            <a:avLst/>
          </a:prstGeom>
        </p:spPr>
        <p:txBody>
          <a:bodyPr>
            <a:normAutofit/>
          </a:bodyPr>
          <a:lstStyle/>
          <a:p>
            <a:r>
              <a:t>Nội dung mức một</a:t>
            </a:r>
          </a:p>
          <a:p>
            <a:pPr lvl="1"/>
            <a:r>
              <a:t>Nội dung mức hai</a:t>
            </a:r>
          </a:p>
          <a:p>
            <a:pPr lvl="2"/>
            <a:r>
              <a:t>Nội dung mức ba</a:t>
            </a:r>
          </a:p>
          <a:p>
            <a:pPr lvl="3"/>
            <a:r>
              <a:t>Nội dung mức bốn</a:t>
            </a:r>
          </a:p>
          <a:p>
            <a:pPr lvl="4"/>
            <a:r>
              <a:t>Nội dung mức năm</a:t>
            </a:r>
          </a:p>
        </p:txBody>
      </p:sp>
      <p:sp>
        <p:nvSpPr>
          <p:cNvPr id="96" name="Số Trang chiếu"/>
          <p:cNvSpPr txBox="1">
            <a:spLocks noGrp="1"/>
          </p:cNvSpPr>
          <p:nvPr>
            <p:ph type="sldNum" sz="quarter" idx="2"/>
          </p:nvPr>
        </p:nvSpPr>
        <p:spPr>
          <a:xfrm>
            <a:off x="11933376" y="6613839"/>
            <a:ext cx="258624" cy="248306"/>
          </a:xfrm>
          <a:prstGeom prst="rect">
            <a:avLst/>
          </a:prstGeom>
        </p:spPr>
        <p:txBody>
          <a:bodyPr/>
          <a:lstStyle/>
          <a:p>
            <a:fld id="{86CB4B4D-7CA3-9044-876B-883B54F8677D}" type="slidenum">
              <a:t>‹#›</a:t>
            </a:fld>
            <a:endParaRPr/>
          </a:p>
        </p:txBody>
      </p:sp>
      <p:pic>
        <p:nvPicPr>
          <p:cNvPr id="97" name="Picture 10" descr="Picture 10"/>
          <p:cNvPicPr>
            <a:picLocks noChangeAspect="1"/>
          </p:cNvPicPr>
          <p:nvPr/>
        </p:nvPicPr>
        <p:blipFill>
          <a:blip r:embed="rId2"/>
          <a:stretch>
            <a:fillRect/>
          </a:stretch>
        </p:blipFill>
        <p:spPr>
          <a:xfrm>
            <a:off x="9180417" y="235205"/>
            <a:ext cx="2732130" cy="550221"/>
          </a:xfrm>
          <a:prstGeom prst="rect">
            <a:avLst/>
          </a:prstGeom>
          <a:ln w="12700">
            <a:miter lim="400000"/>
          </a:ln>
        </p:spPr>
      </p:pic>
    </p:spTree>
  </p:cSld>
  <p:clrMapOvr>
    <a:masterClrMapping/>
  </p:clrMapOvr>
  <p:transition>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grpSp>
        <p:nvGrpSpPr>
          <p:cNvPr id="106" name="Group 6"/>
          <p:cNvGrpSpPr/>
          <p:nvPr/>
        </p:nvGrpSpPr>
        <p:grpSpPr>
          <a:xfrm>
            <a:off x="0" y="6494093"/>
            <a:ext cx="12192000" cy="373092"/>
            <a:chOff x="0" y="0"/>
            <a:chExt cx="12192000" cy="373091"/>
          </a:xfrm>
        </p:grpSpPr>
        <p:sp>
          <p:nvSpPr>
            <p:cNvPr id="104"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5"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07" name="Số Trang chiếu"/>
          <p:cNvSpPr txBox="1">
            <a:spLocks noGrp="1"/>
          </p:cNvSpPr>
          <p:nvPr>
            <p:ph type="sldNum" sz="quarter" idx="2"/>
          </p:nvPr>
        </p:nvSpPr>
        <p:spPr>
          <a:xfrm>
            <a:off x="11933376" y="6613839"/>
            <a:ext cx="258624" cy="248306"/>
          </a:xfrm>
          <a:prstGeom prst="rect">
            <a:avLst/>
          </a:prstGeom>
        </p:spPr>
        <p:txBody>
          <a:bodyPr/>
          <a:lstStyle/>
          <a:p>
            <a:fld id="{86CB4B4D-7CA3-9044-876B-883B54F8677D}" type="slidenum">
              <a:t>‹#›</a:t>
            </a:fld>
            <a:endParaRPr/>
          </a:p>
        </p:txBody>
      </p:sp>
      <p:pic>
        <p:nvPicPr>
          <p:cNvPr id="108" name="Picture 5" descr="Picture 5"/>
          <p:cNvPicPr>
            <a:picLocks noChangeAspect="1"/>
          </p:cNvPicPr>
          <p:nvPr/>
        </p:nvPicPr>
        <p:blipFill>
          <a:blip r:embed="rId2"/>
          <a:stretch>
            <a:fillRect/>
          </a:stretch>
        </p:blipFill>
        <p:spPr>
          <a:xfrm>
            <a:off x="9180417" y="235205"/>
            <a:ext cx="2732130" cy="550221"/>
          </a:xfrm>
          <a:prstGeom prst="rect">
            <a:avLst/>
          </a:prstGeom>
          <a:ln w="12700">
            <a:miter lim="400000"/>
          </a:ln>
        </p:spPr>
      </p:pic>
    </p:spTree>
  </p:cSld>
  <p:clrMapOvr>
    <a:masterClrMapping/>
  </p:clrMapOvr>
  <p:transition>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3_Title Slide">
    <p:spTree>
      <p:nvGrpSpPr>
        <p:cNvPr id="1" name=""/>
        <p:cNvGrpSpPr/>
        <p:nvPr/>
      </p:nvGrpSpPr>
      <p:grpSpPr>
        <a:xfrm>
          <a:off x="0" y="0"/>
          <a:ext cx="0" cy="0"/>
          <a:chOff x="0" y="0"/>
          <a:chExt cx="0" cy="0"/>
        </a:xfrm>
      </p:grpSpPr>
      <p:grpSp>
        <p:nvGrpSpPr>
          <p:cNvPr id="117" name="Group 6"/>
          <p:cNvGrpSpPr/>
          <p:nvPr/>
        </p:nvGrpSpPr>
        <p:grpSpPr>
          <a:xfrm>
            <a:off x="0" y="6494093"/>
            <a:ext cx="12192000" cy="373092"/>
            <a:chOff x="0" y="0"/>
            <a:chExt cx="12192000" cy="373091"/>
          </a:xfrm>
        </p:grpSpPr>
        <p:sp>
          <p:nvSpPr>
            <p:cNvPr id="115"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6"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18" name="Số Trang chiếu"/>
          <p:cNvSpPr txBox="1">
            <a:spLocks noGrp="1"/>
          </p:cNvSpPr>
          <p:nvPr>
            <p:ph type="sldNum" sz="quarter" idx="2"/>
          </p:nvPr>
        </p:nvSpPr>
        <p:spPr>
          <a:xfrm>
            <a:off x="11933376" y="6613839"/>
            <a:ext cx="258624" cy="248306"/>
          </a:xfrm>
          <a:prstGeom prst="rect">
            <a:avLst/>
          </a:prstGeom>
        </p:spPr>
        <p:txBody>
          <a:bodyPr/>
          <a:lstStyle/>
          <a:p>
            <a:fld id="{86CB4B4D-7CA3-9044-876B-883B54F8677D}" type="slidenum">
              <a:t>‹#›</a:t>
            </a:fld>
            <a:endParaRPr/>
          </a:p>
        </p:txBody>
      </p:sp>
      <p:sp>
        <p:nvSpPr>
          <p:cNvPr id="119" name="CHỦ ĐỀ"/>
          <p:cNvSpPr txBox="1">
            <a:spLocks noGrp="1"/>
          </p:cNvSpPr>
          <p:nvPr>
            <p:ph type="title" hasCustomPrompt="1"/>
          </p:nvPr>
        </p:nvSpPr>
        <p:spPr>
          <a:xfrm>
            <a:off x="741484" y="785425"/>
            <a:ext cx="8061101" cy="553290"/>
          </a:xfrm>
          <a:prstGeom prst="rect">
            <a:avLst/>
          </a:prstGeom>
        </p:spPr>
        <p:txBody>
          <a:bodyPr/>
          <a:lstStyle>
            <a:lvl1pPr>
              <a:defRPr sz="2500" b="1">
                <a:solidFill>
                  <a:srgbClr val="223771"/>
                </a:solidFill>
              </a:defRPr>
            </a:lvl1pPr>
          </a:lstStyle>
          <a:p>
            <a:r>
              <a:t>CHỦ ĐỀ</a:t>
            </a:r>
          </a:p>
        </p:txBody>
      </p:sp>
      <p:pic>
        <p:nvPicPr>
          <p:cNvPr id="120" name="Picture 8" descr="Picture 8"/>
          <p:cNvPicPr>
            <a:picLocks noChangeAspect="1"/>
          </p:cNvPicPr>
          <p:nvPr/>
        </p:nvPicPr>
        <p:blipFill>
          <a:blip r:embed="rId2"/>
          <a:stretch>
            <a:fillRect/>
          </a:stretch>
        </p:blipFill>
        <p:spPr>
          <a:xfrm>
            <a:off x="9686135" y="27833"/>
            <a:ext cx="2493819" cy="771845"/>
          </a:xfrm>
          <a:prstGeom prst="rect">
            <a:avLst/>
          </a:prstGeom>
          <a:ln w="12700">
            <a:miter lim="400000"/>
          </a:ln>
        </p:spPr>
      </p:pic>
    </p:spTree>
  </p:cSld>
  <p:clrMapOvr>
    <a:masterClrMapping/>
  </p:clrMapOvr>
  <p:transition>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1_Section Header">
    <p:spTree>
      <p:nvGrpSpPr>
        <p:cNvPr id="1" name=""/>
        <p:cNvGrpSpPr/>
        <p:nvPr/>
      </p:nvGrpSpPr>
      <p:grpSpPr>
        <a:xfrm>
          <a:off x="0" y="0"/>
          <a:ext cx="0" cy="0"/>
          <a:chOff x="0" y="0"/>
          <a:chExt cx="0" cy="0"/>
        </a:xfrm>
      </p:grpSpPr>
      <p:grpSp>
        <p:nvGrpSpPr>
          <p:cNvPr id="129" name="Group 6"/>
          <p:cNvGrpSpPr/>
          <p:nvPr/>
        </p:nvGrpSpPr>
        <p:grpSpPr>
          <a:xfrm>
            <a:off x="0" y="6494093"/>
            <a:ext cx="12192000" cy="373092"/>
            <a:chOff x="0" y="0"/>
            <a:chExt cx="12192000" cy="373091"/>
          </a:xfrm>
        </p:grpSpPr>
        <p:sp>
          <p:nvSpPr>
            <p:cNvPr id="127"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8"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30" name="Rectangle 10"/>
          <p:cNvSpPr/>
          <p:nvPr/>
        </p:nvSpPr>
        <p:spPr>
          <a:xfrm>
            <a:off x="-8467" y="0"/>
            <a:ext cx="12192001" cy="6858000"/>
          </a:xfrm>
          <a:prstGeom prst="rect">
            <a:avLst/>
          </a:prstGeom>
          <a:solidFill>
            <a:srgbClr val="223671"/>
          </a:solidFill>
          <a:ln w="12700">
            <a:miter lim="400000"/>
          </a:ln>
        </p:spPr>
        <p:txBody>
          <a:bodyPr lIns="45719" rIns="45719" anchor="ctr"/>
          <a:lstStyle/>
          <a:p>
            <a:pPr algn="ctr">
              <a:defRPr>
                <a:solidFill>
                  <a:srgbClr val="FFFFFF"/>
                </a:solidFill>
                <a:latin typeface="Times New Roman"/>
                <a:ea typeface="Times New Roman"/>
                <a:cs typeface="Times New Roman"/>
                <a:sym typeface="Times New Roman"/>
              </a:defRPr>
            </a:pPr>
            <a:endParaRPr/>
          </a:p>
        </p:txBody>
      </p:sp>
      <p:sp>
        <p:nvSpPr>
          <p:cNvPr id="131" name="Văn bản Tiêu đề"/>
          <p:cNvSpPr txBox="1">
            <a:spLocks noGrp="1"/>
          </p:cNvSpPr>
          <p:nvPr>
            <p:ph type="title"/>
          </p:nvPr>
        </p:nvSpPr>
        <p:spPr>
          <a:xfrm>
            <a:off x="419100" y="3191940"/>
            <a:ext cx="11353800" cy="474120"/>
          </a:xfrm>
          <a:prstGeom prst="rect">
            <a:avLst/>
          </a:prstGeom>
        </p:spPr>
        <p:txBody>
          <a:bodyPr/>
          <a:lstStyle>
            <a:lvl1pPr>
              <a:defRPr sz="6000">
                <a:latin typeface="Times New Roman"/>
                <a:ea typeface="Times New Roman"/>
                <a:cs typeface="Times New Roman"/>
                <a:sym typeface="Times New Roman"/>
              </a:defRPr>
            </a:lvl1pPr>
          </a:lstStyle>
          <a:p>
            <a:r>
              <a:t>Văn bản Tiêu đề</a:t>
            </a:r>
          </a:p>
        </p:txBody>
      </p:sp>
      <p:sp>
        <p:nvSpPr>
          <p:cNvPr id="132" name="Nội dung mức một…"/>
          <p:cNvSpPr txBox="1">
            <a:spLocks noGrp="1"/>
          </p:cNvSpPr>
          <p:nvPr>
            <p:ph type="body" sz="quarter" idx="1" hasCustomPrompt="1"/>
          </p:nvPr>
        </p:nvSpPr>
        <p:spPr>
          <a:xfrm>
            <a:off x="419100" y="2393482"/>
            <a:ext cx="8059739" cy="488499"/>
          </a:xfrm>
          <a:prstGeom prst="rect">
            <a:avLst/>
          </a:prstGeom>
        </p:spPr>
        <p:txBody>
          <a:bodyPr>
            <a:normAutofit/>
          </a:bodyPr>
          <a:lstStyle>
            <a:lvl1pPr>
              <a:buFontTx/>
              <a:defRPr sz="2000" spc="300">
                <a:solidFill>
                  <a:srgbClr val="36C2B4"/>
                </a:solidFill>
                <a:latin typeface="Times New Roman"/>
                <a:ea typeface="Times New Roman"/>
                <a:cs typeface="Times New Roman"/>
                <a:sym typeface="Times New Roman"/>
              </a:defRPr>
            </a:lvl1pPr>
            <a:lvl2pPr marL="647700" indent="-190500">
              <a:buSzPct val="100000"/>
              <a:buFontTx/>
              <a:buChar char="•"/>
              <a:defRPr sz="2000" spc="300">
                <a:solidFill>
                  <a:srgbClr val="36C2B4"/>
                </a:solidFill>
                <a:latin typeface="Times New Roman"/>
                <a:ea typeface="Times New Roman"/>
                <a:cs typeface="Times New Roman"/>
                <a:sym typeface="Times New Roman"/>
              </a:defRPr>
            </a:lvl2pPr>
            <a:lvl3pPr marL="1143000" indent="-228600">
              <a:buSzPct val="100000"/>
              <a:buFontTx/>
              <a:buChar char="•"/>
              <a:defRPr sz="2000" spc="300">
                <a:solidFill>
                  <a:srgbClr val="36C2B4"/>
                </a:solidFill>
                <a:latin typeface="Times New Roman"/>
                <a:ea typeface="Times New Roman"/>
                <a:cs typeface="Times New Roman"/>
                <a:sym typeface="Times New Roman"/>
              </a:defRPr>
            </a:lvl3pPr>
            <a:lvl4pPr marL="1625600" indent="-254000">
              <a:buSzPct val="100000"/>
              <a:buFontTx/>
              <a:buChar char="•"/>
              <a:defRPr sz="2000" spc="300">
                <a:solidFill>
                  <a:srgbClr val="36C2B4"/>
                </a:solidFill>
                <a:latin typeface="Times New Roman"/>
                <a:ea typeface="Times New Roman"/>
                <a:cs typeface="Times New Roman"/>
                <a:sym typeface="Times New Roman"/>
              </a:defRPr>
            </a:lvl4pPr>
            <a:lvl5pPr marL="2082800" indent="-254000">
              <a:buSzPct val="100000"/>
              <a:buFontTx/>
              <a:buChar char="•"/>
              <a:defRPr sz="2000" spc="300">
                <a:solidFill>
                  <a:srgbClr val="36C2B4"/>
                </a:solidFill>
                <a:latin typeface="Times New Roman"/>
                <a:ea typeface="Times New Roman"/>
                <a:cs typeface="Times New Roman"/>
                <a:sym typeface="Times New Roman"/>
              </a:defRPr>
            </a:lvl5pPr>
          </a:lstStyle>
          <a:p>
            <a:r>
              <a:t>CLICK TO EDIT MASTER TITLE STYLE</a:t>
            </a:r>
          </a:p>
          <a:p>
            <a:pPr lvl="1"/>
            <a:endParaRPr/>
          </a:p>
          <a:p>
            <a:pPr lvl="2"/>
            <a:endParaRPr/>
          </a:p>
          <a:p>
            <a:pPr lvl="3"/>
            <a:endParaRPr/>
          </a:p>
          <a:p>
            <a:pPr lvl="4"/>
            <a:endParaRPr/>
          </a:p>
        </p:txBody>
      </p:sp>
      <p:pic>
        <p:nvPicPr>
          <p:cNvPr id="133" name="Picture 7" descr="Picture 7"/>
          <p:cNvPicPr>
            <a:picLocks noChangeAspect="1"/>
          </p:cNvPicPr>
          <p:nvPr/>
        </p:nvPicPr>
        <p:blipFill>
          <a:blip r:embed="rId2"/>
          <a:stretch>
            <a:fillRect/>
          </a:stretch>
        </p:blipFill>
        <p:spPr>
          <a:xfrm>
            <a:off x="9331442" y="10632"/>
            <a:ext cx="2796283" cy="865457"/>
          </a:xfrm>
          <a:prstGeom prst="rect">
            <a:avLst/>
          </a:prstGeom>
          <a:ln w="12700">
            <a:miter lim="400000"/>
          </a:ln>
        </p:spPr>
      </p:pic>
      <p:sp>
        <p:nvSpPr>
          <p:cNvPr id="134" name="Số Trang chiếu"/>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t>‹#›</a:t>
            </a:fld>
            <a:endParaRPr/>
          </a:p>
        </p:txBody>
      </p:sp>
    </p:spTree>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01V1">
    <p:spTree>
      <p:nvGrpSpPr>
        <p:cNvPr id="1" name=""/>
        <p:cNvGrpSpPr/>
        <p:nvPr/>
      </p:nvGrpSpPr>
      <p:grpSpPr>
        <a:xfrm>
          <a:off x="0" y="0"/>
          <a:ext cx="0" cy="0"/>
          <a:chOff x="0" y="0"/>
          <a:chExt cx="0" cy="0"/>
        </a:xfrm>
      </p:grpSpPr>
      <p:sp>
        <p:nvSpPr>
          <p:cNvPr id="2" name="Title 1"/>
          <p:cNvSpPr>
            <a:spLocks noGrp="1"/>
          </p:cNvSpPr>
          <p:nvPr>
            <p:ph type="ctrTitle"/>
          </p:nvPr>
        </p:nvSpPr>
        <p:spPr>
          <a:xfrm>
            <a:off x="587064" y="2838451"/>
            <a:ext cx="10873099" cy="3435348"/>
          </a:xfrm>
        </p:spPr>
        <p:txBody>
          <a:bodyPr anchor="t">
            <a:noAutofit/>
          </a:bodyPr>
          <a:lstStyle>
            <a:lvl1pPr algn="l">
              <a:defRPr sz="5400"/>
            </a:lvl1pPr>
          </a:lstStyle>
          <a:p>
            <a:r>
              <a:rPr lang="en-US"/>
              <a:t>Click to edit Master title style</a:t>
            </a:r>
          </a:p>
        </p:txBody>
      </p:sp>
      <p:sp>
        <p:nvSpPr>
          <p:cNvPr id="5" name="Footer Placeholder 4"/>
          <p:cNvSpPr>
            <a:spLocks noGrp="1"/>
          </p:cNvSpPr>
          <p:nvPr>
            <p:ph type="ftr" sz="quarter" idx="11"/>
          </p:nvPr>
        </p:nvSpPr>
        <p:spPr>
          <a:xfrm rot="16200000">
            <a:off x="9829799" y="3246438"/>
            <a:ext cx="4114800" cy="365125"/>
          </a:xfrm>
        </p:spPr>
        <p:txBody>
          <a:bodyPr/>
          <a:lstStyle>
            <a:lvl1pPr algn="ctr">
              <a:defRPr sz="1400"/>
            </a:lvl1pPr>
          </a:lstStyle>
          <a:p>
            <a:r>
              <a:rPr lang="en-ID"/>
              <a:t>PRESENTATION TITLE</a:t>
            </a:r>
          </a:p>
        </p:txBody>
      </p:sp>
      <p:sp>
        <p:nvSpPr>
          <p:cNvPr id="8" name="Text Placeholder 7">
            <a:extLst>
              <a:ext uri="{FF2B5EF4-FFF2-40B4-BE49-F238E27FC236}">
                <a16:creationId xmlns:a16="http://schemas.microsoft.com/office/drawing/2014/main" id="{535AAFEA-9797-719F-034E-1443278D0DB8}"/>
              </a:ext>
            </a:extLst>
          </p:cNvPr>
          <p:cNvSpPr>
            <a:spLocks noGrp="1"/>
          </p:cNvSpPr>
          <p:nvPr>
            <p:ph type="body" sz="quarter" idx="12"/>
          </p:nvPr>
        </p:nvSpPr>
        <p:spPr>
          <a:xfrm>
            <a:off x="587064" y="831519"/>
            <a:ext cx="5508625" cy="1282063"/>
          </a:xfrm>
        </p:spPr>
        <p:txBody>
          <a:bodyPr anchor="b" anchorCtr="0">
            <a:noAutofit/>
          </a:bodyPr>
          <a:lstStyle>
            <a:lvl1pPr>
              <a:lnSpc>
                <a:spcPct val="150000"/>
              </a:lnSpc>
              <a:spcBef>
                <a:spcPts val="0"/>
              </a:spcBef>
              <a:defRPr sz="1800"/>
            </a:lvl1pPr>
          </a:lstStyle>
          <a:p>
            <a:pPr lvl="0"/>
            <a:r>
              <a:rPr lang="en-US"/>
              <a:t>Click to edit Master text styles</a:t>
            </a:r>
          </a:p>
        </p:txBody>
      </p:sp>
      <p:cxnSp>
        <p:nvCxnSpPr>
          <p:cNvPr id="6" name="Straight Connector 5">
            <a:extLst>
              <a:ext uri="{FF2B5EF4-FFF2-40B4-BE49-F238E27FC236}">
                <a16:creationId xmlns:a16="http://schemas.microsoft.com/office/drawing/2014/main" id="{5CE0C2E3-CA8C-11A5-4187-F0CF961435E7}"/>
              </a:ext>
            </a:extLst>
          </p:cNvPr>
          <p:cNvCxnSpPr>
            <a:cxnSpLocks/>
          </p:cNvCxnSpPr>
          <p:nvPr userDrawn="1"/>
        </p:nvCxnSpPr>
        <p:spPr>
          <a:xfrm>
            <a:off x="587375" y="2476017"/>
            <a:ext cx="144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371063"/>
      </p:ext>
    </p:extLst>
  </p:cSld>
  <p:clrMapOvr>
    <a:masterClrMapping/>
  </p:clrMapOvr>
  <p:transition>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01V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B826D32-D4AA-F873-023C-407B30CBCB37}"/>
              </a:ext>
            </a:extLst>
          </p:cNvPr>
          <p:cNvSpPr/>
          <p:nvPr userDrawn="1"/>
        </p:nvSpPr>
        <p:spPr>
          <a:xfrm>
            <a:off x="0" y="0"/>
            <a:ext cx="1160462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2" name="Title 1"/>
          <p:cNvSpPr>
            <a:spLocks noGrp="1"/>
          </p:cNvSpPr>
          <p:nvPr>
            <p:ph type="ctrTitle"/>
          </p:nvPr>
        </p:nvSpPr>
        <p:spPr>
          <a:xfrm>
            <a:off x="587064" y="2838451"/>
            <a:ext cx="10873099" cy="3435348"/>
          </a:xfrm>
        </p:spPr>
        <p:txBody>
          <a:bodyPr anchor="t">
            <a:noAutofit/>
          </a:bodyPr>
          <a:lstStyle>
            <a:lvl1pPr algn="l">
              <a:defRPr sz="5400">
                <a:solidFill>
                  <a:schemeClr val="bg1"/>
                </a:solidFill>
              </a:defRPr>
            </a:lvl1pPr>
          </a:lstStyle>
          <a:p>
            <a:r>
              <a:rPr lang="en-US"/>
              <a:t>Click to edit Master title style</a:t>
            </a:r>
          </a:p>
        </p:txBody>
      </p:sp>
      <p:sp>
        <p:nvSpPr>
          <p:cNvPr id="5" name="Footer Placeholder 4"/>
          <p:cNvSpPr>
            <a:spLocks noGrp="1"/>
          </p:cNvSpPr>
          <p:nvPr>
            <p:ph type="ftr" sz="quarter" idx="11"/>
          </p:nvPr>
        </p:nvSpPr>
        <p:spPr>
          <a:xfrm rot="16200000">
            <a:off x="9829799" y="3246438"/>
            <a:ext cx="4114800" cy="365125"/>
          </a:xfrm>
        </p:spPr>
        <p:txBody>
          <a:bodyPr/>
          <a:lstStyle>
            <a:lvl1pPr algn="ctr">
              <a:defRPr sz="1400"/>
            </a:lvl1pPr>
          </a:lstStyle>
          <a:p>
            <a:r>
              <a:rPr lang="en-ID"/>
              <a:t>PRESENTATION TITLE</a:t>
            </a:r>
          </a:p>
        </p:txBody>
      </p:sp>
      <p:sp>
        <p:nvSpPr>
          <p:cNvPr id="8" name="Text Placeholder 7">
            <a:extLst>
              <a:ext uri="{FF2B5EF4-FFF2-40B4-BE49-F238E27FC236}">
                <a16:creationId xmlns:a16="http://schemas.microsoft.com/office/drawing/2014/main" id="{535AAFEA-9797-719F-034E-1443278D0DB8}"/>
              </a:ext>
            </a:extLst>
          </p:cNvPr>
          <p:cNvSpPr>
            <a:spLocks noGrp="1"/>
          </p:cNvSpPr>
          <p:nvPr>
            <p:ph type="body" sz="quarter" idx="12"/>
          </p:nvPr>
        </p:nvSpPr>
        <p:spPr>
          <a:xfrm>
            <a:off x="587064" y="831519"/>
            <a:ext cx="5508625" cy="1282063"/>
          </a:xfrm>
        </p:spPr>
        <p:txBody>
          <a:bodyPr anchor="b" anchorCtr="0">
            <a:noAutofit/>
          </a:bodyPr>
          <a:lstStyle>
            <a:lvl1pPr>
              <a:lnSpc>
                <a:spcPct val="150000"/>
              </a:lnSpc>
              <a:spcBef>
                <a:spcPts val="0"/>
              </a:spcBef>
              <a:defRPr sz="1800">
                <a:solidFill>
                  <a:schemeClr val="bg1"/>
                </a:solidFill>
              </a:defRPr>
            </a:lvl1pPr>
          </a:lstStyle>
          <a:p>
            <a:pPr lvl="0"/>
            <a:r>
              <a:rPr lang="en-US"/>
              <a:t>Click to edit Master text styles</a:t>
            </a:r>
          </a:p>
        </p:txBody>
      </p:sp>
      <p:cxnSp>
        <p:nvCxnSpPr>
          <p:cNvPr id="6" name="Straight Connector 5">
            <a:extLst>
              <a:ext uri="{FF2B5EF4-FFF2-40B4-BE49-F238E27FC236}">
                <a16:creationId xmlns:a16="http://schemas.microsoft.com/office/drawing/2014/main" id="{5CE0C2E3-CA8C-11A5-4187-F0CF961435E7}"/>
              </a:ext>
            </a:extLst>
          </p:cNvPr>
          <p:cNvCxnSpPr>
            <a:cxnSpLocks/>
          </p:cNvCxnSpPr>
          <p:nvPr userDrawn="1"/>
        </p:nvCxnSpPr>
        <p:spPr>
          <a:xfrm>
            <a:off x="587375" y="2476017"/>
            <a:ext cx="1440000"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3858427"/>
      </p:ext>
    </p:extLst>
  </p:cSld>
  <p:clrMapOvr>
    <a:masterClrMapping/>
  </p:clrMapOvr>
  <p:transition>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01V3">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7D50A003-06D7-6548-EAC3-0CF58A9B74C9}"/>
              </a:ext>
            </a:extLst>
          </p:cNvPr>
          <p:cNvSpPr>
            <a:spLocks noGrp="1"/>
          </p:cNvSpPr>
          <p:nvPr>
            <p:ph type="pic" sz="quarter" idx="13"/>
          </p:nvPr>
        </p:nvSpPr>
        <p:spPr>
          <a:xfrm>
            <a:off x="0" y="0"/>
            <a:ext cx="11582400" cy="2834640"/>
          </a:xfrm>
          <a:custGeom>
            <a:avLst/>
            <a:gdLst>
              <a:gd name="connsiteX0" fmla="*/ 0 w 11582400"/>
              <a:gd name="connsiteY0" fmla="*/ 0 h 2834640"/>
              <a:gd name="connsiteX1" fmla="*/ 11582400 w 11582400"/>
              <a:gd name="connsiteY1" fmla="*/ 0 h 2834640"/>
              <a:gd name="connsiteX2" fmla="*/ 11582400 w 11582400"/>
              <a:gd name="connsiteY2" fmla="*/ 2834640 h 2834640"/>
              <a:gd name="connsiteX3" fmla="*/ 0 w 11582400"/>
              <a:gd name="connsiteY3" fmla="*/ 2834640 h 2834640"/>
            </a:gdLst>
            <a:ahLst/>
            <a:cxnLst>
              <a:cxn ang="0">
                <a:pos x="connsiteX0" y="connsiteY0"/>
              </a:cxn>
              <a:cxn ang="0">
                <a:pos x="connsiteX1" y="connsiteY1"/>
              </a:cxn>
              <a:cxn ang="0">
                <a:pos x="connsiteX2" y="connsiteY2"/>
              </a:cxn>
              <a:cxn ang="0">
                <a:pos x="connsiteX3" y="connsiteY3"/>
              </a:cxn>
            </a:cxnLst>
            <a:rect l="l" t="t" r="r" b="b"/>
            <a:pathLst>
              <a:path w="11582400" h="2834640">
                <a:moveTo>
                  <a:pt x="0" y="0"/>
                </a:moveTo>
                <a:lnTo>
                  <a:pt x="11582400" y="0"/>
                </a:lnTo>
                <a:lnTo>
                  <a:pt x="11582400" y="2834640"/>
                </a:lnTo>
                <a:lnTo>
                  <a:pt x="0" y="2834640"/>
                </a:lnTo>
                <a:close/>
              </a:path>
            </a:pathLst>
          </a:custGeom>
        </p:spPr>
        <p:txBody>
          <a:bodyPr wrap="square">
            <a:noAutofit/>
          </a:bodyPr>
          <a:lstStyle/>
          <a:p>
            <a:endParaRPr lang="en-US"/>
          </a:p>
        </p:txBody>
      </p:sp>
      <p:sp>
        <p:nvSpPr>
          <p:cNvPr id="2" name="Title 1"/>
          <p:cNvSpPr>
            <a:spLocks noGrp="1"/>
          </p:cNvSpPr>
          <p:nvPr>
            <p:ph type="ctrTitle"/>
          </p:nvPr>
        </p:nvSpPr>
        <p:spPr>
          <a:xfrm>
            <a:off x="587064" y="3093720"/>
            <a:ext cx="10873099" cy="2448863"/>
          </a:xfrm>
        </p:spPr>
        <p:txBody>
          <a:bodyPr anchor="b">
            <a:noAutofit/>
          </a:bodyPr>
          <a:lstStyle>
            <a:lvl1pPr algn="l">
              <a:defRPr sz="5400">
                <a:solidFill>
                  <a:schemeClr val="bg1"/>
                </a:solidFill>
              </a:defRPr>
            </a:lvl1pPr>
          </a:lstStyle>
          <a:p>
            <a:r>
              <a:rPr lang="en-US"/>
              <a:t>Click to edit Master title style</a:t>
            </a:r>
          </a:p>
        </p:txBody>
      </p:sp>
      <p:sp>
        <p:nvSpPr>
          <p:cNvPr id="5" name="Footer Placeholder 4"/>
          <p:cNvSpPr>
            <a:spLocks noGrp="1"/>
          </p:cNvSpPr>
          <p:nvPr>
            <p:ph type="ftr" sz="quarter" idx="11"/>
          </p:nvPr>
        </p:nvSpPr>
        <p:spPr>
          <a:xfrm rot="16200000">
            <a:off x="9829799" y="3246438"/>
            <a:ext cx="4114800" cy="365125"/>
          </a:xfrm>
        </p:spPr>
        <p:txBody>
          <a:bodyPr/>
          <a:lstStyle>
            <a:lvl1pPr algn="ctr">
              <a:defRPr sz="1400"/>
            </a:lvl1pPr>
          </a:lstStyle>
          <a:p>
            <a:r>
              <a:rPr lang="en-ID"/>
              <a:t>PRESENTATION TITLE</a:t>
            </a:r>
          </a:p>
        </p:txBody>
      </p:sp>
      <p:cxnSp>
        <p:nvCxnSpPr>
          <p:cNvPr id="6" name="Straight Connector 5">
            <a:extLst>
              <a:ext uri="{FF2B5EF4-FFF2-40B4-BE49-F238E27FC236}">
                <a16:creationId xmlns:a16="http://schemas.microsoft.com/office/drawing/2014/main" id="{5CE0C2E3-CA8C-11A5-4187-F0CF961435E7}"/>
              </a:ext>
            </a:extLst>
          </p:cNvPr>
          <p:cNvCxnSpPr>
            <a:cxnSpLocks/>
          </p:cNvCxnSpPr>
          <p:nvPr userDrawn="1"/>
        </p:nvCxnSpPr>
        <p:spPr>
          <a:xfrm>
            <a:off x="587375" y="5678322"/>
            <a:ext cx="1634762"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535AAFEA-9797-719F-034E-1443278D0DB8}"/>
              </a:ext>
            </a:extLst>
          </p:cNvPr>
          <p:cNvSpPr>
            <a:spLocks noGrp="1"/>
          </p:cNvSpPr>
          <p:nvPr>
            <p:ph type="body" sz="quarter" idx="12"/>
          </p:nvPr>
        </p:nvSpPr>
        <p:spPr>
          <a:xfrm>
            <a:off x="587064" y="5814062"/>
            <a:ext cx="10873099" cy="459738"/>
          </a:xfrm>
        </p:spPr>
        <p:txBody>
          <a:bodyPr anchor="b" anchorCtr="0">
            <a:noAutofit/>
          </a:bodyPr>
          <a:lstStyle>
            <a:lvl1pPr>
              <a:lnSpc>
                <a:spcPct val="150000"/>
              </a:lnSpc>
              <a:spcBef>
                <a:spcPts val="0"/>
              </a:spcBef>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459083917"/>
      </p:ext>
    </p:extLst>
  </p:cSld>
  <p:clrMapOvr>
    <a:masterClrMapping/>
  </p:clrMapOvr>
  <p:transition>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S02V1">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rot="16200000">
            <a:off x="9829799" y="3246438"/>
            <a:ext cx="4114800" cy="365125"/>
          </a:xfrm>
        </p:spPr>
        <p:txBody>
          <a:bodyPr/>
          <a:lstStyle>
            <a:lvl1pPr algn="ctr">
              <a:defRPr sz="1400"/>
            </a:lvl1pPr>
          </a:lstStyle>
          <a:p>
            <a:r>
              <a:rPr lang="en-ID"/>
              <a:t>PRESENTATION TITLE</a:t>
            </a:r>
          </a:p>
        </p:txBody>
      </p:sp>
      <p:sp>
        <p:nvSpPr>
          <p:cNvPr id="3" name="Text Placeholder 7">
            <a:extLst>
              <a:ext uri="{FF2B5EF4-FFF2-40B4-BE49-F238E27FC236}">
                <a16:creationId xmlns:a16="http://schemas.microsoft.com/office/drawing/2014/main" id="{4986CB4B-8D0F-4F5D-E6A8-37A1BE8D903C}"/>
              </a:ext>
            </a:extLst>
          </p:cNvPr>
          <p:cNvSpPr>
            <a:spLocks noGrp="1"/>
          </p:cNvSpPr>
          <p:nvPr>
            <p:ph type="body" sz="quarter" idx="12"/>
          </p:nvPr>
        </p:nvSpPr>
        <p:spPr>
          <a:xfrm>
            <a:off x="587064" y="4427242"/>
            <a:ext cx="9577699" cy="1282063"/>
          </a:xfrm>
        </p:spPr>
        <p:txBody>
          <a:bodyPr anchor="t" anchorCtr="0">
            <a:noAutofit/>
          </a:bodyPr>
          <a:lstStyle>
            <a:lvl1pPr>
              <a:lnSpc>
                <a:spcPct val="150000"/>
              </a:lnSpc>
              <a:spcBef>
                <a:spcPts val="0"/>
              </a:spcBef>
              <a:defRPr sz="1800"/>
            </a:lvl1pPr>
          </a:lstStyle>
          <a:p>
            <a:pPr lvl="0"/>
            <a:r>
              <a:rPr lang="en-US"/>
              <a:t>Click to edit Master text styles</a:t>
            </a:r>
          </a:p>
        </p:txBody>
      </p:sp>
      <p:cxnSp>
        <p:nvCxnSpPr>
          <p:cNvPr id="4" name="Straight Connector 3">
            <a:extLst>
              <a:ext uri="{FF2B5EF4-FFF2-40B4-BE49-F238E27FC236}">
                <a16:creationId xmlns:a16="http://schemas.microsoft.com/office/drawing/2014/main" id="{C6711E10-61DA-0C4E-6449-6C1C595C3EE0}"/>
              </a:ext>
            </a:extLst>
          </p:cNvPr>
          <p:cNvCxnSpPr>
            <a:cxnSpLocks/>
          </p:cNvCxnSpPr>
          <p:nvPr userDrawn="1"/>
        </p:nvCxnSpPr>
        <p:spPr>
          <a:xfrm>
            <a:off x="587375" y="4272740"/>
            <a:ext cx="144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36501A14-3AE7-B43F-7906-530D98D6A58C}"/>
              </a:ext>
            </a:extLst>
          </p:cNvPr>
          <p:cNvSpPr>
            <a:spLocks noGrp="1"/>
          </p:cNvSpPr>
          <p:nvPr>
            <p:ph type="ctrTitle"/>
          </p:nvPr>
        </p:nvSpPr>
        <p:spPr>
          <a:xfrm>
            <a:off x="587064" y="831519"/>
            <a:ext cx="9577699" cy="3286719"/>
          </a:xfrm>
        </p:spPr>
        <p:txBody>
          <a:bodyPr anchor="b">
            <a:noAutofit/>
          </a:bodyPr>
          <a:lstStyle>
            <a:lvl1pPr algn="l">
              <a:defRPr sz="4400"/>
            </a:lvl1pPr>
          </a:lstStyle>
          <a:p>
            <a:r>
              <a:rPr lang="en-US"/>
              <a:t>Click to edit Master title style</a:t>
            </a:r>
          </a:p>
        </p:txBody>
      </p:sp>
    </p:spTree>
    <p:extLst>
      <p:ext uri="{BB962C8B-B14F-4D97-AF65-F5344CB8AC3E}">
        <p14:creationId xmlns:p14="http://schemas.microsoft.com/office/powerpoint/2010/main" val="500300795"/>
      </p:ext>
    </p:extLst>
  </p:cSld>
  <p:clrMapOvr>
    <a:masterClrMapping/>
  </p:clrMapOvr>
  <p:transition>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S02V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049471-C428-2E5D-E04D-53197496D0C1}"/>
              </a:ext>
            </a:extLst>
          </p:cNvPr>
          <p:cNvSpPr/>
          <p:nvPr userDrawn="1"/>
        </p:nvSpPr>
        <p:spPr>
          <a:xfrm>
            <a:off x="0" y="1371599"/>
            <a:ext cx="11604625" cy="41148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5" name="Footer Placeholder 4"/>
          <p:cNvSpPr>
            <a:spLocks noGrp="1"/>
          </p:cNvSpPr>
          <p:nvPr>
            <p:ph type="ftr" sz="quarter" idx="11"/>
          </p:nvPr>
        </p:nvSpPr>
        <p:spPr>
          <a:xfrm rot="16200000">
            <a:off x="9829799" y="3246438"/>
            <a:ext cx="4114800" cy="365125"/>
          </a:xfrm>
        </p:spPr>
        <p:txBody>
          <a:bodyPr/>
          <a:lstStyle>
            <a:lvl1pPr algn="ctr">
              <a:defRPr sz="1400"/>
            </a:lvl1pPr>
          </a:lstStyle>
          <a:p>
            <a:r>
              <a:rPr lang="en-ID"/>
              <a:t>PRESENTATION TITLE</a:t>
            </a:r>
          </a:p>
        </p:txBody>
      </p:sp>
      <p:sp>
        <p:nvSpPr>
          <p:cNvPr id="3" name="Text Placeholder 7">
            <a:extLst>
              <a:ext uri="{FF2B5EF4-FFF2-40B4-BE49-F238E27FC236}">
                <a16:creationId xmlns:a16="http://schemas.microsoft.com/office/drawing/2014/main" id="{4986CB4B-8D0F-4F5D-E6A8-37A1BE8D903C}"/>
              </a:ext>
            </a:extLst>
          </p:cNvPr>
          <p:cNvSpPr>
            <a:spLocks noGrp="1"/>
          </p:cNvSpPr>
          <p:nvPr>
            <p:ph type="body" sz="quarter" idx="12"/>
          </p:nvPr>
        </p:nvSpPr>
        <p:spPr>
          <a:xfrm>
            <a:off x="587064" y="4343423"/>
            <a:ext cx="10873099" cy="777218"/>
          </a:xfrm>
        </p:spPr>
        <p:txBody>
          <a:bodyPr anchor="t" anchorCtr="0">
            <a:noAutofit/>
          </a:bodyPr>
          <a:lstStyle>
            <a:lvl1pPr>
              <a:lnSpc>
                <a:spcPct val="100000"/>
              </a:lnSpc>
              <a:spcBef>
                <a:spcPts val="0"/>
              </a:spcBef>
              <a:defRPr sz="1800">
                <a:solidFill>
                  <a:schemeClr val="bg1"/>
                </a:solidFill>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C6711E10-61DA-0C4E-6449-6C1C595C3EE0}"/>
              </a:ext>
            </a:extLst>
          </p:cNvPr>
          <p:cNvCxnSpPr>
            <a:cxnSpLocks/>
          </p:cNvCxnSpPr>
          <p:nvPr userDrawn="1"/>
        </p:nvCxnSpPr>
        <p:spPr>
          <a:xfrm>
            <a:off x="587375" y="4188920"/>
            <a:ext cx="1440000"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36501A14-3AE7-B43F-7906-530D98D6A58C}"/>
              </a:ext>
            </a:extLst>
          </p:cNvPr>
          <p:cNvSpPr>
            <a:spLocks noGrp="1"/>
          </p:cNvSpPr>
          <p:nvPr>
            <p:ph type="ctrTitle"/>
          </p:nvPr>
        </p:nvSpPr>
        <p:spPr>
          <a:xfrm>
            <a:off x="587064" y="1775460"/>
            <a:ext cx="10873099" cy="2258958"/>
          </a:xfrm>
        </p:spPr>
        <p:txBody>
          <a:bodyPr anchor="b">
            <a:noAutofit/>
          </a:bodyPr>
          <a:lstStyle>
            <a:lvl1pPr algn="l">
              <a:defRPr sz="4400">
                <a:solidFill>
                  <a:schemeClr val="bg1"/>
                </a:solidFill>
              </a:defRPr>
            </a:lvl1pPr>
          </a:lstStyle>
          <a:p>
            <a:r>
              <a:rPr lang="en-US"/>
              <a:t>Click to edit Master title style</a:t>
            </a:r>
          </a:p>
        </p:txBody>
      </p:sp>
    </p:spTree>
    <p:extLst>
      <p:ext uri="{BB962C8B-B14F-4D97-AF65-F5344CB8AC3E}">
        <p14:creationId xmlns:p14="http://schemas.microsoft.com/office/powerpoint/2010/main" val="3762712726"/>
      </p:ext>
    </p:extLst>
  </p:cSld>
  <p:clrMapOvr>
    <a:masterClrMapping/>
  </p:clrMapOvr>
  <p:transition>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S02V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049471-C428-2E5D-E04D-53197496D0C1}"/>
              </a:ext>
            </a:extLst>
          </p:cNvPr>
          <p:cNvSpPr/>
          <p:nvPr userDrawn="1"/>
        </p:nvSpPr>
        <p:spPr>
          <a:xfrm>
            <a:off x="1" y="4343423"/>
            <a:ext cx="11060906" cy="868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5" name="Footer Placeholder 4"/>
          <p:cNvSpPr>
            <a:spLocks noGrp="1"/>
          </p:cNvSpPr>
          <p:nvPr>
            <p:ph type="ftr" sz="quarter" idx="11"/>
          </p:nvPr>
        </p:nvSpPr>
        <p:spPr>
          <a:xfrm rot="16200000">
            <a:off x="9829799" y="3246438"/>
            <a:ext cx="4114800" cy="365125"/>
          </a:xfrm>
        </p:spPr>
        <p:txBody>
          <a:bodyPr/>
          <a:lstStyle>
            <a:lvl1pPr algn="ctr">
              <a:defRPr sz="1400"/>
            </a:lvl1pPr>
          </a:lstStyle>
          <a:p>
            <a:r>
              <a:rPr lang="en-ID"/>
              <a:t>PRESENTATION TITLE</a:t>
            </a:r>
          </a:p>
        </p:txBody>
      </p:sp>
      <p:sp>
        <p:nvSpPr>
          <p:cNvPr id="3" name="Text Placeholder 7">
            <a:extLst>
              <a:ext uri="{FF2B5EF4-FFF2-40B4-BE49-F238E27FC236}">
                <a16:creationId xmlns:a16="http://schemas.microsoft.com/office/drawing/2014/main" id="{4986CB4B-8D0F-4F5D-E6A8-37A1BE8D903C}"/>
              </a:ext>
            </a:extLst>
          </p:cNvPr>
          <p:cNvSpPr>
            <a:spLocks noGrp="1"/>
          </p:cNvSpPr>
          <p:nvPr>
            <p:ph type="body" sz="quarter" idx="12"/>
          </p:nvPr>
        </p:nvSpPr>
        <p:spPr>
          <a:xfrm>
            <a:off x="587065" y="4389136"/>
            <a:ext cx="5508936" cy="777218"/>
          </a:xfrm>
        </p:spPr>
        <p:txBody>
          <a:bodyPr anchor="t" anchorCtr="0">
            <a:noAutofit/>
          </a:bodyPr>
          <a:lstStyle>
            <a:lvl1pPr>
              <a:lnSpc>
                <a:spcPct val="100000"/>
              </a:lnSpc>
              <a:spcBef>
                <a:spcPts val="0"/>
              </a:spcBef>
              <a:defRPr sz="1800">
                <a:solidFill>
                  <a:schemeClr val="bg1"/>
                </a:solidFill>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C6711E10-61DA-0C4E-6449-6C1C595C3EE0}"/>
              </a:ext>
            </a:extLst>
          </p:cNvPr>
          <p:cNvCxnSpPr>
            <a:cxnSpLocks/>
          </p:cNvCxnSpPr>
          <p:nvPr userDrawn="1"/>
        </p:nvCxnSpPr>
        <p:spPr>
          <a:xfrm>
            <a:off x="587375" y="4188920"/>
            <a:ext cx="144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36501A14-3AE7-B43F-7906-530D98D6A58C}"/>
              </a:ext>
            </a:extLst>
          </p:cNvPr>
          <p:cNvSpPr>
            <a:spLocks noGrp="1"/>
          </p:cNvSpPr>
          <p:nvPr>
            <p:ph type="ctrTitle"/>
          </p:nvPr>
        </p:nvSpPr>
        <p:spPr>
          <a:xfrm>
            <a:off x="587065" y="1249683"/>
            <a:ext cx="5508936" cy="2784735"/>
          </a:xfrm>
        </p:spPr>
        <p:txBody>
          <a:bodyPr anchor="b">
            <a:noAutofit/>
          </a:bodyPr>
          <a:lstStyle>
            <a:lvl1pPr algn="l">
              <a:defRPr sz="44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383510C1-97DA-651B-B07A-057B868FC349}"/>
              </a:ext>
            </a:extLst>
          </p:cNvPr>
          <p:cNvSpPr>
            <a:spLocks noGrp="1"/>
          </p:cNvSpPr>
          <p:nvPr>
            <p:ph type="pic" sz="quarter" idx="13"/>
          </p:nvPr>
        </p:nvSpPr>
        <p:spPr>
          <a:xfrm>
            <a:off x="6603206" y="584201"/>
            <a:ext cx="4457700" cy="5689599"/>
          </a:xfrm>
        </p:spPr>
        <p:txBody>
          <a:bodyPr/>
          <a:lstStyle>
            <a:lvl1pPr algn="ctr">
              <a:defRPr/>
            </a:lvl1pPr>
          </a:lstStyle>
          <a:p>
            <a:endParaRPr lang="en-US"/>
          </a:p>
        </p:txBody>
      </p:sp>
    </p:spTree>
    <p:extLst>
      <p:ext uri="{BB962C8B-B14F-4D97-AF65-F5344CB8AC3E}">
        <p14:creationId xmlns:p14="http://schemas.microsoft.com/office/powerpoint/2010/main" val="2305055754"/>
      </p:ext>
    </p:extLst>
  </p:cSld>
  <p:clrMapOvr>
    <a:masterClrMapping/>
  </p:clrMapOvr>
  <p:transition>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S03V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902CC6-0866-F6F1-FFC1-330B30DD7393}"/>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4CCFEAA7-A226-2E50-AD23-5FE2A5B98604}"/>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16" name="Text Placeholder 6">
            <a:extLst>
              <a:ext uri="{FF2B5EF4-FFF2-40B4-BE49-F238E27FC236}">
                <a16:creationId xmlns:a16="http://schemas.microsoft.com/office/drawing/2014/main" id="{22565141-98A0-A85E-E6F5-11BE0B52493A}"/>
              </a:ext>
            </a:extLst>
          </p:cNvPr>
          <p:cNvSpPr>
            <a:spLocks noGrp="1"/>
          </p:cNvSpPr>
          <p:nvPr>
            <p:ph type="body" sz="quarter" idx="31" hasCustomPrompt="1"/>
          </p:nvPr>
        </p:nvSpPr>
        <p:spPr>
          <a:xfrm>
            <a:off x="596899" y="1714500"/>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0" name="Title 1">
            <a:extLst>
              <a:ext uri="{FF2B5EF4-FFF2-40B4-BE49-F238E27FC236}">
                <a16:creationId xmlns:a16="http://schemas.microsoft.com/office/drawing/2014/main" id="{8A48DDE3-2ACF-89DD-48C0-FA7D186233FF}"/>
              </a:ext>
            </a:extLst>
          </p:cNvPr>
          <p:cNvSpPr>
            <a:spLocks noGrp="1"/>
          </p:cNvSpPr>
          <p:nvPr>
            <p:ph type="title"/>
          </p:nvPr>
        </p:nvSpPr>
        <p:spPr>
          <a:xfrm>
            <a:off x="584200" y="584200"/>
            <a:ext cx="9565746" cy="772070"/>
          </a:xfrm>
        </p:spPr>
        <p:txBody>
          <a:bodyPr anchor="t">
            <a:noAutofit/>
          </a:bodyPr>
          <a:lstStyle>
            <a:lvl1pPr algn="l">
              <a:defRPr/>
            </a:lvl1pPr>
          </a:lstStyle>
          <a:p>
            <a:r>
              <a:rPr lang="en-US"/>
              <a:t>Click to edit Master title style</a:t>
            </a:r>
            <a:endParaRPr lang="en-UZ"/>
          </a:p>
        </p:txBody>
      </p:sp>
      <p:sp>
        <p:nvSpPr>
          <p:cNvPr id="19" name="Text Placeholder 6">
            <a:extLst>
              <a:ext uri="{FF2B5EF4-FFF2-40B4-BE49-F238E27FC236}">
                <a16:creationId xmlns:a16="http://schemas.microsoft.com/office/drawing/2014/main" id="{E6DDC03C-6E31-C60F-C43F-90655F7B07E1}"/>
              </a:ext>
            </a:extLst>
          </p:cNvPr>
          <p:cNvSpPr>
            <a:spLocks noGrp="1"/>
          </p:cNvSpPr>
          <p:nvPr>
            <p:ph type="body" sz="quarter" idx="33"/>
          </p:nvPr>
        </p:nvSpPr>
        <p:spPr>
          <a:xfrm>
            <a:off x="779847" y="1714500"/>
            <a:ext cx="4927534" cy="720000"/>
          </a:xfrm>
        </p:spPr>
        <p:txBody>
          <a:bodyPr anchor="ctr">
            <a:noAutofit/>
          </a:bodyPr>
          <a:lstStyle>
            <a:lvl1pPr>
              <a:lnSpc>
                <a:spcPct val="100000"/>
              </a:lnSpc>
              <a:defRPr sz="1800" b="1"/>
            </a:lvl1pPr>
          </a:lstStyle>
          <a:p>
            <a:pPr lvl="0"/>
            <a:r>
              <a:rPr lang="en-US"/>
              <a:t>Click to edit Master text styles</a:t>
            </a:r>
          </a:p>
        </p:txBody>
      </p:sp>
      <p:sp>
        <p:nvSpPr>
          <p:cNvPr id="75" name="Text Placeholder 6">
            <a:extLst>
              <a:ext uri="{FF2B5EF4-FFF2-40B4-BE49-F238E27FC236}">
                <a16:creationId xmlns:a16="http://schemas.microsoft.com/office/drawing/2014/main" id="{7D4C4BB7-423B-F3EC-C764-725FD2AD8EF5}"/>
              </a:ext>
            </a:extLst>
          </p:cNvPr>
          <p:cNvSpPr>
            <a:spLocks noGrp="1"/>
          </p:cNvSpPr>
          <p:nvPr>
            <p:ph type="body" sz="quarter" idx="34" hasCustomPrompt="1"/>
          </p:nvPr>
        </p:nvSpPr>
        <p:spPr>
          <a:xfrm>
            <a:off x="596899" y="2994208"/>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77" name="Text Placeholder 6">
            <a:extLst>
              <a:ext uri="{FF2B5EF4-FFF2-40B4-BE49-F238E27FC236}">
                <a16:creationId xmlns:a16="http://schemas.microsoft.com/office/drawing/2014/main" id="{0C5F6356-76CD-745B-1EF3-E104BA537C26}"/>
              </a:ext>
            </a:extLst>
          </p:cNvPr>
          <p:cNvSpPr>
            <a:spLocks noGrp="1"/>
          </p:cNvSpPr>
          <p:nvPr>
            <p:ph type="body" sz="quarter" idx="36"/>
          </p:nvPr>
        </p:nvSpPr>
        <p:spPr>
          <a:xfrm>
            <a:off x="779847" y="2994208"/>
            <a:ext cx="4927534" cy="720000"/>
          </a:xfrm>
        </p:spPr>
        <p:txBody>
          <a:bodyPr anchor="ctr">
            <a:noAutofit/>
          </a:bodyPr>
          <a:lstStyle>
            <a:lvl1pPr>
              <a:lnSpc>
                <a:spcPct val="100000"/>
              </a:lnSpc>
              <a:defRPr sz="1800" b="1"/>
            </a:lvl1pPr>
          </a:lstStyle>
          <a:p>
            <a:pPr lvl="0"/>
            <a:r>
              <a:rPr lang="en-US"/>
              <a:t>Click to edit Master text styles</a:t>
            </a:r>
          </a:p>
        </p:txBody>
      </p:sp>
      <p:sp>
        <p:nvSpPr>
          <p:cNvPr id="78" name="Text Placeholder 6">
            <a:extLst>
              <a:ext uri="{FF2B5EF4-FFF2-40B4-BE49-F238E27FC236}">
                <a16:creationId xmlns:a16="http://schemas.microsoft.com/office/drawing/2014/main" id="{A627F56A-4B81-24A1-DB24-AB42F6CBF4BC}"/>
              </a:ext>
            </a:extLst>
          </p:cNvPr>
          <p:cNvSpPr>
            <a:spLocks noGrp="1"/>
          </p:cNvSpPr>
          <p:nvPr>
            <p:ph type="body" sz="quarter" idx="37" hasCustomPrompt="1"/>
          </p:nvPr>
        </p:nvSpPr>
        <p:spPr>
          <a:xfrm>
            <a:off x="596899" y="4273916"/>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80" name="Text Placeholder 6">
            <a:extLst>
              <a:ext uri="{FF2B5EF4-FFF2-40B4-BE49-F238E27FC236}">
                <a16:creationId xmlns:a16="http://schemas.microsoft.com/office/drawing/2014/main" id="{6D9A157E-C0E5-32DE-85E5-C401D3BB465F}"/>
              </a:ext>
            </a:extLst>
          </p:cNvPr>
          <p:cNvSpPr>
            <a:spLocks noGrp="1"/>
          </p:cNvSpPr>
          <p:nvPr>
            <p:ph type="body" sz="quarter" idx="39"/>
          </p:nvPr>
        </p:nvSpPr>
        <p:spPr>
          <a:xfrm>
            <a:off x="779847" y="4273916"/>
            <a:ext cx="4927534" cy="720000"/>
          </a:xfrm>
        </p:spPr>
        <p:txBody>
          <a:bodyPr anchor="ctr">
            <a:noAutofit/>
          </a:bodyPr>
          <a:lstStyle>
            <a:lvl1pPr>
              <a:lnSpc>
                <a:spcPct val="100000"/>
              </a:lnSpc>
              <a:defRPr sz="1800" b="1"/>
            </a:lvl1pPr>
          </a:lstStyle>
          <a:p>
            <a:pPr lvl="0"/>
            <a:r>
              <a:rPr lang="en-US"/>
              <a:t>Click to edit Master text styles</a:t>
            </a:r>
          </a:p>
        </p:txBody>
      </p:sp>
      <p:sp>
        <p:nvSpPr>
          <p:cNvPr id="81" name="Text Placeholder 6">
            <a:extLst>
              <a:ext uri="{FF2B5EF4-FFF2-40B4-BE49-F238E27FC236}">
                <a16:creationId xmlns:a16="http://schemas.microsoft.com/office/drawing/2014/main" id="{A49E6391-9979-556E-4E14-4A0CB60327CF}"/>
              </a:ext>
            </a:extLst>
          </p:cNvPr>
          <p:cNvSpPr>
            <a:spLocks noGrp="1"/>
          </p:cNvSpPr>
          <p:nvPr>
            <p:ph type="body" sz="quarter" idx="40" hasCustomPrompt="1"/>
          </p:nvPr>
        </p:nvSpPr>
        <p:spPr>
          <a:xfrm>
            <a:off x="596899" y="5553623"/>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83" name="Text Placeholder 6">
            <a:extLst>
              <a:ext uri="{FF2B5EF4-FFF2-40B4-BE49-F238E27FC236}">
                <a16:creationId xmlns:a16="http://schemas.microsoft.com/office/drawing/2014/main" id="{DF1B43B5-0037-C0E8-75FC-51F5BD850230}"/>
              </a:ext>
            </a:extLst>
          </p:cNvPr>
          <p:cNvSpPr>
            <a:spLocks noGrp="1"/>
          </p:cNvSpPr>
          <p:nvPr>
            <p:ph type="body" sz="quarter" idx="42"/>
          </p:nvPr>
        </p:nvSpPr>
        <p:spPr>
          <a:xfrm>
            <a:off x="779847" y="5553623"/>
            <a:ext cx="4927534" cy="720000"/>
          </a:xfrm>
        </p:spPr>
        <p:txBody>
          <a:bodyPr anchor="ctr">
            <a:noAutofit/>
          </a:bodyPr>
          <a:lstStyle>
            <a:lvl1pPr>
              <a:lnSpc>
                <a:spcPct val="100000"/>
              </a:lnSpc>
              <a:defRPr sz="1800" b="1"/>
            </a:lvl1pPr>
          </a:lstStyle>
          <a:p>
            <a:pPr lvl="0"/>
            <a:r>
              <a:rPr lang="en-US"/>
              <a:t>Click to edit Master text styles</a:t>
            </a:r>
          </a:p>
        </p:txBody>
      </p:sp>
      <p:sp>
        <p:nvSpPr>
          <p:cNvPr id="84" name="Text Placeholder 6">
            <a:extLst>
              <a:ext uri="{FF2B5EF4-FFF2-40B4-BE49-F238E27FC236}">
                <a16:creationId xmlns:a16="http://schemas.microsoft.com/office/drawing/2014/main" id="{07C5E25D-D507-6F26-77EB-A84A452F6592}"/>
              </a:ext>
            </a:extLst>
          </p:cNvPr>
          <p:cNvSpPr>
            <a:spLocks noGrp="1"/>
          </p:cNvSpPr>
          <p:nvPr>
            <p:ph type="body" sz="quarter" idx="43" hasCustomPrompt="1"/>
          </p:nvPr>
        </p:nvSpPr>
        <p:spPr>
          <a:xfrm>
            <a:off x="6096000" y="1714500"/>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86" name="Text Placeholder 6">
            <a:extLst>
              <a:ext uri="{FF2B5EF4-FFF2-40B4-BE49-F238E27FC236}">
                <a16:creationId xmlns:a16="http://schemas.microsoft.com/office/drawing/2014/main" id="{37DFF38A-E16E-EF41-1EEB-EE005C273CE6}"/>
              </a:ext>
            </a:extLst>
          </p:cNvPr>
          <p:cNvSpPr>
            <a:spLocks noGrp="1"/>
          </p:cNvSpPr>
          <p:nvPr>
            <p:ph type="body" sz="quarter" idx="45"/>
          </p:nvPr>
        </p:nvSpPr>
        <p:spPr>
          <a:xfrm>
            <a:off x="6278948" y="1714500"/>
            <a:ext cx="4927534" cy="720000"/>
          </a:xfrm>
        </p:spPr>
        <p:txBody>
          <a:bodyPr anchor="ctr">
            <a:noAutofit/>
          </a:bodyPr>
          <a:lstStyle>
            <a:lvl1pPr>
              <a:lnSpc>
                <a:spcPct val="100000"/>
              </a:lnSpc>
              <a:defRPr sz="1800" b="1"/>
            </a:lvl1pPr>
          </a:lstStyle>
          <a:p>
            <a:pPr lvl="0"/>
            <a:r>
              <a:rPr lang="en-US"/>
              <a:t>Click to edit Master text styles</a:t>
            </a:r>
          </a:p>
        </p:txBody>
      </p:sp>
      <p:sp>
        <p:nvSpPr>
          <p:cNvPr id="87" name="Text Placeholder 6">
            <a:extLst>
              <a:ext uri="{FF2B5EF4-FFF2-40B4-BE49-F238E27FC236}">
                <a16:creationId xmlns:a16="http://schemas.microsoft.com/office/drawing/2014/main" id="{704D5CCA-654B-FBF8-A4FE-1AB047DD37C7}"/>
              </a:ext>
            </a:extLst>
          </p:cNvPr>
          <p:cNvSpPr>
            <a:spLocks noGrp="1"/>
          </p:cNvSpPr>
          <p:nvPr>
            <p:ph type="body" sz="quarter" idx="46" hasCustomPrompt="1"/>
          </p:nvPr>
        </p:nvSpPr>
        <p:spPr>
          <a:xfrm>
            <a:off x="6096000" y="2994208"/>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89" name="Text Placeholder 6">
            <a:extLst>
              <a:ext uri="{FF2B5EF4-FFF2-40B4-BE49-F238E27FC236}">
                <a16:creationId xmlns:a16="http://schemas.microsoft.com/office/drawing/2014/main" id="{ED3067F3-2477-5CAE-8152-4129FDF31A0A}"/>
              </a:ext>
            </a:extLst>
          </p:cNvPr>
          <p:cNvSpPr>
            <a:spLocks noGrp="1"/>
          </p:cNvSpPr>
          <p:nvPr>
            <p:ph type="body" sz="quarter" idx="48"/>
          </p:nvPr>
        </p:nvSpPr>
        <p:spPr>
          <a:xfrm>
            <a:off x="6278948" y="2994208"/>
            <a:ext cx="4927534" cy="720000"/>
          </a:xfrm>
        </p:spPr>
        <p:txBody>
          <a:bodyPr anchor="ctr">
            <a:noAutofit/>
          </a:bodyPr>
          <a:lstStyle>
            <a:lvl1pPr>
              <a:lnSpc>
                <a:spcPct val="100000"/>
              </a:lnSpc>
              <a:defRPr sz="1800" b="1"/>
            </a:lvl1pPr>
          </a:lstStyle>
          <a:p>
            <a:pPr lvl="0"/>
            <a:r>
              <a:rPr lang="en-US"/>
              <a:t>Click to edit Master text styles</a:t>
            </a:r>
          </a:p>
        </p:txBody>
      </p:sp>
      <p:sp>
        <p:nvSpPr>
          <p:cNvPr id="90" name="Text Placeholder 6">
            <a:extLst>
              <a:ext uri="{FF2B5EF4-FFF2-40B4-BE49-F238E27FC236}">
                <a16:creationId xmlns:a16="http://schemas.microsoft.com/office/drawing/2014/main" id="{0082B52F-A460-147C-9108-5EC663AADB4C}"/>
              </a:ext>
            </a:extLst>
          </p:cNvPr>
          <p:cNvSpPr>
            <a:spLocks noGrp="1"/>
          </p:cNvSpPr>
          <p:nvPr>
            <p:ph type="body" sz="quarter" idx="49" hasCustomPrompt="1"/>
          </p:nvPr>
        </p:nvSpPr>
        <p:spPr>
          <a:xfrm>
            <a:off x="6096000" y="4273916"/>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92" name="Text Placeholder 6">
            <a:extLst>
              <a:ext uri="{FF2B5EF4-FFF2-40B4-BE49-F238E27FC236}">
                <a16:creationId xmlns:a16="http://schemas.microsoft.com/office/drawing/2014/main" id="{87C199D6-81CD-43DB-CEE3-CCB3455C1CCF}"/>
              </a:ext>
            </a:extLst>
          </p:cNvPr>
          <p:cNvSpPr>
            <a:spLocks noGrp="1"/>
          </p:cNvSpPr>
          <p:nvPr>
            <p:ph type="body" sz="quarter" idx="51"/>
          </p:nvPr>
        </p:nvSpPr>
        <p:spPr>
          <a:xfrm>
            <a:off x="6278948" y="4273916"/>
            <a:ext cx="4927534" cy="720000"/>
          </a:xfrm>
        </p:spPr>
        <p:txBody>
          <a:bodyPr anchor="ctr">
            <a:noAutofit/>
          </a:bodyPr>
          <a:lstStyle>
            <a:lvl1pPr>
              <a:lnSpc>
                <a:spcPct val="100000"/>
              </a:lnSpc>
              <a:defRPr sz="1800" b="1"/>
            </a:lvl1pPr>
          </a:lstStyle>
          <a:p>
            <a:pPr lvl="0"/>
            <a:r>
              <a:rPr lang="en-US"/>
              <a:t>Click to edit Master text styles</a:t>
            </a:r>
          </a:p>
        </p:txBody>
      </p:sp>
      <p:sp>
        <p:nvSpPr>
          <p:cNvPr id="93" name="Text Placeholder 6">
            <a:extLst>
              <a:ext uri="{FF2B5EF4-FFF2-40B4-BE49-F238E27FC236}">
                <a16:creationId xmlns:a16="http://schemas.microsoft.com/office/drawing/2014/main" id="{2915C8E7-C36A-9AF6-C84E-2BB9A14ECC95}"/>
              </a:ext>
            </a:extLst>
          </p:cNvPr>
          <p:cNvSpPr>
            <a:spLocks noGrp="1"/>
          </p:cNvSpPr>
          <p:nvPr>
            <p:ph type="body" sz="quarter" idx="52" hasCustomPrompt="1"/>
          </p:nvPr>
        </p:nvSpPr>
        <p:spPr>
          <a:xfrm>
            <a:off x="6096000" y="5553623"/>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95" name="Text Placeholder 6">
            <a:extLst>
              <a:ext uri="{FF2B5EF4-FFF2-40B4-BE49-F238E27FC236}">
                <a16:creationId xmlns:a16="http://schemas.microsoft.com/office/drawing/2014/main" id="{4C1568BA-B702-FA34-FD4E-94024B0006F7}"/>
              </a:ext>
            </a:extLst>
          </p:cNvPr>
          <p:cNvSpPr>
            <a:spLocks noGrp="1"/>
          </p:cNvSpPr>
          <p:nvPr>
            <p:ph type="body" sz="quarter" idx="54"/>
          </p:nvPr>
        </p:nvSpPr>
        <p:spPr>
          <a:xfrm>
            <a:off x="6278948" y="5553623"/>
            <a:ext cx="4927534" cy="720000"/>
          </a:xfrm>
        </p:spPr>
        <p:txBody>
          <a:bodyPr anchor="ctr">
            <a:noAutofit/>
          </a:bodyPr>
          <a:lstStyle>
            <a:lvl1pPr>
              <a:lnSpc>
                <a:spcPct val="100000"/>
              </a:lnSpc>
              <a:defRPr sz="1800" b="1"/>
            </a:lvl1pPr>
          </a:lstStyle>
          <a:p>
            <a:pPr lvl="0"/>
            <a:r>
              <a:rPr lang="en-US"/>
              <a:t>Click to edit Master text styles</a:t>
            </a:r>
          </a:p>
        </p:txBody>
      </p:sp>
    </p:spTree>
    <p:extLst>
      <p:ext uri="{BB962C8B-B14F-4D97-AF65-F5344CB8AC3E}">
        <p14:creationId xmlns:p14="http://schemas.microsoft.com/office/powerpoint/2010/main" val="1329458377"/>
      </p:ext>
    </p:extLst>
  </p:cSld>
  <p:clrMapOvr>
    <a:masterClrMapping/>
  </p:clrMapOvr>
  <p:transition>
    <p:cove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03V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902CC6-0866-F6F1-FFC1-330B30DD7393}"/>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4CCFEAA7-A226-2E50-AD23-5FE2A5B98604}"/>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16" name="Text Placeholder 6">
            <a:extLst>
              <a:ext uri="{FF2B5EF4-FFF2-40B4-BE49-F238E27FC236}">
                <a16:creationId xmlns:a16="http://schemas.microsoft.com/office/drawing/2014/main" id="{22565141-98A0-A85E-E6F5-11BE0B52493A}"/>
              </a:ext>
            </a:extLst>
          </p:cNvPr>
          <p:cNvSpPr>
            <a:spLocks noGrp="1"/>
          </p:cNvSpPr>
          <p:nvPr>
            <p:ph type="body" sz="quarter" idx="31" hasCustomPrompt="1"/>
          </p:nvPr>
        </p:nvSpPr>
        <p:spPr>
          <a:xfrm>
            <a:off x="587375" y="1804174"/>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0" name="Title 1">
            <a:extLst>
              <a:ext uri="{FF2B5EF4-FFF2-40B4-BE49-F238E27FC236}">
                <a16:creationId xmlns:a16="http://schemas.microsoft.com/office/drawing/2014/main" id="{8A48DDE3-2ACF-89DD-48C0-FA7D186233FF}"/>
              </a:ext>
            </a:extLst>
          </p:cNvPr>
          <p:cNvSpPr>
            <a:spLocks noGrp="1"/>
          </p:cNvSpPr>
          <p:nvPr>
            <p:ph type="title"/>
          </p:nvPr>
        </p:nvSpPr>
        <p:spPr>
          <a:xfrm>
            <a:off x="584200" y="584200"/>
            <a:ext cx="9565746" cy="772070"/>
          </a:xfrm>
        </p:spPr>
        <p:txBody>
          <a:bodyPr anchor="t">
            <a:noAutofit/>
          </a:bodyPr>
          <a:lstStyle>
            <a:lvl1pPr algn="l">
              <a:defRPr/>
            </a:lvl1pPr>
          </a:lstStyle>
          <a:p>
            <a:r>
              <a:rPr lang="en-US"/>
              <a:t>Click to edit Master title style</a:t>
            </a:r>
            <a:endParaRPr lang="en-UZ"/>
          </a:p>
        </p:txBody>
      </p:sp>
      <p:sp>
        <p:nvSpPr>
          <p:cNvPr id="9" name="Text Placeholder 6">
            <a:extLst>
              <a:ext uri="{FF2B5EF4-FFF2-40B4-BE49-F238E27FC236}">
                <a16:creationId xmlns:a16="http://schemas.microsoft.com/office/drawing/2014/main" id="{1D9459F5-9966-6903-07F5-B915B1A1890D}"/>
              </a:ext>
            </a:extLst>
          </p:cNvPr>
          <p:cNvSpPr>
            <a:spLocks noGrp="1"/>
          </p:cNvSpPr>
          <p:nvPr>
            <p:ph type="body" sz="quarter" idx="22" hasCustomPrompt="1"/>
          </p:nvPr>
        </p:nvSpPr>
        <p:spPr>
          <a:xfrm>
            <a:off x="770323" y="1742695"/>
            <a:ext cx="5239722" cy="842958"/>
          </a:xfrm>
        </p:spPr>
        <p:txBody>
          <a:bodyPr anchor="ctr">
            <a:noAutofit/>
          </a:bodyPr>
          <a:lstStyle>
            <a:lvl1pPr>
              <a:lnSpc>
                <a:spcPct val="100000"/>
              </a:lnSpc>
              <a:spcBef>
                <a:spcPts val="0"/>
              </a:spcBef>
              <a:defRPr sz="1800" b="1">
                <a:solidFill>
                  <a:schemeClr val="tx1"/>
                </a:solidFill>
              </a:defRPr>
            </a:lvl1pPr>
          </a:lstStyle>
          <a:p>
            <a:pPr lvl="0"/>
            <a:r>
              <a:rPr lang="en-US"/>
              <a:t>Click to edit master text</a:t>
            </a:r>
          </a:p>
        </p:txBody>
      </p:sp>
      <p:sp>
        <p:nvSpPr>
          <p:cNvPr id="22" name="Text Placeholder 6">
            <a:extLst>
              <a:ext uri="{FF2B5EF4-FFF2-40B4-BE49-F238E27FC236}">
                <a16:creationId xmlns:a16="http://schemas.microsoft.com/office/drawing/2014/main" id="{7145221A-3458-50BE-EF31-4C5B0A84A38B}"/>
              </a:ext>
            </a:extLst>
          </p:cNvPr>
          <p:cNvSpPr>
            <a:spLocks noGrp="1"/>
          </p:cNvSpPr>
          <p:nvPr>
            <p:ph type="body" sz="quarter" idx="32" hasCustomPrompt="1"/>
          </p:nvPr>
        </p:nvSpPr>
        <p:spPr>
          <a:xfrm>
            <a:off x="587375" y="3033556"/>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4" name="Text Placeholder 6">
            <a:extLst>
              <a:ext uri="{FF2B5EF4-FFF2-40B4-BE49-F238E27FC236}">
                <a16:creationId xmlns:a16="http://schemas.microsoft.com/office/drawing/2014/main" id="{4F93548F-2F0B-66A1-2F83-2B1A8784511F}"/>
              </a:ext>
            </a:extLst>
          </p:cNvPr>
          <p:cNvSpPr>
            <a:spLocks noGrp="1"/>
          </p:cNvSpPr>
          <p:nvPr>
            <p:ph type="body" sz="quarter" idx="34" hasCustomPrompt="1"/>
          </p:nvPr>
        </p:nvSpPr>
        <p:spPr>
          <a:xfrm>
            <a:off x="770323" y="2972077"/>
            <a:ext cx="5239722" cy="842958"/>
          </a:xfrm>
        </p:spPr>
        <p:txBody>
          <a:bodyPr anchor="ctr">
            <a:noAutofit/>
          </a:bodyPr>
          <a:lstStyle>
            <a:lvl1pPr>
              <a:lnSpc>
                <a:spcPct val="100000"/>
              </a:lnSpc>
              <a:spcBef>
                <a:spcPts val="0"/>
              </a:spcBef>
              <a:defRPr sz="1800" b="1">
                <a:solidFill>
                  <a:schemeClr val="tx1"/>
                </a:solidFill>
              </a:defRPr>
            </a:lvl1pPr>
          </a:lstStyle>
          <a:p>
            <a:pPr lvl="0"/>
            <a:r>
              <a:rPr lang="en-US"/>
              <a:t>Click to edit master text</a:t>
            </a:r>
          </a:p>
        </p:txBody>
      </p:sp>
      <p:sp>
        <p:nvSpPr>
          <p:cNvPr id="25" name="Text Placeholder 6">
            <a:extLst>
              <a:ext uri="{FF2B5EF4-FFF2-40B4-BE49-F238E27FC236}">
                <a16:creationId xmlns:a16="http://schemas.microsoft.com/office/drawing/2014/main" id="{8F08BFAA-CBF6-7771-2988-9423C668A15E}"/>
              </a:ext>
            </a:extLst>
          </p:cNvPr>
          <p:cNvSpPr>
            <a:spLocks noGrp="1"/>
          </p:cNvSpPr>
          <p:nvPr>
            <p:ph type="body" sz="quarter" idx="35" hasCustomPrompt="1"/>
          </p:nvPr>
        </p:nvSpPr>
        <p:spPr>
          <a:xfrm>
            <a:off x="587375" y="4262938"/>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7" name="Text Placeholder 6">
            <a:extLst>
              <a:ext uri="{FF2B5EF4-FFF2-40B4-BE49-F238E27FC236}">
                <a16:creationId xmlns:a16="http://schemas.microsoft.com/office/drawing/2014/main" id="{B5608016-B3F8-18F9-F158-341E837B4EDE}"/>
              </a:ext>
            </a:extLst>
          </p:cNvPr>
          <p:cNvSpPr>
            <a:spLocks noGrp="1"/>
          </p:cNvSpPr>
          <p:nvPr>
            <p:ph type="body" sz="quarter" idx="37" hasCustomPrompt="1"/>
          </p:nvPr>
        </p:nvSpPr>
        <p:spPr>
          <a:xfrm>
            <a:off x="770323" y="4201459"/>
            <a:ext cx="5239722" cy="842958"/>
          </a:xfrm>
        </p:spPr>
        <p:txBody>
          <a:bodyPr anchor="ctr">
            <a:noAutofit/>
          </a:bodyPr>
          <a:lstStyle>
            <a:lvl1pPr>
              <a:lnSpc>
                <a:spcPct val="100000"/>
              </a:lnSpc>
              <a:spcBef>
                <a:spcPts val="0"/>
              </a:spcBef>
              <a:defRPr sz="1800" b="1">
                <a:solidFill>
                  <a:schemeClr val="tx1"/>
                </a:solidFill>
              </a:defRPr>
            </a:lvl1pPr>
          </a:lstStyle>
          <a:p>
            <a:pPr lvl="0"/>
            <a:r>
              <a:rPr lang="en-US"/>
              <a:t>Click to edit master text</a:t>
            </a:r>
          </a:p>
        </p:txBody>
      </p:sp>
      <p:sp>
        <p:nvSpPr>
          <p:cNvPr id="28" name="Text Placeholder 6">
            <a:extLst>
              <a:ext uri="{FF2B5EF4-FFF2-40B4-BE49-F238E27FC236}">
                <a16:creationId xmlns:a16="http://schemas.microsoft.com/office/drawing/2014/main" id="{56A473BC-116D-75F6-019D-261EA1A997F7}"/>
              </a:ext>
            </a:extLst>
          </p:cNvPr>
          <p:cNvSpPr>
            <a:spLocks noGrp="1"/>
          </p:cNvSpPr>
          <p:nvPr>
            <p:ph type="body" sz="quarter" idx="38" hasCustomPrompt="1"/>
          </p:nvPr>
        </p:nvSpPr>
        <p:spPr>
          <a:xfrm>
            <a:off x="587375" y="5492321"/>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30" name="Text Placeholder 6">
            <a:extLst>
              <a:ext uri="{FF2B5EF4-FFF2-40B4-BE49-F238E27FC236}">
                <a16:creationId xmlns:a16="http://schemas.microsoft.com/office/drawing/2014/main" id="{824BAA4B-FB3E-31A7-22D0-AB27F5C454D9}"/>
              </a:ext>
            </a:extLst>
          </p:cNvPr>
          <p:cNvSpPr>
            <a:spLocks noGrp="1"/>
          </p:cNvSpPr>
          <p:nvPr>
            <p:ph type="body" sz="quarter" idx="40" hasCustomPrompt="1"/>
          </p:nvPr>
        </p:nvSpPr>
        <p:spPr>
          <a:xfrm>
            <a:off x="770323" y="5430842"/>
            <a:ext cx="5239722" cy="842958"/>
          </a:xfrm>
        </p:spPr>
        <p:txBody>
          <a:bodyPr anchor="ctr">
            <a:noAutofit/>
          </a:bodyPr>
          <a:lstStyle>
            <a:lvl1pPr>
              <a:lnSpc>
                <a:spcPct val="100000"/>
              </a:lnSpc>
              <a:spcBef>
                <a:spcPts val="0"/>
              </a:spcBef>
              <a:defRPr sz="1800" b="1">
                <a:solidFill>
                  <a:schemeClr val="tx1"/>
                </a:solidFill>
              </a:defRPr>
            </a:lvl1pPr>
          </a:lstStyle>
          <a:p>
            <a:pPr lvl="0"/>
            <a:r>
              <a:rPr lang="en-US"/>
              <a:t>Click to edit master text</a:t>
            </a:r>
          </a:p>
        </p:txBody>
      </p:sp>
      <p:sp>
        <p:nvSpPr>
          <p:cNvPr id="31" name="Picture Placeholder 5">
            <a:extLst>
              <a:ext uri="{FF2B5EF4-FFF2-40B4-BE49-F238E27FC236}">
                <a16:creationId xmlns:a16="http://schemas.microsoft.com/office/drawing/2014/main" id="{6B0E79F0-6E67-73C3-BCB1-DDA8C58329FC}"/>
              </a:ext>
            </a:extLst>
          </p:cNvPr>
          <p:cNvSpPr>
            <a:spLocks noGrp="1"/>
          </p:cNvSpPr>
          <p:nvPr>
            <p:ph type="pic" sz="quarter" idx="12"/>
          </p:nvPr>
        </p:nvSpPr>
        <p:spPr>
          <a:xfrm>
            <a:off x="7105651" y="1755274"/>
            <a:ext cx="4338638" cy="5102726"/>
          </a:xfrm>
        </p:spPr>
        <p:txBody>
          <a:bodyPr/>
          <a:lstStyle/>
          <a:p>
            <a:endParaRPr lang="en-ID"/>
          </a:p>
        </p:txBody>
      </p:sp>
    </p:spTree>
    <p:extLst>
      <p:ext uri="{BB962C8B-B14F-4D97-AF65-F5344CB8AC3E}">
        <p14:creationId xmlns:p14="http://schemas.microsoft.com/office/powerpoint/2010/main" val="1101578467"/>
      </p:ext>
    </p:extLst>
  </p:cSld>
  <p:clrMapOvr>
    <a:masterClrMapping/>
  </p:clrMapOvr>
  <p:transition>
    <p:cove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mmary S04V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2" name="Text Placeholder 6">
            <a:extLst>
              <a:ext uri="{FF2B5EF4-FFF2-40B4-BE49-F238E27FC236}">
                <a16:creationId xmlns:a16="http://schemas.microsoft.com/office/drawing/2014/main" id="{209C287B-D953-D5EA-2570-C20BB232C43A}"/>
              </a:ext>
            </a:extLst>
          </p:cNvPr>
          <p:cNvSpPr>
            <a:spLocks noGrp="1"/>
          </p:cNvSpPr>
          <p:nvPr>
            <p:ph type="body" sz="quarter" idx="31" hasCustomPrompt="1"/>
          </p:nvPr>
        </p:nvSpPr>
        <p:spPr>
          <a:xfrm>
            <a:off x="4079875" y="1884287"/>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6" name="Text Placeholder 6">
            <a:extLst>
              <a:ext uri="{FF2B5EF4-FFF2-40B4-BE49-F238E27FC236}">
                <a16:creationId xmlns:a16="http://schemas.microsoft.com/office/drawing/2014/main" id="{47584A2A-A2A8-5F4E-16CE-BE6E4ED78622}"/>
              </a:ext>
            </a:extLst>
          </p:cNvPr>
          <p:cNvSpPr>
            <a:spLocks noGrp="1"/>
          </p:cNvSpPr>
          <p:nvPr>
            <p:ph type="body" sz="quarter" idx="33"/>
          </p:nvPr>
        </p:nvSpPr>
        <p:spPr>
          <a:xfrm>
            <a:off x="4262823" y="1884287"/>
            <a:ext cx="6826816" cy="720000"/>
          </a:xfrm>
        </p:spPr>
        <p:txBody>
          <a:bodyPr anchor="ctr">
            <a:noAutofit/>
          </a:bodyPr>
          <a:lstStyle>
            <a:lvl1pPr>
              <a:lnSpc>
                <a:spcPct val="100000"/>
              </a:lnSpc>
              <a:defRPr sz="1800" b="1"/>
            </a:lvl1pPr>
          </a:lstStyle>
          <a:p>
            <a:pPr lvl="0"/>
            <a:r>
              <a:rPr lang="en-US"/>
              <a:t>Click to edit Master text styles</a:t>
            </a:r>
          </a:p>
        </p:txBody>
      </p:sp>
      <p:sp>
        <p:nvSpPr>
          <p:cNvPr id="7" name="Picture Placeholder 5">
            <a:extLst>
              <a:ext uri="{FF2B5EF4-FFF2-40B4-BE49-F238E27FC236}">
                <a16:creationId xmlns:a16="http://schemas.microsoft.com/office/drawing/2014/main" id="{0A59D792-04B8-D3B5-2D10-966B9FE06C29}"/>
              </a:ext>
            </a:extLst>
          </p:cNvPr>
          <p:cNvSpPr>
            <a:spLocks noGrp="1"/>
          </p:cNvSpPr>
          <p:nvPr>
            <p:ph type="pic" sz="quarter" idx="12"/>
          </p:nvPr>
        </p:nvSpPr>
        <p:spPr>
          <a:xfrm>
            <a:off x="599017" y="1755274"/>
            <a:ext cx="3480858" cy="5102726"/>
          </a:xfrm>
        </p:spPr>
        <p:txBody>
          <a:bodyPr/>
          <a:lstStyle/>
          <a:p>
            <a:endParaRPr lang="en-ID"/>
          </a:p>
        </p:txBody>
      </p:sp>
      <p:sp>
        <p:nvSpPr>
          <p:cNvPr id="16" name="Text Placeholder 6">
            <a:extLst>
              <a:ext uri="{FF2B5EF4-FFF2-40B4-BE49-F238E27FC236}">
                <a16:creationId xmlns:a16="http://schemas.microsoft.com/office/drawing/2014/main" id="{C77C3C83-E08F-BD64-37D7-89F2E941398C}"/>
              </a:ext>
            </a:extLst>
          </p:cNvPr>
          <p:cNvSpPr>
            <a:spLocks noGrp="1"/>
          </p:cNvSpPr>
          <p:nvPr>
            <p:ph type="body" sz="quarter" idx="34" hasCustomPrompt="1"/>
          </p:nvPr>
        </p:nvSpPr>
        <p:spPr>
          <a:xfrm>
            <a:off x="4079875" y="2801774"/>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7" name="Text Placeholder 6">
            <a:extLst>
              <a:ext uri="{FF2B5EF4-FFF2-40B4-BE49-F238E27FC236}">
                <a16:creationId xmlns:a16="http://schemas.microsoft.com/office/drawing/2014/main" id="{B4AAE2CB-3730-EE07-C195-170994A78C5D}"/>
              </a:ext>
            </a:extLst>
          </p:cNvPr>
          <p:cNvSpPr>
            <a:spLocks noGrp="1"/>
          </p:cNvSpPr>
          <p:nvPr>
            <p:ph type="body" sz="quarter" idx="35"/>
          </p:nvPr>
        </p:nvSpPr>
        <p:spPr>
          <a:xfrm>
            <a:off x="4262823" y="2801774"/>
            <a:ext cx="6826816" cy="720000"/>
          </a:xfrm>
        </p:spPr>
        <p:txBody>
          <a:bodyPr anchor="ctr">
            <a:noAutofit/>
          </a:bodyPr>
          <a:lstStyle>
            <a:lvl1pPr>
              <a:lnSpc>
                <a:spcPct val="100000"/>
              </a:lnSpc>
              <a:defRPr sz="1800" b="1"/>
            </a:lvl1pPr>
          </a:lstStyle>
          <a:p>
            <a:pPr lvl="0"/>
            <a:r>
              <a:rPr lang="en-US"/>
              <a:t>Click to edit Master text styles</a:t>
            </a:r>
          </a:p>
        </p:txBody>
      </p:sp>
      <p:sp>
        <p:nvSpPr>
          <p:cNvPr id="18" name="Text Placeholder 6">
            <a:extLst>
              <a:ext uri="{FF2B5EF4-FFF2-40B4-BE49-F238E27FC236}">
                <a16:creationId xmlns:a16="http://schemas.microsoft.com/office/drawing/2014/main" id="{2699CA2A-484D-B63E-8E28-143532E534AE}"/>
              </a:ext>
            </a:extLst>
          </p:cNvPr>
          <p:cNvSpPr>
            <a:spLocks noGrp="1"/>
          </p:cNvSpPr>
          <p:nvPr>
            <p:ph type="body" sz="quarter" idx="36" hasCustomPrompt="1"/>
          </p:nvPr>
        </p:nvSpPr>
        <p:spPr>
          <a:xfrm>
            <a:off x="4079875" y="3719261"/>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9" name="Text Placeholder 6">
            <a:extLst>
              <a:ext uri="{FF2B5EF4-FFF2-40B4-BE49-F238E27FC236}">
                <a16:creationId xmlns:a16="http://schemas.microsoft.com/office/drawing/2014/main" id="{28C733BC-FFF5-699D-B982-710CF69D6A3F}"/>
              </a:ext>
            </a:extLst>
          </p:cNvPr>
          <p:cNvSpPr>
            <a:spLocks noGrp="1"/>
          </p:cNvSpPr>
          <p:nvPr>
            <p:ph type="body" sz="quarter" idx="37"/>
          </p:nvPr>
        </p:nvSpPr>
        <p:spPr>
          <a:xfrm>
            <a:off x="4262823" y="3719261"/>
            <a:ext cx="6826816" cy="720000"/>
          </a:xfrm>
        </p:spPr>
        <p:txBody>
          <a:bodyPr anchor="ctr">
            <a:noAutofit/>
          </a:bodyPr>
          <a:lstStyle>
            <a:lvl1pPr>
              <a:lnSpc>
                <a:spcPct val="100000"/>
              </a:lnSpc>
              <a:defRPr sz="1800" b="1"/>
            </a:lvl1pPr>
          </a:lstStyle>
          <a:p>
            <a:pPr lvl="0"/>
            <a:r>
              <a:rPr lang="en-US"/>
              <a:t>Click to edit Master text styles</a:t>
            </a:r>
          </a:p>
        </p:txBody>
      </p:sp>
      <p:sp>
        <p:nvSpPr>
          <p:cNvPr id="20" name="Text Placeholder 6">
            <a:extLst>
              <a:ext uri="{FF2B5EF4-FFF2-40B4-BE49-F238E27FC236}">
                <a16:creationId xmlns:a16="http://schemas.microsoft.com/office/drawing/2014/main" id="{0D4CC370-D36C-5BA9-697D-D5F76096A326}"/>
              </a:ext>
            </a:extLst>
          </p:cNvPr>
          <p:cNvSpPr>
            <a:spLocks noGrp="1"/>
          </p:cNvSpPr>
          <p:nvPr>
            <p:ph type="body" sz="quarter" idx="38" hasCustomPrompt="1"/>
          </p:nvPr>
        </p:nvSpPr>
        <p:spPr>
          <a:xfrm>
            <a:off x="4079875" y="4636748"/>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1" name="Text Placeholder 6">
            <a:extLst>
              <a:ext uri="{FF2B5EF4-FFF2-40B4-BE49-F238E27FC236}">
                <a16:creationId xmlns:a16="http://schemas.microsoft.com/office/drawing/2014/main" id="{CFDF9278-92C6-817C-ABA2-10D1176FC69F}"/>
              </a:ext>
            </a:extLst>
          </p:cNvPr>
          <p:cNvSpPr>
            <a:spLocks noGrp="1"/>
          </p:cNvSpPr>
          <p:nvPr>
            <p:ph type="body" sz="quarter" idx="39"/>
          </p:nvPr>
        </p:nvSpPr>
        <p:spPr>
          <a:xfrm>
            <a:off x="4262823" y="4636748"/>
            <a:ext cx="6826816" cy="720000"/>
          </a:xfrm>
        </p:spPr>
        <p:txBody>
          <a:bodyPr anchor="ctr">
            <a:noAutofit/>
          </a:bodyPr>
          <a:lstStyle>
            <a:lvl1pPr>
              <a:lnSpc>
                <a:spcPct val="100000"/>
              </a:lnSpc>
              <a:defRPr sz="1800" b="1"/>
            </a:lvl1pPr>
          </a:lstStyle>
          <a:p>
            <a:pPr lvl="0"/>
            <a:r>
              <a:rPr lang="en-US"/>
              <a:t>Click to edit Master text styles</a:t>
            </a:r>
          </a:p>
        </p:txBody>
      </p:sp>
      <p:sp>
        <p:nvSpPr>
          <p:cNvPr id="22" name="Text Placeholder 6">
            <a:extLst>
              <a:ext uri="{FF2B5EF4-FFF2-40B4-BE49-F238E27FC236}">
                <a16:creationId xmlns:a16="http://schemas.microsoft.com/office/drawing/2014/main" id="{CDDF8296-96AA-4200-E3BB-AF1278890126}"/>
              </a:ext>
            </a:extLst>
          </p:cNvPr>
          <p:cNvSpPr>
            <a:spLocks noGrp="1"/>
          </p:cNvSpPr>
          <p:nvPr>
            <p:ph type="body" sz="quarter" idx="40" hasCustomPrompt="1"/>
          </p:nvPr>
        </p:nvSpPr>
        <p:spPr>
          <a:xfrm>
            <a:off x="4079875" y="5554236"/>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3" name="Text Placeholder 6">
            <a:extLst>
              <a:ext uri="{FF2B5EF4-FFF2-40B4-BE49-F238E27FC236}">
                <a16:creationId xmlns:a16="http://schemas.microsoft.com/office/drawing/2014/main" id="{76A47E99-3289-7188-E811-81A9BADE1A93}"/>
              </a:ext>
            </a:extLst>
          </p:cNvPr>
          <p:cNvSpPr>
            <a:spLocks noGrp="1"/>
          </p:cNvSpPr>
          <p:nvPr>
            <p:ph type="body" sz="quarter" idx="41"/>
          </p:nvPr>
        </p:nvSpPr>
        <p:spPr>
          <a:xfrm>
            <a:off x="4262823" y="5554236"/>
            <a:ext cx="6826816" cy="720000"/>
          </a:xfrm>
        </p:spPr>
        <p:txBody>
          <a:bodyPr anchor="ctr">
            <a:noAutofit/>
          </a:bodyPr>
          <a:lstStyle>
            <a:lvl1pPr>
              <a:lnSpc>
                <a:spcPct val="100000"/>
              </a:lnSpc>
              <a:defRPr sz="1800" b="1"/>
            </a:lvl1pPr>
          </a:lstStyle>
          <a:p>
            <a:pPr lvl="0"/>
            <a:r>
              <a:rPr lang="en-US"/>
              <a:t>Click to edit Master text styles</a:t>
            </a:r>
          </a:p>
        </p:txBody>
      </p:sp>
    </p:spTree>
    <p:extLst>
      <p:ext uri="{BB962C8B-B14F-4D97-AF65-F5344CB8AC3E}">
        <p14:creationId xmlns:p14="http://schemas.microsoft.com/office/powerpoint/2010/main" val="1822689675"/>
      </p:ext>
    </p:extLst>
  </p:cSld>
  <p:clrMapOvr>
    <a:masterClrMapping/>
  </p:clrMapOvr>
  <p:transition>
    <p:cove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S04V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1DC97CC-48FA-38A4-1269-F3569817A505}"/>
              </a:ext>
            </a:extLst>
          </p:cNvPr>
          <p:cNvSpPr/>
          <p:nvPr userDrawn="1"/>
        </p:nvSpPr>
        <p:spPr>
          <a:xfrm rot="16200000">
            <a:off x="-1901825" y="1901826"/>
            <a:ext cx="6858001" cy="30543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rot="16200000">
            <a:off x="-1317628" y="2767411"/>
            <a:ext cx="5689606" cy="1323180"/>
          </a:xfrm>
        </p:spPr>
        <p:txBody>
          <a:bodyPr anchor="ctr">
            <a:noAutofit/>
          </a:bodyPr>
          <a:lstStyle>
            <a:lvl1pPr algn="ctr">
              <a:defRPr>
                <a:solidFill>
                  <a:schemeClr val="bg1"/>
                </a:solidFill>
              </a:defRPr>
            </a:lvl1pPr>
          </a:lstStyle>
          <a:p>
            <a:r>
              <a:rPr lang="en-US"/>
              <a:t>Click to edit Master title style</a:t>
            </a:r>
            <a:endParaRPr lang="en-UZ"/>
          </a:p>
        </p:txBody>
      </p:sp>
      <p:sp>
        <p:nvSpPr>
          <p:cNvPr id="2" name="Text Placeholder 6">
            <a:extLst>
              <a:ext uri="{FF2B5EF4-FFF2-40B4-BE49-F238E27FC236}">
                <a16:creationId xmlns:a16="http://schemas.microsoft.com/office/drawing/2014/main" id="{209C287B-D953-D5EA-2570-C20BB232C43A}"/>
              </a:ext>
            </a:extLst>
          </p:cNvPr>
          <p:cNvSpPr>
            <a:spLocks noGrp="1"/>
          </p:cNvSpPr>
          <p:nvPr>
            <p:ph type="body" sz="quarter" idx="31" hasCustomPrompt="1"/>
          </p:nvPr>
        </p:nvSpPr>
        <p:spPr>
          <a:xfrm>
            <a:off x="4079875" y="583762"/>
            <a:ext cx="131763" cy="9833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6" name="Text Placeholder 6">
            <a:extLst>
              <a:ext uri="{FF2B5EF4-FFF2-40B4-BE49-F238E27FC236}">
                <a16:creationId xmlns:a16="http://schemas.microsoft.com/office/drawing/2014/main" id="{47584A2A-A2A8-5F4E-16CE-BE6E4ED78622}"/>
              </a:ext>
            </a:extLst>
          </p:cNvPr>
          <p:cNvSpPr>
            <a:spLocks noGrp="1"/>
          </p:cNvSpPr>
          <p:nvPr>
            <p:ph type="body" sz="quarter" idx="33"/>
          </p:nvPr>
        </p:nvSpPr>
        <p:spPr>
          <a:xfrm>
            <a:off x="4511040" y="583762"/>
            <a:ext cx="6949123" cy="983374"/>
          </a:xfrm>
        </p:spPr>
        <p:txBody>
          <a:bodyPr anchor="ctr">
            <a:noAutofit/>
          </a:bodyPr>
          <a:lstStyle>
            <a:lvl1pPr>
              <a:lnSpc>
                <a:spcPct val="100000"/>
              </a:lnSpc>
              <a:defRPr sz="1800" b="1"/>
            </a:lvl1pPr>
          </a:lstStyle>
          <a:p>
            <a:pPr lvl="0"/>
            <a:r>
              <a:rPr lang="en-US"/>
              <a:t>Click to edit Master text styles</a:t>
            </a:r>
          </a:p>
        </p:txBody>
      </p:sp>
      <p:sp>
        <p:nvSpPr>
          <p:cNvPr id="16" name="Text Placeholder 6">
            <a:extLst>
              <a:ext uri="{FF2B5EF4-FFF2-40B4-BE49-F238E27FC236}">
                <a16:creationId xmlns:a16="http://schemas.microsoft.com/office/drawing/2014/main" id="{C77C3C83-E08F-BD64-37D7-89F2E941398C}"/>
              </a:ext>
            </a:extLst>
          </p:cNvPr>
          <p:cNvSpPr>
            <a:spLocks noGrp="1"/>
          </p:cNvSpPr>
          <p:nvPr>
            <p:ph type="body" sz="quarter" idx="34" hasCustomPrompt="1"/>
          </p:nvPr>
        </p:nvSpPr>
        <p:spPr>
          <a:xfrm>
            <a:off x="4079875" y="1760428"/>
            <a:ext cx="131763" cy="9833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7" name="Text Placeholder 6">
            <a:extLst>
              <a:ext uri="{FF2B5EF4-FFF2-40B4-BE49-F238E27FC236}">
                <a16:creationId xmlns:a16="http://schemas.microsoft.com/office/drawing/2014/main" id="{B4AAE2CB-3730-EE07-C195-170994A78C5D}"/>
              </a:ext>
            </a:extLst>
          </p:cNvPr>
          <p:cNvSpPr>
            <a:spLocks noGrp="1"/>
          </p:cNvSpPr>
          <p:nvPr>
            <p:ph type="body" sz="quarter" idx="35"/>
          </p:nvPr>
        </p:nvSpPr>
        <p:spPr>
          <a:xfrm>
            <a:off x="4511040" y="1760428"/>
            <a:ext cx="6949123" cy="983374"/>
          </a:xfrm>
        </p:spPr>
        <p:txBody>
          <a:bodyPr anchor="ctr">
            <a:noAutofit/>
          </a:bodyPr>
          <a:lstStyle>
            <a:lvl1pPr>
              <a:lnSpc>
                <a:spcPct val="100000"/>
              </a:lnSpc>
              <a:defRPr sz="1800" b="1"/>
            </a:lvl1pPr>
          </a:lstStyle>
          <a:p>
            <a:pPr lvl="0"/>
            <a:r>
              <a:rPr lang="en-US"/>
              <a:t>Click to edit Master text styles</a:t>
            </a:r>
          </a:p>
        </p:txBody>
      </p:sp>
      <p:sp>
        <p:nvSpPr>
          <p:cNvPr id="18" name="Text Placeholder 6">
            <a:extLst>
              <a:ext uri="{FF2B5EF4-FFF2-40B4-BE49-F238E27FC236}">
                <a16:creationId xmlns:a16="http://schemas.microsoft.com/office/drawing/2014/main" id="{2699CA2A-484D-B63E-8E28-143532E534AE}"/>
              </a:ext>
            </a:extLst>
          </p:cNvPr>
          <p:cNvSpPr>
            <a:spLocks noGrp="1"/>
          </p:cNvSpPr>
          <p:nvPr>
            <p:ph type="body" sz="quarter" idx="36" hasCustomPrompt="1"/>
          </p:nvPr>
        </p:nvSpPr>
        <p:spPr>
          <a:xfrm>
            <a:off x="4079875" y="2937094"/>
            <a:ext cx="131763" cy="9833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9" name="Text Placeholder 6">
            <a:extLst>
              <a:ext uri="{FF2B5EF4-FFF2-40B4-BE49-F238E27FC236}">
                <a16:creationId xmlns:a16="http://schemas.microsoft.com/office/drawing/2014/main" id="{28C733BC-FFF5-699D-B982-710CF69D6A3F}"/>
              </a:ext>
            </a:extLst>
          </p:cNvPr>
          <p:cNvSpPr>
            <a:spLocks noGrp="1"/>
          </p:cNvSpPr>
          <p:nvPr>
            <p:ph type="body" sz="quarter" idx="37"/>
          </p:nvPr>
        </p:nvSpPr>
        <p:spPr>
          <a:xfrm>
            <a:off x="4511040" y="2937094"/>
            <a:ext cx="6949123" cy="983374"/>
          </a:xfrm>
        </p:spPr>
        <p:txBody>
          <a:bodyPr anchor="ctr">
            <a:noAutofit/>
          </a:bodyPr>
          <a:lstStyle>
            <a:lvl1pPr>
              <a:lnSpc>
                <a:spcPct val="100000"/>
              </a:lnSpc>
              <a:defRPr sz="1800" b="1"/>
            </a:lvl1pPr>
          </a:lstStyle>
          <a:p>
            <a:pPr lvl="0"/>
            <a:r>
              <a:rPr lang="en-US"/>
              <a:t>Click to edit Master text styles</a:t>
            </a:r>
          </a:p>
        </p:txBody>
      </p:sp>
      <p:sp>
        <p:nvSpPr>
          <p:cNvPr id="20" name="Text Placeholder 6">
            <a:extLst>
              <a:ext uri="{FF2B5EF4-FFF2-40B4-BE49-F238E27FC236}">
                <a16:creationId xmlns:a16="http://schemas.microsoft.com/office/drawing/2014/main" id="{0D4CC370-D36C-5BA9-697D-D5F76096A326}"/>
              </a:ext>
            </a:extLst>
          </p:cNvPr>
          <p:cNvSpPr>
            <a:spLocks noGrp="1"/>
          </p:cNvSpPr>
          <p:nvPr>
            <p:ph type="body" sz="quarter" idx="38" hasCustomPrompt="1"/>
          </p:nvPr>
        </p:nvSpPr>
        <p:spPr>
          <a:xfrm>
            <a:off x="4079875" y="4113760"/>
            <a:ext cx="131763" cy="9833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1" name="Text Placeholder 6">
            <a:extLst>
              <a:ext uri="{FF2B5EF4-FFF2-40B4-BE49-F238E27FC236}">
                <a16:creationId xmlns:a16="http://schemas.microsoft.com/office/drawing/2014/main" id="{CFDF9278-92C6-817C-ABA2-10D1176FC69F}"/>
              </a:ext>
            </a:extLst>
          </p:cNvPr>
          <p:cNvSpPr>
            <a:spLocks noGrp="1"/>
          </p:cNvSpPr>
          <p:nvPr>
            <p:ph type="body" sz="quarter" idx="39"/>
          </p:nvPr>
        </p:nvSpPr>
        <p:spPr>
          <a:xfrm>
            <a:off x="4511040" y="4113760"/>
            <a:ext cx="6949123" cy="983374"/>
          </a:xfrm>
        </p:spPr>
        <p:txBody>
          <a:bodyPr anchor="ctr">
            <a:noAutofit/>
          </a:bodyPr>
          <a:lstStyle>
            <a:lvl1pPr>
              <a:lnSpc>
                <a:spcPct val="100000"/>
              </a:lnSpc>
              <a:defRPr sz="1800" b="1"/>
            </a:lvl1pPr>
          </a:lstStyle>
          <a:p>
            <a:pPr lvl="0"/>
            <a:r>
              <a:rPr lang="en-US"/>
              <a:t>Click to edit Master text styles</a:t>
            </a:r>
          </a:p>
        </p:txBody>
      </p:sp>
      <p:sp>
        <p:nvSpPr>
          <p:cNvPr id="22" name="Text Placeholder 6">
            <a:extLst>
              <a:ext uri="{FF2B5EF4-FFF2-40B4-BE49-F238E27FC236}">
                <a16:creationId xmlns:a16="http://schemas.microsoft.com/office/drawing/2014/main" id="{CDDF8296-96AA-4200-E3BB-AF1278890126}"/>
              </a:ext>
            </a:extLst>
          </p:cNvPr>
          <p:cNvSpPr>
            <a:spLocks noGrp="1"/>
          </p:cNvSpPr>
          <p:nvPr>
            <p:ph type="body" sz="quarter" idx="40" hasCustomPrompt="1"/>
          </p:nvPr>
        </p:nvSpPr>
        <p:spPr>
          <a:xfrm>
            <a:off x="4079875" y="5290426"/>
            <a:ext cx="131763" cy="9833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3" name="Text Placeholder 6">
            <a:extLst>
              <a:ext uri="{FF2B5EF4-FFF2-40B4-BE49-F238E27FC236}">
                <a16:creationId xmlns:a16="http://schemas.microsoft.com/office/drawing/2014/main" id="{76A47E99-3289-7188-E811-81A9BADE1A93}"/>
              </a:ext>
            </a:extLst>
          </p:cNvPr>
          <p:cNvSpPr>
            <a:spLocks noGrp="1"/>
          </p:cNvSpPr>
          <p:nvPr>
            <p:ph type="body" sz="quarter" idx="41"/>
          </p:nvPr>
        </p:nvSpPr>
        <p:spPr>
          <a:xfrm>
            <a:off x="4511040" y="5290426"/>
            <a:ext cx="6949123" cy="983374"/>
          </a:xfrm>
        </p:spPr>
        <p:txBody>
          <a:bodyPr anchor="ctr">
            <a:noAutofit/>
          </a:bodyPr>
          <a:lstStyle>
            <a:lvl1pPr>
              <a:lnSpc>
                <a:spcPct val="100000"/>
              </a:lnSpc>
              <a:defRPr sz="1800" b="1"/>
            </a:lvl1pPr>
          </a:lstStyle>
          <a:p>
            <a:pPr lvl="0"/>
            <a:r>
              <a:rPr lang="en-US"/>
              <a:t>Click to edit Master text styles</a:t>
            </a:r>
          </a:p>
        </p:txBody>
      </p:sp>
    </p:spTree>
    <p:extLst>
      <p:ext uri="{BB962C8B-B14F-4D97-AF65-F5344CB8AC3E}">
        <p14:creationId xmlns:p14="http://schemas.microsoft.com/office/powerpoint/2010/main" val="2115182427"/>
      </p:ext>
    </p:extLst>
  </p:cSld>
  <p:clrMapOvr>
    <a:masterClrMapping/>
  </p:clrMapOvr>
  <p:transition>
    <p:cove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ummary S04V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93EB61-5F49-FD6F-5F6B-7A90F01A6268}"/>
              </a:ext>
            </a:extLst>
          </p:cNvPr>
          <p:cNvSpPr/>
          <p:nvPr userDrawn="1"/>
        </p:nvSpPr>
        <p:spPr>
          <a:xfrm>
            <a:off x="587375" y="2482965"/>
            <a:ext cx="2021446" cy="2980575"/>
          </a:xfrm>
          <a:prstGeom prst="rect">
            <a:avLst/>
          </a:prstGeom>
          <a:solidFill>
            <a:schemeClr val="accent1">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86A5824-B6E5-8C25-E7F4-A37DC59C3B8D}"/>
              </a:ext>
            </a:extLst>
          </p:cNvPr>
          <p:cNvSpPr/>
          <p:nvPr userDrawn="1"/>
        </p:nvSpPr>
        <p:spPr>
          <a:xfrm>
            <a:off x="2799020" y="2482965"/>
            <a:ext cx="2021446" cy="2980575"/>
          </a:xfrm>
          <a:prstGeom prst="rect">
            <a:avLst/>
          </a:prstGeom>
          <a:solidFill>
            <a:schemeClr val="accent1">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8B885E3-B64C-FEE3-1B10-DD40258B694B}"/>
              </a:ext>
            </a:extLst>
          </p:cNvPr>
          <p:cNvSpPr/>
          <p:nvPr userDrawn="1"/>
        </p:nvSpPr>
        <p:spPr>
          <a:xfrm>
            <a:off x="5010665" y="2482965"/>
            <a:ext cx="2021446" cy="2980575"/>
          </a:xfrm>
          <a:prstGeom prst="rect">
            <a:avLst/>
          </a:prstGeom>
          <a:solidFill>
            <a:schemeClr val="accent1">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716A53-44A1-C586-60DF-D081A35C58FD}"/>
              </a:ext>
            </a:extLst>
          </p:cNvPr>
          <p:cNvSpPr/>
          <p:nvPr userDrawn="1"/>
        </p:nvSpPr>
        <p:spPr>
          <a:xfrm>
            <a:off x="7222310" y="2482965"/>
            <a:ext cx="2021446" cy="2980575"/>
          </a:xfrm>
          <a:prstGeom prst="rect">
            <a:avLst/>
          </a:prstGeom>
          <a:solidFill>
            <a:schemeClr val="accent1">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6E1B38C-87F4-6141-059C-ED64895830E9}"/>
              </a:ext>
            </a:extLst>
          </p:cNvPr>
          <p:cNvSpPr/>
          <p:nvPr userDrawn="1"/>
        </p:nvSpPr>
        <p:spPr>
          <a:xfrm>
            <a:off x="9433954" y="2482965"/>
            <a:ext cx="2021446" cy="2980575"/>
          </a:xfrm>
          <a:prstGeom prst="rect">
            <a:avLst/>
          </a:prstGeom>
          <a:solidFill>
            <a:schemeClr val="accent1">
              <a:lumMod val="20000"/>
              <a:lumOff val="8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861147" cy="960000"/>
          </a:xfrm>
        </p:spPr>
        <p:txBody>
          <a:bodyPr anchor="t">
            <a:noAutofit/>
          </a:bodyPr>
          <a:lstStyle>
            <a:lvl1pPr algn="ctr">
              <a:defRPr/>
            </a:lvl1pPr>
          </a:lstStyle>
          <a:p>
            <a:r>
              <a:rPr lang="en-US"/>
              <a:t>Click to edit Master title style</a:t>
            </a:r>
            <a:endParaRPr lang="en-UZ"/>
          </a:p>
        </p:txBody>
      </p:sp>
      <p:sp>
        <p:nvSpPr>
          <p:cNvPr id="2" name="Text Placeholder 6">
            <a:extLst>
              <a:ext uri="{FF2B5EF4-FFF2-40B4-BE49-F238E27FC236}">
                <a16:creationId xmlns:a16="http://schemas.microsoft.com/office/drawing/2014/main" id="{209C287B-D953-D5EA-2570-C20BB232C43A}"/>
              </a:ext>
            </a:extLst>
          </p:cNvPr>
          <p:cNvSpPr>
            <a:spLocks noGrp="1"/>
          </p:cNvSpPr>
          <p:nvPr>
            <p:ph type="body" sz="quarter" idx="31" hasCustomPrompt="1"/>
          </p:nvPr>
        </p:nvSpPr>
        <p:spPr>
          <a:xfrm rot="5400000">
            <a:off x="1532217" y="2188847"/>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6" name="Text Placeholder 6">
            <a:extLst>
              <a:ext uri="{FF2B5EF4-FFF2-40B4-BE49-F238E27FC236}">
                <a16:creationId xmlns:a16="http://schemas.microsoft.com/office/drawing/2014/main" id="{47584A2A-A2A8-5F4E-16CE-BE6E4ED78622}"/>
              </a:ext>
            </a:extLst>
          </p:cNvPr>
          <p:cNvSpPr>
            <a:spLocks noGrp="1"/>
          </p:cNvSpPr>
          <p:nvPr>
            <p:ph type="body" sz="quarter" idx="33"/>
          </p:nvPr>
        </p:nvSpPr>
        <p:spPr>
          <a:xfrm>
            <a:off x="633472" y="2872740"/>
            <a:ext cx="1929252" cy="2438400"/>
          </a:xfrm>
        </p:spPr>
        <p:txBody>
          <a:bodyPr anchor="t">
            <a:noAutofit/>
          </a:bodyPr>
          <a:lstStyle>
            <a:lvl1pPr algn="ctr">
              <a:lnSpc>
                <a:spcPct val="100000"/>
              </a:lnSpc>
              <a:defRPr sz="1800" b="1"/>
            </a:lvl1pPr>
          </a:lstStyle>
          <a:p>
            <a:pPr lvl="0"/>
            <a:r>
              <a:rPr lang="en-US"/>
              <a:t>Click to edit Master text styles</a:t>
            </a:r>
          </a:p>
        </p:txBody>
      </p:sp>
      <p:sp>
        <p:nvSpPr>
          <p:cNvPr id="16" name="Text Placeholder 6">
            <a:extLst>
              <a:ext uri="{FF2B5EF4-FFF2-40B4-BE49-F238E27FC236}">
                <a16:creationId xmlns:a16="http://schemas.microsoft.com/office/drawing/2014/main" id="{C77C3C83-E08F-BD64-37D7-89F2E941398C}"/>
              </a:ext>
            </a:extLst>
          </p:cNvPr>
          <p:cNvSpPr>
            <a:spLocks noGrp="1"/>
          </p:cNvSpPr>
          <p:nvPr>
            <p:ph type="body" sz="quarter" idx="34" hasCustomPrompt="1"/>
          </p:nvPr>
        </p:nvSpPr>
        <p:spPr>
          <a:xfrm rot="5400000">
            <a:off x="3743862" y="2188847"/>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7" name="Text Placeholder 6">
            <a:extLst>
              <a:ext uri="{FF2B5EF4-FFF2-40B4-BE49-F238E27FC236}">
                <a16:creationId xmlns:a16="http://schemas.microsoft.com/office/drawing/2014/main" id="{B4AAE2CB-3730-EE07-C195-170994A78C5D}"/>
              </a:ext>
            </a:extLst>
          </p:cNvPr>
          <p:cNvSpPr>
            <a:spLocks noGrp="1"/>
          </p:cNvSpPr>
          <p:nvPr>
            <p:ph type="body" sz="quarter" idx="35"/>
          </p:nvPr>
        </p:nvSpPr>
        <p:spPr>
          <a:xfrm>
            <a:off x="2845117" y="2872740"/>
            <a:ext cx="1929252" cy="2438400"/>
          </a:xfrm>
        </p:spPr>
        <p:txBody>
          <a:bodyPr anchor="t">
            <a:noAutofit/>
          </a:bodyPr>
          <a:lstStyle>
            <a:lvl1pPr algn="ctr">
              <a:lnSpc>
                <a:spcPct val="100000"/>
              </a:lnSpc>
              <a:defRPr sz="1800" b="1"/>
            </a:lvl1pPr>
          </a:lstStyle>
          <a:p>
            <a:pPr lvl="0"/>
            <a:r>
              <a:rPr lang="en-US"/>
              <a:t>Click to edit Master text styles</a:t>
            </a:r>
          </a:p>
        </p:txBody>
      </p:sp>
      <p:sp>
        <p:nvSpPr>
          <p:cNvPr id="18" name="Text Placeholder 6">
            <a:extLst>
              <a:ext uri="{FF2B5EF4-FFF2-40B4-BE49-F238E27FC236}">
                <a16:creationId xmlns:a16="http://schemas.microsoft.com/office/drawing/2014/main" id="{2699CA2A-484D-B63E-8E28-143532E534AE}"/>
              </a:ext>
            </a:extLst>
          </p:cNvPr>
          <p:cNvSpPr>
            <a:spLocks noGrp="1"/>
          </p:cNvSpPr>
          <p:nvPr>
            <p:ph type="body" sz="quarter" idx="36" hasCustomPrompt="1"/>
          </p:nvPr>
        </p:nvSpPr>
        <p:spPr>
          <a:xfrm rot="5400000">
            <a:off x="5955507" y="2188847"/>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9" name="Text Placeholder 6">
            <a:extLst>
              <a:ext uri="{FF2B5EF4-FFF2-40B4-BE49-F238E27FC236}">
                <a16:creationId xmlns:a16="http://schemas.microsoft.com/office/drawing/2014/main" id="{28C733BC-FFF5-699D-B982-710CF69D6A3F}"/>
              </a:ext>
            </a:extLst>
          </p:cNvPr>
          <p:cNvSpPr>
            <a:spLocks noGrp="1"/>
          </p:cNvSpPr>
          <p:nvPr>
            <p:ph type="body" sz="quarter" idx="37"/>
          </p:nvPr>
        </p:nvSpPr>
        <p:spPr>
          <a:xfrm>
            <a:off x="5056762" y="2872740"/>
            <a:ext cx="1929252" cy="2438400"/>
          </a:xfrm>
        </p:spPr>
        <p:txBody>
          <a:bodyPr anchor="t">
            <a:noAutofit/>
          </a:bodyPr>
          <a:lstStyle>
            <a:lvl1pPr algn="ctr">
              <a:lnSpc>
                <a:spcPct val="100000"/>
              </a:lnSpc>
              <a:defRPr sz="1800" b="1"/>
            </a:lvl1pPr>
          </a:lstStyle>
          <a:p>
            <a:pPr lvl="0"/>
            <a:r>
              <a:rPr lang="en-US"/>
              <a:t>Click to edit Master text styles</a:t>
            </a:r>
          </a:p>
        </p:txBody>
      </p:sp>
      <p:sp>
        <p:nvSpPr>
          <p:cNvPr id="20" name="Text Placeholder 6">
            <a:extLst>
              <a:ext uri="{FF2B5EF4-FFF2-40B4-BE49-F238E27FC236}">
                <a16:creationId xmlns:a16="http://schemas.microsoft.com/office/drawing/2014/main" id="{0D4CC370-D36C-5BA9-697D-D5F76096A326}"/>
              </a:ext>
            </a:extLst>
          </p:cNvPr>
          <p:cNvSpPr>
            <a:spLocks noGrp="1"/>
          </p:cNvSpPr>
          <p:nvPr>
            <p:ph type="body" sz="quarter" idx="38" hasCustomPrompt="1"/>
          </p:nvPr>
        </p:nvSpPr>
        <p:spPr>
          <a:xfrm rot="5400000">
            <a:off x="8167152" y="2188847"/>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1" name="Text Placeholder 6">
            <a:extLst>
              <a:ext uri="{FF2B5EF4-FFF2-40B4-BE49-F238E27FC236}">
                <a16:creationId xmlns:a16="http://schemas.microsoft.com/office/drawing/2014/main" id="{CFDF9278-92C6-817C-ABA2-10D1176FC69F}"/>
              </a:ext>
            </a:extLst>
          </p:cNvPr>
          <p:cNvSpPr>
            <a:spLocks noGrp="1"/>
          </p:cNvSpPr>
          <p:nvPr>
            <p:ph type="body" sz="quarter" idx="39"/>
          </p:nvPr>
        </p:nvSpPr>
        <p:spPr>
          <a:xfrm>
            <a:off x="7268407" y="2872740"/>
            <a:ext cx="1929252" cy="2438400"/>
          </a:xfrm>
        </p:spPr>
        <p:txBody>
          <a:bodyPr anchor="t">
            <a:noAutofit/>
          </a:bodyPr>
          <a:lstStyle>
            <a:lvl1pPr algn="ctr">
              <a:lnSpc>
                <a:spcPct val="100000"/>
              </a:lnSpc>
              <a:defRPr sz="1800" b="1"/>
            </a:lvl1pPr>
          </a:lstStyle>
          <a:p>
            <a:pPr lvl="0"/>
            <a:r>
              <a:rPr lang="en-US"/>
              <a:t>Click to edit Master text styles</a:t>
            </a:r>
          </a:p>
        </p:txBody>
      </p:sp>
      <p:sp>
        <p:nvSpPr>
          <p:cNvPr id="22" name="Text Placeholder 6">
            <a:extLst>
              <a:ext uri="{FF2B5EF4-FFF2-40B4-BE49-F238E27FC236}">
                <a16:creationId xmlns:a16="http://schemas.microsoft.com/office/drawing/2014/main" id="{CDDF8296-96AA-4200-E3BB-AF1278890126}"/>
              </a:ext>
            </a:extLst>
          </p:cNvPr>
          <p:cNvSpPr>
            <a:spLocks noGrp="1"/>
          </p:cNvSpPr>
          <p:nvPr>
            <p:ph type="body" sz="quarter" idx="40" hasCustomPrompt="1"/>
          </p:nvPr>
        </p:nvSpPr>
        <p:spPr>
          <a:xfrm rot="5400000">
            <a:off x="10378796" y="2188847"/>
            <a:ext cx="131763" cy="72000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3" name="Text Placeholder 6">
            <a:extLst>
              <a:ext uri="{FF2B5EF4-FFF2-40B4-BE49-F238E27FC236}">
                <a16:creationId xmlns:a16="http://schemas.microsoft.com/office/drawing/2014/main" id="{76A47E99-3289-7188-E811-81A9BADE1A93}"/>
              </a:ext>
            </a:extLst>
          </p:cNvPr>
          <p:cNvSpPr>
            <a:spLocks noGrp="1"/>
          </p:cNvSpPr>
          <p:nvPr>
            <p:ph type="body" sz="quarter" idx="41"/>
          </p:nvPr>
        </p:nvSpPr>
        <p:spPr>
          <a:xfrm>
            <a:off x="9480051" y="2872740"/>
            <a:ext cx="1929252" cy="2438400"/>
          </a:xfrm>
        </p:spPr>
        <p:txBody>
          <a:bodyPr anchor="t">
            <a:noAutofit/>
          </a:bodyPr>
          <a:lstStyle>
            <a:lvl1pPr algn="ctr">
              <a:lnSpc>
                <a:spcPct val="100000"/>
              </a:lnSpc>
              <a:defRPr sz="1800" b="1"/>
            </a:lvl1pPr>
          </a:lstStyle>
          <a:p>
            <a:pPr lvl="0"/>
            <a:r>
              <a:rPr lang="en-US"/>
              <a:t>Click to edit Master text styles</a:t>
            </a:r>
          </a:p>
        </p:txBody>
      </p:sp>
    </p:spTree>
    <p:extLst>
      <p:ext uri="{BB962C8B-B14F-4D97-AF65-F5344CB8AC3E}">
        <p14:creationId xmlns:p14="http://schemas.microsoft.com/office/powerpoint/2010/main" val="2878389145"/>
      </p:ext>
    </p:extLst>
  </p:cSld>
  <p:clrMapOvr>
    <a:masterClrMapping/>
  </p:clrMapOvr>
  <p:transition>
    <p:cove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Us S05V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902CC6-0866-F6F1-FFC1-330B30DD7393}"/>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4CCFEAA7-A226-2E50-AD23-5FE2A5B98604}"/>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16" name="Text Placeholder 6">
            <a:extLst>
              <a:ext uri="{FF2B5EF4-FFF2-40B4-BE49-F238E27FC236}">
                <a16:creationId xmlns:a16="http://schemas.microsoft.com/office/drawing/2014/main" id="{22565141-98A0-A85E-E6F5-11BE0B52493A}"/>
              </a:ext>
            </a:extLst>
          </p:cNvPr>
          <p:cNvSpPr>
            <a:spLocks noGrp="1"/>
          </p:cNvSpPr>
          <p:nvPr>
            <p:ph type="body" sz="quarter" idx="31" hasCustomPrompt="1"/>
          </p:nvPr>
        </p:nvSpPr>
        <p:spPr>
          <a:xfrm>
            <a:off x="6096000" y="1238317"/>
            <a:ext cx="131763" cy="74725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0" name="Title 1">
            <a:extLst>
              <a:ext uri="{FF2B5EF4-FFF2-40B4-BE49-F238E27FC236}">
                <a16:creationId xmlns:a16="http://schemas.microsoft.com/office/drawing/2014/main" id="{8A48DDE3-2ACF-89DD-48C0-FA7D186233FF}"/>
              </a:ext>
            </a:extLst>
          </p:cNvPr>
          <p:cNvSpPr>
            <a:spLocks noGrp="1"/>
          </p:cNvSpPr>
          <p:nvPr>
            <p:ph type="title"/>
          </p:nvPr>
        </p:nvSpPr>
        <p:spPr>
          <a:xfrm>
            <a:off x="584200" y="2100370"/>
            <a:ext cx="4502150" cy="2657260"/>
          </a:xfrm>
        </p:spPr>
        <p:txBody>
          <a:bodyPr anchor="ctr">
            <a:noAutofit/>
          </a:bodyPr>
          <a:lstStyle>
            <a:lvl1pPr algn="l">
              <a:defRPr/>
            </a:lvl1pPr>
          </a:lstStyle>
          <a:p>
            <a:r>
              <a:rPr lang="en-US"/>
              <a:t>Click to edit Master title style</a:t>
            </a:r>
            <a:endParaRPr lang="en-UZ"/>
          </a:p>
        </p:txBody>
      </p:sp>
      <p:sp>
        <p:nvSpPr>
          <p:cNvPr id="6" name="Text Placeholder 7">
            <a:extLst>
              <a:ext uri="{FF2B5EF4-FFF2-40B4-BE49-F238E27FC236}">
                <a16:creationId xmlns:a16="http://schemas.microsoft.com/office/drawing/2014/main" id="{EF3CDDEF-EF62-9995-6E34-1419FA589B9B}"/>
              </a:ext>
            </a:extLst>
          </p:cNvPr>
          <p:cNvSpPr>
            <a:spLocks noGrp="1"/>
          </p:cNvSpPr>
          <p:nvPr>
            <p:ph type="body" sz="quarter" idx="13"/>
          </p:nvPr>
        </p:nvSpPr>
        <p:spPr>
          <a:xfrm>
            <a:off x="6307521" y="1625567"/>
            <a:ext cx="3857241" cy="360000"/>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7" name="Text Placeholder 6">
            <a:extLst>
              <a:ext uri="{FF2B5EF4-FFF2-40B4-BE49-F238E27FC236}">
                <a16:creationId xmlns:a16="http://schemas.microsoft.com/office/drawing/2014/main" id="{F601E2A7-9A67-1657-3368-5D7446AA8812}"/>
              </a:ext>
            </a:extLst>
          </p:cNvPr>
          <p:cNvSpPr>
            <a:spLocks noGrp="1"/>
          </p:cNvSpPr>
          <p:nvPr>
            <p:ph type="body" sz="quarter" idx="17" hasCustomPrompt="1"/>
          </p:nvPr>
        </p:nvSpPr>
        <p:spPr>
          <a:xfrm>
            <a:off x="6307521" y="1238316"/>
            <a:ext cx="3857241" cy="360000"/>
          </a:xfrm>
        </p:spPr>
        <p:txBody>
          <a:bodyPr anchor="ctr">
            <a:noAutofit/>
          </a:bodyPr>
          <a:lstStyle>
            <a:lvl1pPr>
              <a:lnSpc>
                <a:spcPct val="100000"/>
              </a:lnSpc>
              <a:spcBef>
                <a:spcPts val="0"/>
              </a:spcBef>
              <a:defRPr sz="1800" b="1"/>
            </a:lvl1pPr>
          </a:lstStyle>
          <a:p>
            <a:pPr lvl="0"/>
            <a:r>
              <a:rPr lang="en-US"/>
              <a:t>Website</a:t>
            </a:r>
          </a:p>
        </p:txBody>
      </p:sp>
      <p:sp>
        <p:nvSpPr>
          <p:cNvPr id="11" name="Text Placeholder 6">
            <a:extLst>
              <a:ext uri="{FF2B5EF4-FFF2-40B4-BE49-F238E27FC236}">
                <a16:creationId xmlns:a16="http://schemas.microsoft.com/office/drawing/2014/main" id="{50359C1F-F3E3-A425-4BCD-A31AF33B64B3}"/>
              </a:ext>
            </a:extLst>
          </p:cNvPr>
          <p:cNvSpPr>
            <a:spLocks noGrp="1"/>
          </p:cNvSpPr>
          <p:nvPr>
            <p:ph type="body" sz="quarter" idx="32" hasCustomPrompt="1"/>
          </p:nvPr>
        </p:nvSpPr>
        <p:spPr>
          <a:xfrm>
            <a:off x="6096000" y="2440606"/>
            <a:ext cx="131763" cy="74725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2" name="Text Placeholder 7">
            <a:extLst>
              <a:ext uri="{FF2B5EF4-FFF2-40B4-BE49-F238E27FC236}">
                <a16:creationId xmlns:a16="http://schemas.microsoft.com/office/drawing/2014/main" id="{F8AD4373-618A-2687-05D1-1D07D66FF8E5}"/>
              </a:ext>
            </a:extLst>
          </p:cNvPr>
          <p:cNvSpPr>
            <a:spLocks noGrp="1"/>
          </p:cNvSpPr>
          <p:nvPr>
            <p:ph type="body" sz="quarter" idx="33"/>
          </p:nvPr>
        </p:nvSpPr>
        <p:spPr>
          <a:xfrm>
            <a:off x="6307521" y="2827856"/>
            <a:ext cx="3857241" cy="360000"/>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3" name="Text Placeholder 6">
            <a:extLst>
              <a:ext uri="{FF2B5EF4-FFF2-40B4-BE49-F238E27FC236}">
                <a16:creationId xmlns:a16="http://schemas.microsoft.com/office/drawing/2014/main" id="{10163EA4-0DAD-C18F-6EF7-1453E01A3BCE}"/>
              </a:ext>
            </a:extLst>
          </p:cNvPr>
          <p:cNvSpPr>
            <a:spLocks noGrp="1"/>
          </p:cNvSpPr>
          <p:nvPr>
            <p:ph type="body" sz="quarter" idx="34" hasCustomPrompt="1"/>
          </p:nvPr>
        </p:nvSpPr>
        <p:spPr>
          <a:xfrm>
            <a:off x="6307521" y="2440605"/>
            <a:ext cx="3857241" cy="360000"/>
          </a:xfrm>
        </p:spPr>
        <p:txBody>
          <a:bodyPr anchor="ctr">
            <a:noAutofit/>
          </a:bodyPr>
          <a:lstStyle>
            <a:lvl1pPr>
              <a:lnSpc>
                <a:spcPct val="100000"/>
              </a:lnSpc>
              <a:spcBef>
                <a:spcPts val="0"/>
              </a:spcBef>
              <a:defRPr sz="1800" b="1"/>
            </a:lvl1pPr>
          </a:lstStyle>
          <a:p>
            <a:pPr lvl="0"/>
            <a:r>
              <a:rPr lang="en-US"/>
              <a:t>Email</a:t>
            </a:r>
          </a:p>
        </p:txBody>
      </p:sp>
      <p:sp>
        <p:nvSpPr>
          <p:cNvPr id="14" name="Text Placeholder 6">
            <a:extLst>
              <a:ext uri="{FF2B5EF4-FFF2-40B4-BE49-F238E27FC236}">
                <a16:creationId xmlns:a16="http://schemas.microsoft.com/office/drawing/2014/main" id="{46C88E77-1A95-EF7B-752D-AD106EA8DEB5}"/>
              </a:ext>
            </a:extLst>
          </p:cNvPr>
          <p:cNvSpPr>
            <a:spLocks noGrp="1"/>
          </p:cNvSpPr>
          <p:nvPr>
            <p:ph type="body" sz="quarter" idx="35" hasCustomPrompt="1"/>
          </p:nvPr>
        </p:nvSpPr>
        <p:spPr>
          <a:xfrm>
            <a:off x="6096000" y="3642895"/>
            <a:ext cx="131763" cy="74725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15" name="Text Placeholder 7">
            <a:extLst>
              <a:ext uri="{FF2B5EF4-FFF2-40B4-BE49-F238E27FC236}">
                <a16:creationId xmlns:a16="http://schemas.microsoft.com/office/drawing/2014/main" id="{A1203A9E-0CCF-BB14-847F-2CAE4D8BBC36}"/>
              </a:ext>
            </a:extLst>
          </p:cNvPr>
          <p:cNvSpPr>
            <a:spLocks noGrp="1"/>
          </p:cNvSpPr>
          <p:nvPr>
            <p:ph type="body" sz="quarter" idx="36"/>
          </p:nvPr>
        </p:nvSpPr>
        <p:spPr>
          <a:xfrm>
            <a:off x="6307521" y="4030145"/>
            <a:ext cx="3857241" cy="360000"/>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7" name="Text Placeholder 6">
            <a:extLst>
              <a:ext uri="{FF2B5EF4-FFF2-40B4-BE49-F238E27FC236}">
                <a16:creationId xmlns:a16="http://schemas.microsoft.com/office/drawing/2014/main" id="{2117FAA6-5F41-DA8E-E913-6FA42E0EF8F2}"/>
              </a:ext>
            </a:extLst>
          </p:cNvPr>
          <p:cNvSpPr>
            <a:spLocks noGrp="1"/>
          </p:cNvSpPr>
          <p:nvPr>
            <p:ph type="body" sz="quarter" idx="37" hasCustomPrompt="1"/>
          </p:nvPr>
        </p:nvSpPr>
        <p:spPr>
          <a:xfrm>
            <a:off x="6307521" y="3642894"/>
            <a:ext cx="3857241" cy="360000"/>
          </a:xfrm>
        </p:spPr>
        <p:txBody>
          <a:bodyPr anchor="ctr">
            <a:noAutofit/>
          </a:bodyPr>
          <a:lstStyle>
            <a:lvl1pPr>
              <a:lnSpc>
                <a:spcPct val="100000"/>
              </a:lnSpc>
              <a:spcBef>
                <a:spcPts val="0"/>
              </a:spcBef>
              <a:defRPr sz="1800" b="1"/>
            </a:lvl1pPr>
          </a:lstStyle>
          <a:p>
            <a:pPr lvl="0"/>
            <a:r>
              <a:rPr lang="en-US"/>
              <a:t>Phone Number</a:t>
            </a:r>
          </a:p>
        </p:txBody>
      </p:sp>
      <p:sp>
        <p:nvSpPr>
          <p:cNvPr id="18" name="Text Placeholder 6">
            <a:extLst>
              <a:ext uri="{FF2B5EF4-FFF2-40B4-BE49-F238E27FC236}">
                <a16:creationId xmlns:a16="http://schemas.microsoft.com/office/drawing/2014/main" id="{63564D2E-3313-FFB2-B52C-76D262A9BDE4}"/>
              </a:ext>
            </a:extLst>
          </p:cNvPr>
          <p:cNvSpPr>
            <a:spLocks noGrp="1"/>
          </p:cNvSpPr>
          <p:nvPr>
            <p:ph type="body" sz="quarter" idx="38" hasCustomPrompt="1"/>
          </p:nvPr>
        </p:nvSpPr>
        <p:spPr>
          <a:xfrm>
            <a:off x="6096000" y="4845183"/>
            <a:ext cx="131763" cy="74725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000" dirty="0">
                <a:solidFill>
                  <a:schemeClr val="lt1">
                    <a:alpha val="0"/>
                  </a:schemeClr>
                </a:solidFill>
              </a:defRPr>
            </a:lvl1pPr>
          </a:lstStyle>
          <a:p>
            <a:pPr lvl="0" algn="ctr" defTabSz="914400"/>
            <a:r>
              <a:rPr lang="en-US"/>
              <a:t>.</a:t>
            </a:r>
          </a:p>
        </p:txBody>
      </p:sp>
      <p:sp>
        <p:nvSpPr>
          <p:cNvPr id="20" name="Text Placeholder 7">
            <a:extLst>
              <a:ext uri="{FF2B5EF4-FFF2-40B4-BE49-F238E27FC236}">
                <a16:creationId xmlns:a16="http://schemas.microsoft.com/office/drawing/2014/main" id="{FDC93536-71FB-6675-E1B7-B334B7E65034}"/>
              </a:ext>
            </a:extLst>
          </p:cNvPr>
          <p:cNvSpPr>
            <a:spLocks noGrp="1"/>
          </p:cNvSpPr>
          <p:nvPr>
            <p:ph type="body" sz="quarter" idx="39"/>
          </p:nvPr>
        </p:nvSpPr>
        <p:spPr>
          <a:xfrm>
            <a:off x="6307521" y="5232433"/>
            <a:ext cx="3857241" cy="360000"/>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1" name="Text Placeholder 6">
            <a:extLst>
              <a:ext uri="{FF2B5EF4-FFF2-40B4-BE49-F238E27FC236}">
                <a16:creationId xmlns:a16="http://schemas.microsoft.com/office/drawing/2014/main" id="{5828B1B6-AABF-51B4-E053-9B4F8029D0BA}"/>
              </a:ext>
            </a:extLst>
          </p:cNvPr>
          <p:cNvSpPr>
            <a:spLocks noGrp="1"/>
          </p:cNvSpPr>
          <p:nvPr>
            <p:ph type="body" sz="quarter" idx="40" hasCustomPrompt="1"/>
          </p:nvPr>
        </p:nvSpPr>
        <p:spPr>
          <a:xfrm>
            <a:off x="6307521" y="4845182"/>
            <a:ext cx="3857241" cy="360000"/>
          </a:xfrm>
        </p:spPr>
        <p:txBody>
          <a:bodyPr anchor="ctr">
            <a:noAutofit/>
          </a:bodyPr>
          <a:lstStyle>
            <a:lvl1pPr>
              <a:lnSpc>
                <a:spcPct val="100000"/>
              </a:lnSpc>
              <a:spcBef>
                <a:spcPts val="0"/>
              </a:spcBef>
              <a:defRPr sz="1800" b="1"/>
            </a:lvl1pPr>
          </a:lstStyle>
          <a:p>
            <a:pPr lvl="0"/>
            <a:r>
              <a:rPr lang="en-US"/>
              <a:t>Location</a:t>
            </a:r>
          </a:p>
        </p:txBody>
      </p:sp>
    </p:spTree>
    <p:extLst>
      <p:ext uri="{BB962C8B-B14F-4D97-AF65-F5344CB8AC3E}">
        <p14:creationId xmlns:p14="http://schemas.microsoft.com/office/powerpoint/2010/main" val="3424078252"/>
      </p:ext>
    </p:extLst>
  </p:cSld>
  <p:clrMapOvr>
    <a:masterClrMapping/>
  </p:clrMapOvr>
  <p:transition>
    <p:cove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act Us S05V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902CC6-0866-F6F1-FFC1-330B30DD7393}"/>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4CCFEAA7-A226-2E50-AD23-5FE2A5B98604}"/>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10" name="Title 1">
            <a:extLst>
              <a:ext uri="{FF2B5EF4-FFF2-40B4-BE49-F238E27FC236}">
                <a16:creationId xmlns:a16="http://schemas.microsoft.com/office/drawing/2014/main" id="{8A48DDE3-2ACF-89DD-48C0-FA7D186233FF}"/>
              </a:ext>
            </a:extLst>
          </p:cNvPr>
          <p:cNvSpPr>
            <a:spLocks noGrp="1"/>
          </p:cNvSpPr>
          <p:nvPr>
            <p:ph type="title"/>
          </p:nvPr>
        </p:nvSpPr>
        <p:spPr>
          <a:xfrm>
            <a:off x="584200" y="2100370"/>
            <a:ext cx="4502150" cy="2657260"/>
          </a:xfrm>
        </p:spPr>
        <p:txBody>
          <a:bodyPr anchor="ctr">
            <a:noAutofit/>
          </a:bodyPr>
          <a:lstStyle>
            <a:lvl1pPr algn="l">
              <a:defRPr/>
            </a:lvl1pPr>
          </a:lstStyle>
          <a:p>
            <a:r>
              <a:rPr lang="en-US"/>
              <a:t>Click to edit Master title style</a:t>
            </a:r>
            <a:endParaRPr lang="en-UZ"/>
          </a:p>
        </p:txBody>
      </p:sp>
      <p:sp>
        <p:nvSpPr>
          <p:cNvPr id="2" name="Text Placeholder 7">
            <a:extLst>
              <a:ext uri="{FF2B5EF4-FFF2-40B4-BE49-F238E27FC236}">
                <a16:creationId xmlns:a16="http://schemas.microsoft.com/office/drawing/2014/main" id="{EF3CDDEF-EF62-9995-6E34-1419FA589B9B}"/>
              </a:ext>
            </a:extLst>
          </p:cNvPr>
          <p:cNvSpPr>
            <a:spLocks noGrp="1"/>
          </p:cNvSpPr>
          <p:nvPr>
            <p:ph type="body" sz="quarter" idx="13"/>
          </p:nvPr>
        </p:nvSpPr>
        <p:spPr>
          <a:xfrm>
            <a:off x="6572679" y="1376535"/>
            <a:ext cx="4235021" cy="747251"/>
          </a:xfrm>
        </p:spPr>
        <p:txBody>
          <a:bodyPr anchor="ctr">
            <a:noAutofit/>
          </a:bodyPr>
          <a:lstStyle>
            <a:lvl1pPr>
              <a:lnSpc>
                <a:spcPct val="100000"/>
              </a:lnSpc>
              <a:spcBef>
                <a:spcPts val="0"/>
              </a:spcBef>
              <a:defRPr sz="1800" b="1"/>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5" name="Text Placeholder 7">
            <a:extLst>
              <a:ext uri="{FF2B5EF4-FFF2-40B4-BE49-F238E27FC236}">
                <a16:creationId xmlns:a16="http://schemas.microsoft.com/office/drawing/2014/main" id="{F8AD4373-618A-2687-05D1-1D07D66FF8E5}"/>
              </a:ext>
            </a:extLst>
          </p:cNvPr>
          <p:cNvSpPr>
            <a:spLocks noGrp="1"/>
          </p:cNvSpPr>
          <p:nvPr>
            <p:ph type="body" sz="quarter" idx="33"/>
          </p:nvPr>
        </p:nvSpPr>
        <p:spPr>
          <a:xfrm>
            <a:off x="6572679" y="2571746"/>
            <a:ext cx="4235021" cy="747251"/>
          </a:xfrm>
        </p:spPr>
        <p:txBody>
          <a:bodyPr anchor="ctr">
            <a:noAutofit/>
          </a:bodyPr>
          <a:lstStyle>
            <a:lvl1pPr>
              <a:lnSpc>
                <a:spcPct val="100000"/>
              </a:lnSpc>
              <a:spcBef>
                <a:spcPts val="0"/>
              </a:spcBef>
              <a:defRPr sz="1800" b="1"/>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8" name="Text Placeholder 7">
            <a:extLst>
              <a:ext uri="{FF2B5EF4-FFF2-40B4-BE49-F238E27FC236}">
                <a16:creationId xmlns:a16="http://schemas.microsoft.com/office/drawing/2014/main" id="{A1203A9E-0CCF-BB14-847F-2CAE4D8BBC36}"/>
              </a:ext>
            </a:extLst>
          </p:cNvPr>
          <p:cNvSpPr>
            <a:spLocks noGrp="1"/>
          </p:cNvSpPr>
          <p:nvPr>
            <p:ph type="body" sz="quarter" idx="36"/>
          </p:nvPr>
        </p:nvSpPr>
        <p:spPr>
          <a:xfrm>
            <a:off x="6572679" y="3538996"/>
            <a:ext cx="4235021" cy="747251"/>
          </a:xfrm>
        </p:spPr>
        <p:txBody>
          <a:bodyPr anchor="ctr">
            <a:noAutofit/>
          </a:bodyPr>
          <a:lstStyle>
            <a:lvl1pPr>
              <a:lnSpc>
                <a:spcPct val="100000"/>
              </a:lnSpc>
              <a:spcBef>
                <a:spcPts val="0"/>
              </a:spcBef>
              <a:defRPr sz="1800" b="1"/>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9" name="Text Placeholder 7">
            <a:extLst>
              <a:ext uri="{FF2B5EF4-FFF2-40B4-BE49-F238E27FC236}">
                <a16:creationId xmlns:a16="http://schemas.microsoft.com/office/drawing/2014/main" id="{FDC93536-71FB-6675-E1B7-B334B7E65034}"/>
              </a:ext>
            </a:extLst>
          </p:cNvPr>
          <p:cNvSpPr>
            <a:spLocks noGrp="1"/>
          </p:cNvSpPr>
          <p:nvPr>
            <p:ph type="body" sz="quarter" idx="39"/>
          </p:nvPr>
        </p:nvSpPr>
        <p:spPr>
          <a:xfrm>
            <a:off x="6572679" y="4730643"/>
            <a:ext cx="4235021" cy="747251"/>
          </a:xfrm>
        </p:spPr>
        <p:txBody>
          <a:bodyPr anchor="ctr">
            <a:noAutofit/>
          </a:bodyPr>
          <a:lstStyle>
            <a:lvl1pPr>
              <a:lnSpc>
                <a:spcPct val="100000"/>
              </a:lnSpc>
              <a:spcBef>
                <a:spcPts val="0"/>
              </a:spcBef>
              <a:defRPr sz="1800" b="1"/>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6" name="Text Placeholder 5">
            <a:extLst>
              <a:ext uri="{FF2B5EF4-FFF2-40B4-BE49-F238E27FC236}">
                <a16:creationId xmlns:a16="http://schemas.microsoft.com/office/drawing/2014/main" id="{07ED66FE-16DC-7C1D-17B7-030BDFCE21EB}"/>
              </a:ext>
            </a:extLst>
          </p:cNvPr>
          <p:cNvSpPr>
            <a:spLocks noGrp="1"/>
          </p:cNvSpPr>
          <p:nvPr>
            <p:ph type="body" sz="quarter" idx="44"/>
          </p:nvPr>
        </p:nvSpPr>
        <p:spPr>
          <a:xfrm>
            <a:off x="5839091" y="1491191"/>
            <a:ext cx="513817" cy="513817"/>
          </a:xfrm>
          <a:custGeom>
            <a:avLst/>
            <a:gdLst>
              <a:gd name="connsiteX0" fmla="*/ 391447 w 513817"/>
              <a:gd name="connsiteY0" fmla="*/ 270430 h 513817"/>
              <a:gd name="connsiteX1" fmla="*/ 294093 w 513817"/>
              <a:gd name="connsiteY1" fmla="*/ 469872 h 513817"/>
              <a:gd name="connsiteX2" fmla="*/ 472576 w 513817"/>
              <a:gd name="connsiteY2" fmla="*/ 270430 h 513817"/>
              <a:gd name="connsiteX3" fmla="*/ 270430 w 513817"/>
              <a:gd name="connsiteY3" fmla="*/ 270430 h 513817"/>
              <a:gd name="connsiteX4" fmla="*/ 270430 w 513817"/>
              <a:gd name="connsiteY4" fmla="*/ 456351 h 513817"/>
              <a:gd name="connsiteX5" fmla="*/ 364404 w 513817"/>
              <a:gd name="connsiteY5" fmla="*/ 270430 h 513817"/>
              <a:gd name="connsiteX6" fmla="*/ 149413 w 513817"/>
              <a:gd name="connsiteY6" fmla="*/ 270430 h 513817"/>
              <a:gd name="connsiteX7" fmla="*/ 243387 w 513817"/>
              <a:gd name="connsiteY7" fmla="*/ 456351 h 513817"/>
              <a:gd name="connsiteX8" fmla="*/ 243387 w 513817"/>
              <a:gd name="connsiteY8" fmla="*/ 270430 h 513817"/>
              <a:gd name="connsiteX9" fmla="*/ 41241 w 513817"/>
              <a:gd name="connsiteY9" fmla="*/ 270430 h 513817"/>
              <a:gd name="connsiteX10" fmla="*/ 219724 w 513817"/>
              <a:gd name="connsiteY10" fmla="*/ 469872 h 513817"/>
              <a:gd name="connsiteX11" fmla="*/ 122370 w 513817"/>
              <a:gd name="connsiteY11" fmla="*/ 270430 h 513817"/>
              <a:gd name="connsiteX12" fmla="*/ 270430 w 513817"/>
              <a:gd name="connsiteY12" fmla="*/ 57466 h 513817"/>
              <a:gd name="connsiteX13" fmla="*/ 270430 w 513817"/>
              <a:gd name="connsiteY13" fmla="*/ 243387 h 513817"/>
              <a:gd name="connsiteX14" fmla="*/ 364404 w 513817"/>
              <a:gd name="connsiteY14" fmla="*/ 243387 h 513817"/>
              <a:gd name="connsiteX15" fmla="*/ 270430 w 513817"/>
              <a:gd name="connsiteY15" fmla="*/ 57466 h 513817"/>
              <a:gd name="connsiteX16" fmla="*/ 243387 w 513817"/>
              <a:gd name="connsiteY16" fmla="*/ 57466 h 513817"/>
              <a:gd name="connsiteX17" fmla="*/ 149413 w 513817"/>
              <a:gd name="connsiteY17" fmla="*/ 243387 h 513817"/>
              <a:gd name="connsiteX18" fmla="*/ 243387 w 513817"/>
              <a:gd name="connsiteY18" fmla="*/ 243387 h 513817"/>
              <a:gd name="connsiteX19" fmla="*/ 294093 w 513817"/>
              <a:gd name="connsiteY19" fmla="*/ 43945 h 513817"/>
              <a:gd name="connsiteX20" fmla="*/ 391447 w 513817"/>
              <a:gd name="connsiteY20" fmla="*/ 243387 h 513817"/>
              <a:gd name="connsiteX21" fmla="*/ 472576 w 513817"/>
              <a:gd name="connsiteY21" fmla="*/ 243387 h 513817"/>
              <a:gd name="connsiteX22" fmla="*/ 294093 w 513817"/>
              <a:gd name="connsiteY22" fmla="*/ 43945 h 513817"/>
              <a:gd name="connsiteX23" fmla="*/ 219724 w 513817"/>
              <a:gd name="connsiteY23" fmla="*/ 43945 h 513817"/>
              <a:gd name="connsiteX24" fmla="*/ 41241 w 513817"/>
              <a:gd name="connsiteY24" fmla="*/ 243387 h 513817"/>
              <a:gd name="connsiteX25" fmla="*/ 122370 w 513817"/>
              <a:gd name="connsiteY25" fmla="*/ 243387 h 513817"/>
              <a:gd name="connsiteX26" fmla="*/ 219724 w 513817"/>
              <a:gd name="connsiteY26" fmla="*/ 43945 h 513817"/>
              <a:gd name="connsiteX27" fmla="*/ 256909 w 513817"/>
              <a:gd name="connsiteY27" fmla="*/ 0 h 513817"/>
              <a:gd name="connsiteX28" fmla="*/ 513817 w 513817"/>
              <a:gd name="connsiteY28" fmla="*/ 256909 h 513817"/>
              <a:gd name="connsiteX29" fmla="*/ 256909 w 513817"/>
              <a:gd name="connsiteY29" fmla="*/ 513817 h 513817"/>
              <a:gd name="connsiteX30" fmla="*/ 0 w 513817"/>
              <a:gd name="connsiteY30" fmla="*/ 256909 h 513817"/>
              <a:gd name="connsiteX31" fmla="*/ 256909 w 513817"/>
              <a:gd name="connsiteY31" fmla="*/ 0 h 51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13817" h="513817">
                <a:moveTo>
                  <a:pt x="391447" y="270430"/>
                </a:moveTo>
                <a:cubicBezTo>
                  <a:pt x="386715" y="347503"/>
                  <a:pt x="338038" y="415786"/>
                  <a:pt x="294093" y="469872"/>
                </a:cubicBezTo>
                <a:cubicBezTo>
                  <a:pt x="391447" y="452970"/>
                  <a:pt x="466492" y="371165"/>
                  <a:pt x="472576" y="270430"/>
                </a:cubicBezTo>
                <a:close/>
                <a:moveTo>
                  <a:pt x="270430" y="270430"/>
                </a:moveTo>
                <a:lnTo>
                  <a:pt x="270430" y="456351"/>
                </a:lnTo>
                <a:cubicBezTo>
                  <a:pt x="313699" y="402941"/>
                  <a:pt x="358996" y="340066"/>
                  <a:pt x="364404" y="270430"/>
                </a:cubicBezTo>
                <a:close/>
                <a:moveTo>
                  <a:pt x="149413" y="270430"/>
                </a:moveTo>
                <a:cubicBezTo>
                  <a:pt x="154821" y="340066"/>
                  <a:pt x="200118" y="402941"/>
                  <a:pt x="243387" y="456351"/>
                </a:cubicBezTo>
                <a:lnTo>
                  <a:pt x="243387" y="270430"/>
                </a:lnTo>
                <a:close/>
                <a:moveTo>
                  <a:pt x="41241" y="270430"/>
                </a:moveTo>
                <a:cubicBezTo>
                  <a:pt x="47325" y="371165"/>
                  <a:pt x="122370" y="452970"/>
                  <a:pt x="219724" y="469872"/>
                </a:cubicBezTo>
                <a:cubicBezTo>
                  <a:pt x="175780" y="415786"/>
                  <a:pt x="127778" y="347503"/>
                  <a:pt x="122370" y="270430"/>
                </a:cubicBezTo>
                <a:close/>
                <a:moveTo>
                  <a:pt x="270430" y="57466"/>
                </a:moveTo>
                <a:lnTo>
                  <a:pt x="270430" y="243387"/>
                </a:lnTo>
                <a:lnTo>
                  <a:pt x="364404" y="243387"/>
                </a:lnTo>
                <a:cubicBezTo>
                  <a:pt x="358996" y="173075"/>
                  <a:pt x="313699" y="110876"/>
                  <a:pt x="270430" y="57466"/>
                </a:cubicBezTo>
                <a:close/>
                <a:moveTo>
                  <a:pt x="243387" y="57466"/>
                </a:moveTo>
                <a:cubicBezTo>
                  <a:pt x="200118" y="110876"/>
                  <a:pt x="154821" y="173751"/>
                  <a:pt x="149413" y="243387"/>
                </a:cubicBezTo>
                <a:lnTo>
                  <a:pt x="243387" y="243387"/>
                </a:lnTo>
                <a:close/>
                <a:moveTo>
                  <a:pt x="294093" y="43945"/>
                </a:moveTo>
                <a:cubicBezTo>
                  <a:pt x="338038" y="98031"/>
                  <a:pt x="386715" y="166314"/>
                  <a:pt x="391447" y="243387"/>
                </a:cubicBezTo>
                <a:lnTo>
                  <a:pt x="472576" y="243387"/>
                </a:lnTo>
                <a:cubicBezTo>
                  <a:pt x="466492" y="142652"/>
                  <a:pt x="391447" y="60847"/>
                  <a:pt x="294093" y="43945"/>
                </a:cubicBezTo>
                <a:close/>
                <a:moveTo>
                  <a:pt x="219724" y="43945"/>
                </a:moveTo>
                <a:cubicBezTo>
                  <a:pt x="122370" y="60847"/>
                  <a:pt x="47325" y="142652"/>
                  <a:pt x="41241" y="243387"/>
                </a:cubicBezTo>
                <a:lnTo>
                  <a:pt x="122370" y="243387"/>
                </a:lnTo>
                <a:cubicBezTo>
                  <a:pt x="127102" y="166314"/>
                  <a:pt x="175780" y="98031"/>
                  <a:pt x="219724" y="43945"/>
                </a:cubicBezTo>
                <a:close/>
                <a:moveTo>
                  <a:pt x="256909" y="0"/>
                </a:moveTo>
                <a:cubicBezTo>
                  <a:pt x="398884" y="0"/>
                  <a:pt x="513817" y="114933"/>
                  <a:pt x="513817" y="256909"/>
                </a:cubicBezTo>
                <a:cubicBezTo>
                  <a:pt x="513817" y="398884"/>
                  <a:pt x="398884" y="513817"/>
                  <a:pt x="256909" y="513817"/>
                </a:cubicBezTo>
                <a:cubicBezTo>
                  <a:pt x="114933" y="513817"/>
                  <a:pt x="0" y="398884"/>
                  <a:pt x="0" y="256909"/>
                </a:cubicBezTo>
                <a:cubicBezTo>
                  <a:pt x="0" y="114933"/>
                  <a:pt x="114933" y="0"/>
                  <a:pt x="25690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a:p>
        </p:txBody>
      </p:sp>
      <p:sp>
        <p:nvSpPr>
          <p:cNvPr id="7" name="Text Placeholder 6">
            <a:extLst>
              <a:ext uri="{FF2B5EF4-FFF2-40B4-BE49-F238E27FC236}">
                <a16:creationId xmlns:a16="http://schemas.microsoft.com/office/drawing/2014/main" id="{8E251EC0-04EC-E625-78DA-826C38BFDDFF}"/>
              </a:ext>
            </a:extLst>
          </p:cNvPr>
          <p:cNvSpPr>
            <a:spLocks noGrp="1"/>
          </p:cNvSpPr>
          <p:nvPr>
            <p:ph type="body" sz="quarter" idx="43"/>
          </p:nvPr>
        </p:nvSpPr>
        <p:spPr>
          <a:xfrm>
            <a:off x="5825570" y="2569349"/>
            <a:ext cx="540860" cy="594946"/>
          </a:xfrm>
          <a:custGeom>
            <a:avLst/>
            <a:gdLst>
              <a:gd name="connsiteX0" fmla="*/ 270768 w 540860"/>
              <a:gd name="connsiteY0" fmla="*/ 393307 h 594946"/>
              <a:gd name="connsiteX1" fmla="*/ 205527 w 540860"/>
              <a:gd name="connsiteY1" fmla="*/ 419167 h 594946"/>
              <a:gd name="connsiteX2" fmla="*/ 196062 w 540860"/>
              <a:gd name="connsiteY2" fmla="*/ 427956 h 594946"/>
              <a:gd name="connsiteX3" fmla="*/ 62199 w 540860"/>
              <a:gd name="connsiteY3" fmla="*/ 554382 h 594946"/>
              <a:gd name="connsiteX4" fmla="*/ 478661 w 540860"/>
              <a:gd name="connsiteY4" fmla="*/ 554382 h 594946"/>
              <a:gd name="connsiteX5" fmla="*/ 345474 w 540860"/>
              <a:gd name="connsiteY5" fmla="*/ 427956 h 594946"/>
              <a:gd name="connsiteX6" fmla="*/ 336009 w 540860"/>
              <a:gd name="connsiteY6" fmla="*/ 419167 h 594946"/>
              <a:gd name="connsiteX7" fmla="*/ 270768 w 540860"/>
              <a:gd name="connsiteY7" fmla="*/ 393307 h 594946"/>
              <a:gd name="connsiteX8" fmla="*/ 500296 w 540860"/>
              <a:gd name="connsiteY8" fmla="*/ 281247 h 594946"/>
              <a:gd name="connsiteX9" fmla="*/ 365081 w 540860"/>
              <a:gd name="connsiteY9" fmla="*/ 409701 h 594946"/>
              <a:gd name="connsiteX10" fmla="*/ 500296 w 540860"/>
              <a:gd name="connsiteY10" fmla="*/ 538156 h 594946"/>
              <a:gd name="connsiteX11" fmla="*/ 40565 w 540860"/>
              <a:gd name="connsiteY11" fmla="*/ 280571 h 594946"/>
              <a:gd name="connsiteX12" fmla="*/ 40565 w 540860"/>
              <a:gd name="connsiteY12" fmla="*/ 537480 h 594946"/>
              <a:gd name="connsiteX13" fmla="*/ 175780 w 540860"/>
              <a:gd name="connsiteY13" fmla="*/ 409025 h 594946"/>
              <a:gd name="connsiteX14" fmla="*/ 270429 w 540860"/>
              <a:gd name="connsiteY14" fmla="*/ 215668 h 594946"/>
              <a:gd name="connsiteX15" fmla="*/ 248795 w 540860"/>
              <a:gd name="connsiteY15" fmla="*/ 237302 h 594946"/>
              <a:gd name="connsiteX16" fmla="*/ 270429 w 540860"/>
              <a:gd name="connsiteY16" fmla="*/ 258936 h 594946"/>
              <a:gd name="connsiteX17" fmla="*/ 292064 w 540860"/>
              <a:gd name="connsiteY17" fmla="*/ 237302 h 594946"/>
              <a:gd name="connsiteX18" fmla="*/ 270429 w 540860"/>
              <a:gd name="connsiteY18" fmla="*/ 215668 h 594946"/>
              <a:gd name="connsiteX19" fmla="*/ 271105 w 540860"/>
              <a:gd name="connsiteY19" fmla="*/ 147384 h 594946"/>
              <a:gd name="connsiteX20" fmla="*/ 358995 w 540860"/>
              <a:gd name="connsiteY20" fmla="*/ 235274 h 594946"/>
              <a:gd name="connsiteX21" fmla="*/ 358995 w 540860"/>
              <a:gd name="connsiteY21" fmla="*/ 256908 h 594946"/>
              <a:gd name="connsiteX22" fmla="*/ 337361 w 540860"/>
              <a:gd name="connsiteY22" fmla="*/ 278543 h 594946"/>
              <a:gd name="connsiteX23" fmla="*/ 304233 w 540860"/>
              <a:gd name="connsiteY23" fmla="*/ 263669 h 594946"/>
              <a:gd name="connsiteX24" fmla="*/ 248119 w 540860"/>
              <a:gd name="connsiteY24" fmla="*/ 272458 h 594946"/>
              <a:gd name="connsiteX25" fmla="*/ 229865 w 540860"/>
              <a:gd name="connsiteY25" fmla="*/ 219048 h 594946"/>
              <a:gd name="connsiteX26" fmla="*/ 279218 w 540860"/>
              <a:gd name="connsiteY26" fmla="*/ 192005 h 594946"/>
              <a:gd name="connsiteX27" fmla="*/ 315050 w 540860"/>
              <a:gd name="connsiteY27" fmla="*/ 235950 h 594946"/>
              <a:gd name="connsiteX28" fmla="*/ 336685 w 540860"/>
              <a:gd name="connsiteY28" fmla="*/ 257584 h 594946"/>
              <a:gd name="connsiteX29" fmla="*/ 336685 w 540860"/>
              <a:gd name="connsiteY29" fmla="*/ 235950 h 594946"/>
              <a:gd name="connsiteX30" fmla="*/ 271105 w 540860"/>
              <a:gd name="connsiteY30" fmla="*/ 170371 h 594946"/>
              <a:gd name="connsiteX31" fmla="*/ 205526 w 540860"/>
              <a:gd name="connsiteY31" fmla="*/ 235950 h 594946"/>
              <a:gd name="connsiteX32" fmla="*/ 270429 w 540860"/>
              <a:gd name="connsiteY32" fmla="*/ 301529 h 594946"/>
              <a:gd name="connsiteX33" fmla="*/ 303557 w 540860"/>
              <a:gd name="connsiteY33" fmla="*/ 293416 h 594946"/>
              <a:gd name="connsiteX34" fmla="*/ 319107 w 540860"/>
              <a:gd name="connsiteY34" fmla="*/ 298149 h 594946"/>
              <a:gd name="connsiteX35" fmla="*/ 314374 w 540860"/>
              <a:gd name="connsiteY35" fmla="*/ 313698 h 594946"/>
              <a:gd name="connsiteX36" fmla="*/ 270429 w 540860"/>
              <a:gd name="connsiteY36" fmla="*/ 324516 h 594946"/>
              <a:gd name="connsiteX37" fmla="*/ 183216 w 540860"/>
              <a:gd name="connsiteY37" fmla="*/ 235274 h 594946"/>
              <a:gd name="connsiteX38" fmla="*/ 271105 w 540860"/>
              <a:gd name="connsiteY38" fmla="*/ 147384 h 594946"/>
              <a:gd name="connsiteX39" fmla="*/ 135215 w 540860"/>
              <a:gd name="connsiteY39" fmla="*/ 108172 h 594946"/>
              <a:gd name="connsiteX40" fmla="*/ 135215 w 540860"/>
              <a:gd name="connsiteY40" fmla="*/ 333305 h 594946"/>
              <a:gd name="connsiteX41" fmla="*/ 196062 w 540860"/>
              <a:gd name="connsiteY41" fmla="*/ 391447 h 594946"/>
              <a:gd name="connsiteX42" fmla="*/ 344798 w 540860"/>
              <a:gd name="connsiteY42" fmla="*/ 391447 h 594946"/>
              <a:gd name="connsiteX43" fmla="*/ 405645 w 540860"/>
              <a:gd name="connsiteY43" fmla="*/ 333305 h 594946"/>
              <a:gd name="connsiteX44" fmla="*/ 405645 w 540860"/>
              <a:gd name="connsiteY44" fmla="*/ 108172 h 594946"/>
              <a:gd name="connsiteX45" fmla="*/ 270430 w 540860"/>
              <a:gd name="connsiteY45" fmla="*/ 0 h 594946"/>
              <a:gd name="connsiteX46" fmla="*/ 351559 w 540860"/>
              <a:gd name="connsiteY46" fmla="*/ 67608 h 594946"/>
              <a:gd name="connsiteX47" fmla="*/ 446210 w 540860"/>
              <a:gd name="connsiteY47" fmla="*/ 67608 h 594946"/>
              <a:gd name="connsiteX48" fmla="*/ 446210 w 540860"/>
              <a:gd name="connsiteY48" fmla="*/ 126426 h 594946"/>
              <a:gd name="connsiteX49" fmla="*/ 540860 w 540860"/>
              <a:gd name="connsiteY49" fmla="*/ 217020 h 594946"/>
              <a:gd name="connsiteX50" fmla="*/ 540860 w 540860"/>
              <a:gd name="connsiteY50" fmla="*/ 594946 h 594946"/>
              <a:gd name="connsiteX51" fmla="*/ 0 w 540860"/>
              <a:gd name="connsiteY51" fmla="*/ 594946 h 594946"/>
              <a:gd name="connsiteX52" fmla="*/ 0 w 540860"/>
              <a:gd name="connsiteY52" fmla="*/ 217020 h 594946"/>
              <a:gd name="connsiteX53" fmla="*/ 94651 w 540860"/>
              <a:gd name="connsiteY53" fmla="*/ 127102 h 594946"/>
              <a:gd name="connsiteX54" fmla="*/ 94651 w 540860"/>
              <a:gd name="connsiteY54" fmla="*/ 67608 h 594946"/>
              <a:gd name="connsiteX55" fmla="*/ 189301 w 540860"/>
              <a:gd name="connsiteY55" fmla="*/ 67608 h 594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40860" h="594946">
                <a:moveTo>
                  <a:pt x="270768" y="393307"/>
                </a:moveTo>
                <a:cubicBezTo>
                  <a:pt x="247275" y="393307"/>
                  <a:pt x="223781" y="401927"/>
                  <a:pt x="205527" y="419167"/>
                </a:cubicBezTo>
                <a:lnTo>
                  <a:pt x="196062" y="427956"/>
                </a:lnTo>
                <a:lnTo>
                  <a:pt x="62199" y="554382"/>
                </a:lnTo>
                <a:lnTo>
                  <a:pt x="478661" y="554382"/>
                </a:lnTo>
                <a:lnTo>
                  <a:pt x="345474" y="427956"/>
                </a:lnTo>
                <a:lnTo>
                  <a:pt x="336009" y="419167"/>
                </a:lnTo>
                <a:cubicBezTo>
                  <a:pt x="317755" y="401927"/>
                  <a:pt x="294262" y="393307"/>
                  <a:pt x="270768" y="393307"/>
                </a:cubicBezTo>
                <a:close/>
                <a:moveTo>
                  <a:pt x="500296" y="281247"/>
                </a:moveTo>
                <a:lnTo>
                  <a:pt x="365081" y="409701"/>
                </a:lnTo>
                <a:lnTo>
                  <a:pt x="500296" y="538156"/>
                </a:lnTo>
                <a:close/>
                <a:moveTo>
                  <a:pt x="40565" y="280571"/>
                </a:moveTo>
                <a:lnTo>
                  <a:pt x="40565" y="537480"/>
                </a:lnTo>
                <a:lnTo>
                  <a:pt x="175780" y="409025"/>
                </a:lnTo>
                <a:close/>
                <a:moveTo>
                  <a:pt x="270429" y="215668"/>
                </a:moveTo>
                <a:cubicBezTo>
                  <a:pt x="258936" y="215668"/>
                  <a:pt x="248795" y="225133"/>
                  <a:pt x="248795" y="237302"/>
                </a:cubicBezTo>
                <a:cubicBezTo>
                  <a:pt x="248795" y="248795"/>
                  <a:pt x="258260" y="258936"/>
                  <a:pt x="270429" y="258936"/>
                </a:cubicBezTo>
                <a:cubicBezTo>
                  <a:pt x="282599" y="258936"/>
                  <a:pt x="292064" y="249471"/>
                  <a:pt x="292064" y="237302"/>
                </a:cubicBezTo>
                <a:cubicBezTo>
                  <a:pt x="292064" y="225133"/>
                  <a:pt x="282599" y="215668"/>
                  <a:pt x="270429" y="215668"/>
                </a:cubicBezTo>
                <a:close/>
                <a:moveTo>
                  <a:pt x="271105" y="147384"/>
                </a:moveTo>
                <a:cubicBezTo>
                  <a:pt x="319783" y="147384"/>
                  <a:pt x="358995" y="186596"/>
                  <a:pt x="358995" y="235274"/>
                </a:cubicBezTo>
                <a:lnTo>
                  <a:pt x="358995" y="256908"/>
                </a:lnTo>
                <a:cubicBezTo>
                  <a:pt x="358995" y="269078"/>
                  <a:pt x="349530" y="278543"/>
                  <a:pt x="337361" y="278543"/>
                </a:cubicBezTo>
                <a:cubicBezTo>
                  <a:pt x="324515" y="278543"/>
                  <a:pt x="312346" y="273134"/>
                  <a:pt x="304233" y="263669"/>
                </a:cubicBezTo>
                <a:cubicBezTo>
                  <a:pt x="290035" y="279895"/>
                  <a:pt x="266373" y="283275"/>
                  <a:pt x="248119" y="272458"/>
                </a:cubicBezTo>
                <a:cubicBezTo>
                  <a:pt x="229865" y="261641"/>
                  <a:pt x="222428" y="238654"/>
                  <a:pt x="229865" y="219048"/>
                </a:cubicBezTo>
                <a:cubicBezTo>
                  <a:pt x="237302" y="199442"/>
                  <a:pt x="258260" y="187949"/>
                  <a:pt x="279218" y="192005"/>
                </a:cubicBezTo>
                <a:cubicBezTo>
                  <a:pt x="300177" y="196061"/>
                  <a:pt x="315050" y="214315"/>
                  <a:pt x="315050" y="235950"/>
                </a:cubicBezTo>
                <a:cubicBezTo>
                  <a:pt x="315050" y="248119"/>
                  <a:pt x="324515" y="257584"/>
                  <a:pt x="336685" y="257584"/>
                </a:cubicBezTo>
                <a:lnTo>
                  <a:pt x="336685" y="235950"/>
                </a:lnTo>
                <a:cubicBezTo>
                  <a:pt x="336685" y="199442"/>
                  <a:pt x="306937" y="170371"/>
                  <a:pt x="271105" y="170371"/>
                </a:cubicBezTo>
                <a:cubicBezTo>
                  <a:pt x="235273" y="170371"/>
                  <a:pt x="205526" y="200118"/>
                  <a:pt x="205526" y="235950"/>
                </a:cubicBezTo>
                <a:cubicBezTo>
                  <a:pt x="204850" y="271782"/>
                  <a:pt x="234597" y="301529"/>
                  <a:pt x="270429" y="301529"/>
                </a:cubicBezTo>
                <a:cubicBezTo>
                  <a:pt x="281923" y="301529"/>
                  <a:pt x="293416" y="298825"/>
                  <a:pt x="303557" y="293416"/>
                </a:cubicBezTo>
                <a:cubicBezTo>
                  <a:pt x="308966" y="290712"/>
                  <a:pt x="315726" y="292740"/>
                  <a:pt x="319107" y="298149"/>
                </a:cubicBezTo>
                <a:cubicBezTo>
                  <a:pt x="321811" y="303557"/>
                  <a:pt x="319783" y="310318"/>
                  <a:pt x="314374" y="313698"/>
                </a:cubicBezTo>
                <a:cubicBezTo>
                  <a:pt x="300853" y="320459"/>
                  <a:pt x="285979" y="324516"/>
                  <a:pt x="270429" y="324516"/>
                </a:cubicBezTo>
                <a:cubicBezTo>
                  <a:pt x="221752" y="323840"/>
                  <a:pt x="182540" y="284627"/>
                  <a:pt x="183216" y="235274"/>
                </a:cubicBezTo>
                <a:cubicBezTo>
                  <a:pt x="183216" y="186596"/>
                  <a:pt x="222428" y="147384"/>
                  <a:pt x="271105" y="147384"/>
                </a:cubicBezTo>
                <a:close/>
                <a:moveTo>
                  <a:pt x="135215" y="108172"/>
                </a:moveTo>
                <a:lnTo>
                  <a:pt x="135215" y="333305"/>
                </a:lnTo>
                <a:lnTo>
                  <a:pt x="196062" y="391447"/>
                </a:lnTo>
                <a:cubicBezTo>
                  <a:pt x="240007" y="357644"/>
                  <a:pt x="300853" y="357644"/>
                  <a:pt x="344798" y="391447"/>
                </a:cubicBezTo>
                <a:lnTo>
                  <a:pt x="405645" y="333305"/>
                </a:lnTo>
                <a:lnTo>
                  <a:pt x="405645" y="108172"/>
                </a:lnTo>
                <a:close/>
                <a:moveTo>
                  <a:pt x="270430" y="0"/>
                </a:moveTo>
                <a:lnTo>
                  <a:pt x="351559" y="67608"/>
                </a:lnTo>
                <a:lnTo>
                  <a:pt x="446210" y="67608"/>
                </a:lnTo>
                <a:lnTo>
                  <a:pt x="446210" y="126426"/>
                </a:lnTo>
                <a:lnTo>
                  <a:pt x="540860" y="217020"/>
                </a:lnTo>
                <a:lnTo>
                  <a:pt x="540860" y="594946"/>
                </a:lnTo>
                <a:lnTo>
                  <a:pt x="0" y="594946"/>
                </a:lnTo>
                <a:lnTo>
                  <a:pt x="0" y="217020"/>
                </a:lnTo>
                <a:lnTo>
                  <a:pt x="94651" y="127102"/>
                </a:lnTo>
                <a:lnTo>
                  <a:pt x="94651" y="67608"/>
                </a:lnTo>
                <a:lnTo>
                  <a:pt x="189301" y="676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a:p>
        </p:txBody>
      </p:sp>
      <p:sp>
        <p:nvSpPr>
          <p:cNvPr id="11" name="Text Placeholder 10">
            <a:extLst>
              <a:ext uri="{FF2B5EF4-FFF2-40B4-BE49-F238E27FC236}">
                <a16:creationId xmlns:a16="http://schemas.microsoft.com/office/drawing/2014/main" id="{0A5C516E-37FE-FE29-E8D2-8893C69A5B90}"/>
              </a:ext>
            </a:extLst>
          </p:cNvPr>
          <p:cNvSpPr>
            <a:spLocks noGrp="1"/>
          </p:cNvSpPr>
          <p:nvPr>
            <p:ph type="body" sz="quarter" idx="42"/>
          </p:nvPr>
        </p:nvSpPr>
        <p:spPr>
          <a:xfrm>
            <a:off x="5825911" y="3715116"/>
            <a:ext cx="539842" cy="541115"/>
          </a:xfrm>
          <a:custGeom>
            <a:avLst/>
            <a:gdLst>
              <a:gd name="connsiteX0" fmla="*/ 417472 w 539842"/>
              <a:gd name="connsiteY0" fmla="*/ 321135 h 541115"/>
              <a:gd name="connsiteX1" fmla="*/ 438431 w 539842"/>
              <a:gd name="connsiteY1" fmla="*/ 329924 h 541115"/>
              <a:gd name="connsiteX2" fmla="*/ 531729 w 539842"/>
              <a:gd name="connsiteY2" fmla="*/ 423222 h 541115"/>
              <a:gd name="connsiteX3" fmla="*/ 539842 w 539842"/>
              <a:gd name="connsiteY3" fmla="*/ 444181 h 541115"/>
              <a:gd name="connsiteX4" fmla="*/ 531053 w 539842"/>
              <a:gd name="connsiteY4" fmla="*/ 465139 h 541115"/>
              <a:gd name="connsiteX5" fmla="*/ 520912 w 539842"/>
              <a:gd name="connsiteY5" fmla="*/ 475280 h 541115"/>
              <a:gd name="connsiteX6" fmla="*/ 386373 w 539842"/>
              <a:gd name="connsiteY6" fmla="*/ 340741 h 541115"/>
              <a:gd name="connsiteX7" fmla="*/ 396514 w 539842"/>
              <a:gd name="connsiteY7" fmla="*/ 329924 h 541115"/>
              <a:gd name="connsiteX8" fmla="*/ 417472 w 539842"/>
              <a:gd name="connsiteY8" fmla="*/ 321135 h 541115"/>
              <a:gd name="connsiteX9" fmla="*/ 44956 w 539842"/>
              <a:gd name="connsiteY9" fmla="*/ 39888 h 541115"/>
              <a:gd name="connsiteX10" fmla="*/ 179495 w 539842"/>
              <a:gd name="connsiteY10" fmla="*/ 174427 h 541115"/>
              <a:gd name="connsiteX11" fmla="*/ 158536 w 539842"/>
              <a:gd name="connsiteY11" fmla="*/ 194709 h 541115"/>
              <a:gd name="connsiteX12" fmla="*/ 154480 w 539842"/>
              <a:gd name="connsiteY12" fmla="*/ 204850 h 541115"/>
              <a:gd name="connsiteX13" fmla="*/ 158536 w 539842"/>
              <a:gd name="connsiteY13" fmla="*/ 214991 h 541115"/>
              <a:gd name="connsiteX14" fmla="*/ 326203 w 539842"/>
              <a:gd name="connsiteY14" fmla="*/ 381982 h 541115"/>
              <a:gd name="connsiteX15" fmla="*/ 336344 w 539842"/>
              <a:gd name="connsiteY15" fmla="*/ 386038 h 541115"/>
              <a:gd name="connsiteX16" fmla="*/ 346485 w 539842"/>
              <a:gd name="connsiteY16" fmla="*/ 381982 h 541115"/>
              <a:gd name="connsiteX17" fmla="*/ 366767 w 539842"/>
              <a:gd name="connsiteY17" fmla="*/ 361024 h 541115"/>
              <a:gd name="connsiteX18" fmla="*/ 500630 w 539842"/>
              <a:gd name="connsiteY18" fmla="*/ 495563 h 541115"/>
              <a:gd name="connsiteX19" fmla="*/ 482376 w 539842"/>
              <a:gd name="connsiteY19" fmla="*/ 513817 h 541115"/>
              <a:gd name="connsiteX20" fmla="*/ 413417 w 539842"/>
              <a:gd name="connsiteY20" fmla="*/ 540860 h 541115"/>
              <a:gd name="connsiteX21" fmla="*/ 305245 w 539842"/>
              <a:gd name="connsiteY21" fmla="*/ 509084 h 541115"/>
              <a:gd name="connsiteX22" fmla="*/ 262652 w 539842"/>
              <a:gd name="connsiteY22" fmla="*/ 482041 h 541115"/>
              <a:gd name="connsiteX23" fmla="*/ 56449 w 539842"/>
              <a:gd name="connsiteY23" fmla="*/ 269077 h 541115"/>
              <a:gd name="connsiteX24" fmla="*/ 15885 w 539842"/>
              <a:gd name="connsiteY24" fmla="*/ 198090 h 541115"/>
              <a:gd name="connsiteX25" fmla="*/ 335 w 539842"/>
              <a:gd name="connsiteY25" fmla="*/ 110200 h 541115"/>
              <a:gd name="connsiteX26" fmla="*/ 22645 w 539842"/>
              <a:gd name="connsiteY26" fmla="*/ 62198 h 541115"/>
              <a:gd name="connsiteX27" fmla="*/ 44956 w 539842"/>
              <a:gd name="connsiteY27" fmla="*/ 39888 h 541115"/>
              <a:gd name="connsiteX28" fmla="*/ 97013 w 539842"/>
              <a:gd name="connsiteY28" fmla="*/ 0 h 541115"/>
              <a:gd name="connsiteX29" fmla="*/ 117296 w 539842"/>
              <a:gd name="connsiteY29" fmla="*/ 8789 h 541115"/>
              <a:gd name="connsiteX30" fmla="*/ 210594 w 539842"/>
              <a:gd name="connsiteY30" fmla="*/ 101411 h 541115"/>
              <a:gd name="connsiteX31" fmla="*/ 219383 w 539842"/>
              <a:gd name="connsiteY31" fmla="*/ 122370 h 541115"/>
              <a:gd name="connsiteX32" fmla="*/ 210594 w 539842"/>
              <a:gd name="connsiteY32" fmla="*/ 143328 h 541115"/>
              <a:gd name="connsiteX33" fmla="*/ 200453 w 539842"/>
              <a:gd name="connsiteY33" fmla="*/ 153469 h 541115"/>
              <a:gd name="connsiteX34" fmla="*/ 65914 w 539842"/>
              <a:gd name="connsiteY34" fmla="*/ 18930 h 541115"/>
              <a:gd name="connsiteX35" fmla="*/ 76055 w 539842"/>
              <a:gd name="connsiteY35" fmla="*/ 8789 h 541115"/>
              <a:gd name="connsiteX36" fmla="*/ 97013 w 539842"/>
              <a:gd name="connsiteY36" fmla="*/ 0 h 54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39842" h="541115">
                <a:moveTo>
                  <a:pt x="417472" y="321135"/>
                </a:moveTo>
                <a:cubicBezTo>
                  <a:pt x="425585" y="321135"/>
                  <a:pt x="433022" y="324515"/>
                  <a:pt x="438431" y="329924"/>
                </a:cubicBezTo>
                <a:lnTo>
                  <a:pt x="531729" y="423222"/>
                </a:lnTo>
                <a:cubicBezTo>
                  <a:pt x="537138" y="428631"/>
                  <a:pt x="539842" y="436068"/>
                  <a:pt x="539842" y="444181"/>
                </a:cubicBezTo>
                <a:cubicBezTo>
                  <a:pt x="539842" y="452294"/>
                  <a:pt x="536462" y="459730"/>
                  <a:pt x="531053" y="465139"/>
                </a:cubicBezTo>
                <a:lnTo>
                  <a:pt x="520912" y="475280"/>
                </a:lnTo>
                <a:lnTo>
                  <a:pt x="386373" y="340741"/>
                </a:lnTo>
                <a:lnTo>
                  <a:pt x="396514" y="329924"/>
                </a:lnTo>
                <a:cubicBezTo>
                  <a:pt x="401923" y="324515"/>
                  <a:pt x="409360" y="321135"/>
                  <a:pt x="417472" y="321135"/>
                </a:cubicBezTo>
                <a:close/>
                <a:moveTo>
                  <a:pt x="44956" y="39888"/>
                </a:moveTo>
                <a:lnTo>
                  <a:pt x="179495" y="174427"/>
                </a:lnTo>
                <a:lnTo>
                  <a:pt x="158536" y="194709"/>
                </a:lnTo>
                <a:cubicBezTo>
                  <a:pt x="155832" y="197413"/>
                  <a:pt x="154480" y="201470"/>
                  <a:pt x="154480" y="204850"/>
                </a:cubicBezTo>
                <a:cubicBezTo>
                  <a:pt x="154480" y="208231"/>
                  <a:pt x="155832" y="212287"/>
                  <a:pt x="158536" y="214991"/>
                </a:cubicBezTo>
                <a:lnTo>
                  <a:pt x="326203" y="381982"/>
                </a:lnTo>
                <a:cubicBezTo>
                  <a:pt x="328907" y="384686"/>
                  <a:pt x="332964" y="386038"/>
                  <a:pt x="336344" y="386038"/>
                </a:cubicBezTo>
                <a:cubicBezTo>
                  <a:pt x="339724" y="386038"/>
                  <a:pt x="343781" y="384686"/>
                  <a:pt x="346485" y="381982"/>
                </a:cubicBezTo>
                <a:lnTo>
                  <a:pt x="366767" y="361024"/>
                </a:lnTo>
                <a:lnTo>
                  <a:pt x="500630" y="495563"/>
                </a:lnTo>
                <a:lnTo>
                  <a:pt x="482376" y="513817"/>
                </a:lnTo>
                <a:cubicBezTo>
                  <a:pt x="464798" y="532747"/>
                  <a:pt x="439107" y="542888"/>
                  <a:pt x="413417" y="540860"/>
                </a:cubicBezTo>
                <a:cubicBezTo>
                  <a:pt x="374880" y="538155"/>
                  <a:pt x="339048" y="525986"/>
                  <a:pt x="305245" y="509084"/>
                </a:cubicBezTo>
                <a:cubicBezTo>
                  <a:pt x="290371" y="500971"/>
                  <a:pt x="276173" y="492182"/>
                  <a:pt x="262652" y="482041"/>
                </a:cubicBezTo>
                <a:cubicBezTo>
                  <a:pt x="181523" y="424575"/>
                  <a:pt x="111887" y="352235"/>
                  <a:pt x="56449" y="269077"/>
                </a:cubicBezTo>
                <a:cubicBezTo>
                  <a:pt x="40899" y="246767"/>
                  <a:pt x="26702" y="223104"/>
                  <a:pt x="15885" y="198090"/>
                </a:cubicBezTo>
                <a:cubicBezTo>
                  <a:pt x="5743" y="169694"/>
                  <a:pt x="-1693" y="140623"/>
                  <a:pt x="335" y="110200"/>
                </a:cubicBezTo>
                <a:cubicBezTo>
                  <a:pt x="1011" y="91946"/>
                  <a:pt x="9124" y="75044"/>
                  <a:pt x="22645" y="62198"/>
                </a:cubicBezTo>
                <a:cubicBezTo>
                  <a:pt x="28054" y="56790"/>
                  <a:pt x="36167" y="48677"/>
                  <a:pt x="44956" y="39888"/>
                </a:cubicBezTo>
                <a:close/>
                <a:moveTo>
                  <a:pt x="97013" y="0"/>
                </a:moveTo>
                <a:cubicBezTo>
                  <a:pt x="104450" y="0"/>
                  <a:pt x="111887" y="3380"/>
                  <a:pt x="117296" y="8789"/>
                </a:cubicBezTo>
                <a:lnTo>
                  <a:pt x="210594" y="101411"/>
                </a:lnTo>
                <a:cubicBezTo>
                  <a:pt x="216003" y="106820"/>
                  <a:pt x="219383" y="114257"/>
                  <a:pt x="219383" y="122370"/>
                </a:cubicBezTo>
                <a:cubicBezTo>
                  <a:pt x="219383" y="130482"/>
                  <a:pt x="216003" y="137919"/>
                  <a:pt x="210594" y="143328"/>
                </a:cubicBezTo>
                <a:lnTo>
                  <a:pt x="200453" y="153469"/>
                </a:lnTo>
                <a:lnTo>
                  <a:pt x="65914" y="18930"/>
                </a:lnTo>
                <a:lnTo>
                  <a:pt x="76055" y="8789"/>
                </a:lnTo>
                <a:cubicBezTo>
                  <a:pt x="81464" y="3380"/>
                  <a:pt x="89577" y="0"/>
                  <a:pt x="9701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a:p>
        </p:txBody>
      </p:sp>
      <p:sp>
        <p:nvSpPr>
          <p:cNvPr id="12" name="Text Placeholder 11">
            <a:extLst>
              <a:ext uri="{FF2B5EF4-FFF2-40B4-BE49-F238E27FC236}">
                <a16:creationId xmlns:a16="http://schemas.microsoft.com/office/drawing/2014/main" id="{567C01B7-7FCB-6F35-4A4C-02BB1C499ABA}"/>
              </a:ext>
            </a:extLst>
          </p:cNvPr>
          <p:cNvSpPr>
            <a:spLocks noGrp="1"/>
          </p:cNvSpPr>
          <p:nvPr>
            <p:ph type="body" sz="quarter" idx="41"/>
          </p:nvPr>
        </p:nvSpPr>
        <p:spPr>
          <a:xfrm>
            <a:off x="5954486" y="4874403"/>
            <a:ext cx="283026" cy="459731"/>
          </a:xfrm>
          <a:custGeom>
            <a:avLst/>
            <a:gdLst>
              <a:gd name="connsiteX0" fmla="*/ 141514 w 283026"/>
              <a:gd name="connsiteY0" fmla="*/ 81129 h 459731"/>
              <a:gd name="connsiteX1" fmla="*/ 80667 w 283026"/>
              <a:gd name="connsiteY1" fmla="*/ 141976 h 459731"/>
              <a:gd name="connsiteX2" fmla="*/ 141514 w 283026"/>
              <a:gd name="connsiteY2" fmla="*/ 202823 h 459731"/>
              <a:gd name="connsiteX3" fmla="*/ 202361 w 283026"/>
              <a:gd name="connsiteY3" fmla="*/ 141976 h 459731"/>
              <a:gd name="connsiteX4" fmla="*/ 141514 w 283026"/>
              <a:gd name="connsiteY4" fmla="*/ 81129 h 459731"/>
              <a:gd name="connsiteX5" fmla="*/ 141514 w 283026"/>
              <a:gd name="connsiteY5" fmla="*/ 0 h 459731"/>
              <a:gd name="connsiteX6" fmla="*/ 258475 w 283026"/>
              <a:gd name="connsiteY6" fmla="*/ 62199 h 459731"/>
              <a:gd name="connsiteX7" fmla="*/ 273348 w 283026"/>
              <a:gd name="connsiteY7" fmla="*/ 194034 h 459731"/>
              <a:gd name="connsiteX8" fmla="*/ 209121 w 283026"/>
              <a:gd name="connsiteY8" fmla="*/ 336009 h 459731"/>
              <a:gd name="connsiteX9" fmla="*/ 153683 w 283026"/>
              <a:gd name="connsiteY9" fmla="*/ 452294 h 459731"/>
              <a:gd name="connsiteX10" fmla="*/ 141514 w 283026"/>
              <a:gd name="connsiteY10" fmla="*/ 459731 h 459731"/>
              <a:gd name="connsiteX11" fmla="*/ 129344 w 283026"/>
              <a:gd name="connsiteY11" fmla="*/ 452294 h 459731"/>
              <a:gd name="connsiteX12" fmla="*/ 73906 w 283026"/>
              <a:gd name="connsiteY12" fmla="*/ 336009 h 459731"/>
              <a:gd name="connsiteX13" fmla="*/ 9679 w 283026"/>
              <a:gd name="connsiteY13" fmla="*/ 194034 h 459731"/>
              <a:gd name="connsiteX14" fmla="*/ 24553 w 283026"/>
              <a:gd name="connsiteY14" fmla="*/ 62199 h 459731"/>
              <a:gd name="connsiteX15" fmla="*/ 141514 w 283026"/>
              <a:gd name="connsiteY15" fmla="*/ 0 h 45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3026" h="459731">
                <a:moveTo>
                  <a:pt x="141514" y="81129"/>
                </a:moveTo>
                <a:cubicBezTo>
                  <a:pt x="107710" y="81129"/>
                  <a:pt x="80667" y="108172"/>
                  <a:pt x="80667" y="141976"/>
                </a:cubicBezTo>
                <a:cubicBezTo>
                  <a:pt x="80667" y="175780"/>
                  <a:pt x="107710" y="202823"/>
                  <a:pt x="141514" y="202823"/>
                </a:cubicBezTo>
                <a:cubicBezTo>
                  <a:pt x="175318" y="202823"/>
                  <a:pt x="202361" y="175780"/>
                  <a:pt x="202361" y="141976"/>
                </a:cubicBezTo>
                <a:cubicBezTo>
                  <a:pt x="202361" y="108172"/>
                  <a:pt x="175318" y="81129"/>
                  <a:pt x="141514" y="81129"/>
                </a:cubicBezTo>
                <a:close/>
                <a:moveTo>
                  <a:pt x="141514" y="0"/>
                </a:moveTo>
                <a:cubicBezTo>
                  <a:pt x="188163" y="0"/>
                  <a:pt x="232108" y="22987"/>
                  <a:pt x="258475" y="62199"/>
                </a:cubicBezTo>
                <a:cubicBezTo>
                  <a:pt x="284842" y="100735"/>
                  <a:pt x="290250" y="150089"/>
                  <a:pt x="273348" y="194034"/>
                </a:cubicBezTo>
                <a:lnTo>
                  <a:pt x="209121" y="336009"/>
                </a:lnTo>
                <a:lnTo>
                  <a:pt x="153683" y="452294"/>
                </a:lnTo>
                <a:cubicBezTo>
                  <a:pt x="151655" y="457027"/>
                  <a:pt x="146922" y="459731"/>
                  <a:pt x="141514" y="459731"/>
                </a:cubicBezTo>
                <a:cubicBezTo>
                  <a:pt x="136105" y="459731"/>
                  <a:pt x="131373" y="457027"/>
                  <a:pt x="129344" y="452294"/>
                </a:cubicBezTo>
                <a:lnTo>
                  <a:pt x="73906" y="336009"/>
                </a:lnTo>
                <a:lnTo>
                  <a:pt x="9679" y="194034"/>
                </a:lnTo>
                <a:cubicBezTo>
                  <a:pt x="-7223" y="150089"/>
                  <a:pt x="-1814" y="100735"/>
                  <a:pt x="24553" y="62199"/>
                </a:cubicBezTo>
                <a:cubicBezTo>
                  <a:pt x="50920" y="22987"/>
                  <a:pt x="94865" y="0"/>
                  <a:pt x="1415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a:p>
        </p:txBody>
      </p:sp>
    </p:spTree>
    <p:extLst>
      <p:ext uri="{BB962C8B-B14F-4D97-AF65-F5344CB8AC3E}">
        <p14:creationId xmlns:p14="http://schemas.microsoft.com/office/powerpoint/2010/main" val="2458434982"/>
      </p:ext>
    </p:extLst>
  </p:cSld>
  <p:clrMapOvr>
    <a:masterClrMapping/>
  </p:clrMapOvr>
  <p:transition>
    <p:cove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S06V1">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986CB4B-8D0F-4F5D-E6A8-37A1BE8D903C}"/>
              </a:ext>
            </a:extLst>
          </p:cNvPr>
          <p:cNvSpPr>
            <a:spLocks noGrp="1"/>
          </p:cNvSpPr>
          <p:nvPr>
            <p:ph type="body" sz="quarter" idx="12"/>
          </p:nvPr>
        </p:nvSpPr>
        <p:spPr>
          <a:xfrm>
            <a:off x="4079875" y="4909237"/>
            <a:ext cx="6080125" cy="1364562"/>
          </a:xfrm>
        </p:spPr>
        <p:txBody>
          <a:bodyPr anchor="t" anchorCtr="0">
            <a:noAutofit/>
          </a:bodyPr>
          <a:lstStyle>
            <a:lvl1pPr algn="r">
              <a:lnSpc>
                <a:spcPct val="150000"/>
              </a:lnSpc>
              <a:spcBef>
                <a:spcPts val="0"/>
              </a:spcBef>
              <a:defRPr sz="1800"/>
            </a:lvl1pPr>
          </a:lstStyle>
          <a:p>
            <a:pPr lvl="0"/>
            <a:r>
              <a:rPr lang="en-US"/>
              <a:t>Click to edit Master text styles</a:t>
            </a:r>
          </a:p>
        </p:txBody>
      </p:sp>
      <p:cxnSp>
        <p:nvCxnSpPr>
          <p:cNvPr id="4" name="Straight Connector 3">
            <a:extLst>
              <a:ext uri="{FF2B5EF4-FFF2-40B4-BE49-F238E27FC236}">
                <a16:creationId xmlns:a16="http://schemas.microsoft.com/office/drawing/2014/main" id="{C6711E10-61DA-0C4E-6449-6C1C595C3EE0}"/>
              </a:ext>
            </a:extLst>
          </p:cNvPr>
          <p:cNvCxnSpPr>
            <a:cxnSpLocks/>
          </p:cNvCxnSpPr>
          <p:nvPr userDrawn="1"/>
        </p:nvCxnSpPr>
        <p:spPr>
          <a:xfrm>
            <a:off x="8610000" y="4754735"/>
            <a:ext cx="144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36501A14-3AE7-B43F-7906-530D98D6A58C}"/>
              </a:ext>
            </a:extLst>
          </p:cNvPr>
          <p:cNvSpPr>
            <a:spLocks noGrp="1"/>
          </p:cNvSpPr>
          <p:nvPr>
            <p:ph type="ctrTitle"/>
          </p:nvPr>
        </p:nvSpPr>
        <p:spPr>
          <a:xfrm>
            <a:off x="2027238" y="2681328"/>
            <a:ext cx="8137525" cy="1918905"/>
          </a:xfrm>
        </p:spPr>
        <p:txBody>
          <a:bodyPr anchor="b">
            <a:noAutofit/>
          </a:bodyPr>
          <a:lstStyle>
            <a:lvl1pPr algn="r">
              <a:defRPr sz="6600"/>
            </a:lvl1pPr>
          </a:lstStyle>
          <a:p>
            <a:r>
              <a:rPr lang="en-US"/>
              <a:t>Click to edit Master title style</a:t>
            </a:r>
          </a:p>
        </p:txBody>
      </p:sp>
      <p:sp>
        <p:nvSpPr>
          <p:cNvPr id="2" name="Footer Placeholder 2">
            <a:extLst>
              <a:ext uri="{FF2B5EF4-FFF2-40B4-BE49-F238E27FC236}">
                <a16:creationId xmlns:a16="http://schemas.microsoft.com/office/drawing/2014/main" id="{B5B859C5-4116-6170-969B-8FCA477F4F4A}"/>
              </a:ext>
            </a:extLst>
          </p:cNvPr>
          <p:cNvSpPr>
            <a:spLocks noGrp="1"/>
          </p:cNvSpPr>
          <p:nvPr>
            <p:ph type="ftr" sz="quarter" idx="10"/>
          </p:nvPr>
        </p:nvSpPr>
        <p:spPr>
          <a:xfrm rot="16200000">
            <a:off x="10053420" y="2182593"/>
            <a:ext cx="3667561" cy="469900"/>
          </a:xfrm>
        </p:spPr>
        <p:txBody>
          <a:bodyPr/>
          <a:lstStyle/>
          <a:p>
            <a:r>
              <a:rPr lang="en-ID"/>
              <a:t>PRESENTATION TITLE</a:t>
            </a:r>
          </a:p>
        </p:txBody>
      </p:sp>
    </p:spTree>
    <p:extLst>
      <p:ext uri="{BB962C8B-B14F-4D97-AF65-F5344CB8AC3E}">
        <p14:creationId xmlns:p14="http://schemas.microsoft.com/office/powerpoint/2010/main" val="3932928344"/>
      </p:ext>
    </p:extLst>
  </p:cSld>
  <p:clrMapOvr>
    <a:masterClrMapping/>
  </p:clrMapOvr>
  <p:transition>
    <p:cove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S06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05D570-0790-413B-5C88-0435CC3CB2E0}"/>
              </a:ext>
            </a:extLst>
          </p:cNvPr>
          <p:cNvSpPr/>
          <p:nvPr userDrawn="1"/>
        </p:nvSpPr>
        <p:spPr>
          <a:xfrm>
            <a:off x="0" y="1844040"/>
            <a:ext cx="10160000" cy="31699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7">
            <a:extLst>
              <a:ext uri="{FF2B5EF4-FFF2-40B4-BE49-F238E27FC236}">
                <a16:creationId xmlns:a16="http://schemas.microsoft.com/office/drawing/2014/main" id="{4986CB4B-8D0F-4F5D-E6A8-37A1BE8D903C}"/>
              </a:ext>
            </a:extLst>
          </p:cNvPr>
          <p:cNvSpPr>
            <a:spLocks noGrp="1"/>
          </p:cNvSpPr>
          <p:nvPr>
            <p:ph type="body" sz="quarter" idx="12"/>
          </p:nvPr>
        </p:nvSpPr>
        <p:spPr>
          <a:xfrm>
            <a:off x="587377" y="4276723"/>
            <a:ext cx="9211944" cy="546737"/>
          </a:xfrm>
        </p:spPr>
        <p:txBody>
          <a:bodyPr anchor="t" anchorCtr="0">
            <a:noAutofit/>
          </a:bodyPr>
          <a:lstStyle>
            <a:lvl1pPr algn="r">
              <a:lnSpc>
                <a:spcPct val="100000"/>
              </a:lnSpc>
              <a:spcBef>
                <a:spcPts val="0"/>
              </a:spcBef>
              <a:defRPr sz="1800">
                <a:solidFill>
                  <a:schemeClr val="bg1"/>
                </a:solidFill>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C6711E10-61DA-0C4E-6449-6C1C595C3EE0}"/>
              </a:ext>
            </a:extLst>
          </p:cNvPr>
          <p:cNvCxnSpPr>
            <a:cxnSpLocks/>
          </p:cNvCxnSpPr>
          <p:nvPr userDrawn="1"/>
        </p:nvCxnSpPr>
        <p:spPr>
          <a:xfrm>
            <a:off x="8359320" y="4040700"/>
            <a:ext cx="1440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36501A14-3AE7-B43F-7906-530D98D6A58C}"/>
              </a:ext>
            </a:extLst>
          </p:cNvPr>
          <p:cNvSpPr>
            <a:spLocks noGrp="1"/>
          </p:cNvSpPr>
          <p:nvPr>
            <p:ph type="ctrTitle"/>
          </p:nvPr>
        </p:nvSpPr>
        <p:spPr>
          <a:xfrm>
            <a:off x="587376" y="2029854"/>
            <a:ext cx="9211944" cy="1774823"/>
          </a:xfrm>
        </p:spPr>
        <p:txBody>
          <a:bodyPr anchor="ctr">
            <a:noAutofit/>
          </a:bodyPr>
          <a:lstStyle>
            <a:lvl1pPr algn="r">
              <a:defRPr sz="6600">
                <a:solidFill>
                  <a:schemeClr val="bg1"/>
                </a:solidFill>
              </a:defRPr>
            </a:lvl1pPr>
          </a:lstStyle>
          <a:p>
            <a:r>
              <a:rPr lang="en-US"/>
              <a:t>Click to edit Master title style</a:t>
            </a:r>
          </a:p>
        </p:txBody>
      </p:sp>
      <p:sp>
        <p:nvSpPr>
          <p:cNvPr id="2" name="Footer Placeholder 2">
            <a:extLst>
              <a:ext uri="{FF2B5EF4-FFF2-40B4-BE49-F238E27FC236}">
                <a16:creationId xmlns:a16="http://schemas.microsoft.com/office/drawing/2014/main" id="{B5B859C5-4116-6170-969B-8FCA477F4F4A}"/>
              </a:ext>
            </a:extLst>
          </p:cNvPr>
          <p:cNvSpPr>
            <a:spLocks noGrp="1"/>
          </p:cNvSpPr>
          <p:nvPr>
            <p:ph type="ftr" sz="quarter" idx="10"/>
          </p:nvPr>
        </p:nvSpPr>
        <p:spPr>
          <a:xfrm rot="16200000">
            <a:off x="10053420" y="2182593"/>
            <a:ext cx="3667561" cy="469900"/>
          </a:xfrm>
        </p:spPr>
        <p:txBody>
          <a:bodyPr/>
          <a:lstStyle/>
          <a:p>
            <a:r>
              <a:rPr lang="en-ID"/>
              <a:t>PRESENTATION TITLE</a:t>
            </a:r>
          </a:p>
        </p:txBody>
      </p:sp>
    </p:spTree>
    <p:extLst>
      <p:ext uri="{BB962C8B-B14F-4D97-AF65-F5344CB8AC3E}">
        <p14:creationId xmlns:p14="http://schemas.microsoft.com/office/powerpoint/2010/main" val="4042041355"/>
      </p:ext>
    </p:extLst>
  </p:cSld>
  <p:clrMapOvr>
    <a:masterClrMapping/>
  </p:clrMapOvr>
  <p:transition>
    <p:cove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ank You S06V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05D570-0790-413B-5C88-0435CC3CB2E0}"/>
              </a:ext>
            </a:extLst>
          </p:cNvPr>
          <p:cNvSpPr/>
          <p:nvPr userDrawn="1"/>
        </p:nvSpPr>
        <p:spPr>
          <a:xfrm>
            <a:off x="587374" y="584200"/>
            <a:ext cx="9572625" cy="568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7">
            <a:extLst>
              <a:ext uri="{FF2B5EF4-FFF2-40B4-BE49-F238E27FC236}">
                <a16:creationId xmlns:a16="http://schemas.microsoft.com/office/drawing/2014/main" id="{4986CB4B-8D0F-4F5D-E6A8-37A1BE8D903C}"/>
              </a:ext>
            </a:extLst>
          </p:cNvPr>
          <p:cNvSpPr>
            <a:spLocks noGrp="1"/>
          </p:cNvSpPr>
          <p:nvPr>
            <p:ph type="body" sz="quarter" idx="12"/>
          </p:nvPr>
        </p:nvSpPr>
        <p:spPr>
          <a:xfrm>
            <a:off x="1090296" y="5053963"/>
            <a:ext cx="5005704" cy="546737"/>
          </a:xfrm>
        </p:spPr>
        <p:txBody>
          <a:bodyPr anchor="t" anchorCtr="0">
            <a:noAutofit/>
          </a:bodyPr>
          <a:lstStyle>
            <a:lvl1pPr algn="l">
              <a:lnSpc>
                <a:spcPct val="100000"/>
              </a:lnSpc>
              <a:spcBef>
                <a:spcPts val="0"/>
              </a:spcBef>
              <a:defRPr sz="1800">
                <a:solidFill>
                  <a:schemeClr val="bg1"/>
                </a:solidFill>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C6711E10-61DA-0C4E-6449-6C1C595C3EE0}"/>
              </a:ext>
            </a:extLst>
          </p:cNvPr>
          <p:cNvCxnSpPr>
            <a:cxnSpLocks/>
          </p:cNvCxnSpPr>
          <p:nvPr userDrawn="1"/>
        </p:nvCxnSpPr>
        <p:spPr>
          <a:xfrm>
            <a:off x="1090296" y="4817940"/>
            <a:ext cx="78248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36501A14-3AE7-B43F-7906-530D98D6A58C}"/>
              </a:ext>
            </a:extLst>
          </p:cNvPr>
          <p:cNvSpPr>
            <a:spLocks noGrp="1"/>
          </p:cNvSpPr>
          <p:nvPr>
            <p:ph type="ctrTitle" hasCustomPrompt="1"/>
          </p:nvPr>
        </p:nvSpPr>
        <p:spPr>
          <a:xfrm>
            <a:off x="1090296" y="1531620"/>
            <a:ext cx="5005704" cy="3050297"/>
          </a:xfrm>
        </p:spPr>
        <p:txBody>
          <a:bodyPr anchor="b">
            <a:noAutofit/>
          </a:bodyPr>
          <a:lstStyle>
            <a:lvl1pPr algn="l">
              <a:defRPr sz="6600">
                <a:solidFill>
                  <a:schemeClr val="bg1"/>
                </a:solidFill>
              </a:defRPr>
            </a:lvl1pPr>
          </a:lstStyle>
          <a:p>
            <a:r>
              <a:rPr lang="en-US"/>
              <a:t>Click to edit title style</a:t>
            </a:r>
          </a:p>
        </p:txBody>
      </p:sp>
      <p:sp>
        <p:nvSpPr>
          <p:cNvPr id="2" name="Footer Placeholder 2">
            <a:extLst>
              <a:ext uri="{FF2B5EF4-FFF2-40B4-BE49-F238E27FC236}">
                <a16:creationId xmlns:a16="http://schemas.microsoft.com/office/drawing/2014/main" id="{B5B859C5-4116-6170-969B-8FCA477F4F4A}"/>
              </a:ext>
            </a:extLst>
          </p:cNvPr>
          <p:cNvSpPr>
            <a:spLocks noGrp="1"/>
          </p:cNvSpPr>
          <p:nvPr>
            <p:ph type="ftr" sz="quarter" idx="10"/>
          </p:nvPr>
        </p:nvSpPr>
        <p:spPr>
          <a:xfrm rot="16200000">
            <a:off x="10053420" y="2182593"/>
            <a:ext cx="3667561" cy="469900"/>
          </a:xfrm>
        </p:spPr>
        <p:txBody>
          <a:bodyPr/>
          <a:lstStyle/>
          <a:p>
            <a:r>
              <a:rPr lang="en-ID"/>
              <a:t>PRESENTATION TITLE</a:t>
            </a:r>
          </a:p>
        </p:txBody>
      </p:sp>
      <p:sp>
        <p:nvSpPr>
          <p:cNvPr id="8" name="Picture Placeholder 5">
            <a:extLst>
              <a:ext uri="{FF2B5EF4-FFF2-40B4-BE49-F238E27FC236}">
                <a16:creationId xmlns:a16="http://schemas.microsoft.com/office/drawing/2014/main" id="{87F563DA-38D0-622E-BA6B-9C6126839793}"/>
              </a:ext>
            </a:extLst>
          </p:cNvPr>
          <p:cNvSpPr>
            <a:spLocks noGrp="1"/>
          </p:cNvSpPr>
          <p:nvPr>
            <p:ph type="pic" sz="quarter" idx="13"/>
          </p:nvPr>
        </p:nvSpPr>
        <p:spPr>
          <a:xfrm>
            <a:off x="6256020" y="920750"/>
            <a:ext cx="5204143" cy="5016500"/>
          </a:xfrm>
        </p:spPr>
        <p:txBody>
          <a:bodyPr/>
          <a:lstStyle/>
          <a:p>
            <a:endParaRPr lang="en-ID"/>
          </a:p>
        </p:txBody>
      </p:sp>
    </p:spTree>
    <p:extLst>
      <p:ext uri="{BB962C8B-B14F-4D97-AF65-F5344CB8AC3E}">
        <p14:creationId xmlns:p14="http://schemas.microsoft.com/office/powerpoint/2010/main" val="3102232949"/>
      </p:ext>
    </p:extLst>
  </p:cSld>
  <p:clrMapOvr>
    <a:masterClrMapping/>
  </p:clrMapOvr>
  <p:transition>
    <p:cove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 Text Box T20V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5E2A2-57CA-76B4-7FC7-0E7E733D4B24}"/>
              </a:ext>
            </a:extLst>
          </p:cNvPr>
          <p:cNvSpPr>
            <a:spLocks noGrp="1"/>
          </p:cNvSpPr>
          <p:nvPr>
            <p:ph type="title"/>
          </p:nvPr>
        </p:nvSpPr>
        <p:spPr>
          <a:xfrm>
            <a:off x="594733" y="585048"/>
            <a:ext cx="5139174" cy="2020734"/>
          </a:xfrm>
        </p:spPr>
        <p:txBody>
          <a:bodyPr anchor="b">
            <a:noAutofit/>
          </a:bodyPr>
          <a:lstStyle/>
          <a:p>
            <a:r>
              <a:rPr lang="en-US"/>
              <a:t>Click to edit Master title style</a:t>
            </a:r>
            <a:endParaRPr lang="en-ID"/>
          </a:p>
        </p:txBody>
      </p:sp>
      <p:sp>
        <p:nvSpPr>
          <p:cNvPr id="3" name="Footer Placeholder 2">
            <a:extLst>
              <a:ext uri="{FF2B5EF4-FFF2-40B4-BE49-F238E27FC236}">
                <a16:creationId xmlns:a16="http://schemas.microsoft.com/office/drawing/2014/main" id="{D5902CC6-0866-F6F1-FFC1-330B30DD7393}"/>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4CCFEAA7-A226-2E50-AD23-5FE2A5B98604}"/>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C69D59CD-16F0-1FCD-4958-4D1937859515}"/>
              </a:ext>
            </a:extLst>
          </p:cNvPr>
          <p:cNvSpPr>
            <a:spLocks noGrp="1"/>
          </p:cNvSpPr>
          <p:nvPr>
            <p:ph type="pic" sz="quarter" idx="12"/>
          </p:nvPr>
        </p:nvSpPr>
        <p:spPr>
          <a:xfrm>
            <a:off x="6096000" y="584200"/>
            <a:ext cx="5486399" cy="5689600"/>
          </a:xfrm>
        </p:spPr>
        <p:txBody>
          <a:bodyPr/>
          <a:lstStyle/>
          <a:p>
            <a:endParaRPr lang="en-ID"/>
          </a:p>
        </p:txBody>
      </p:sp>
      <p:sp>
        <p:nvSpPr>
          <p:cNvPr id="8" name="Text Placeholder 7">
            <a:extLst>
              <a:ext uri="{FF2B5EF4-FFF2-40B4-BE49-F238E27FC236}">
                <a16:creationId xmlns:a16="http://schemas.microsoft.com/office/drawing/2014/main" id="{D1694355-D2F1-6177-CA10-2FB2BDCA94FF}"/>
              </a:ext>
            </a:extLst>
          </p:cNvPr>
          <p:cNvSpPr>
            <a:spLocks noGrp="1"/>
          </p:cNvSpPr>
          <p:nvPr>
            <p:ph type="body" sz="quarter" idx="13"/>
          </p:nvPr>
        </p:nvSpPr>
        <p:spPr>
          <a:xfrm>
            <a:off x="594733" y="3044021"/>
            <a:ext cx="5139174" cy="3228931"/>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1" name="Text Placeholder 6">
            <a:extLst>
              <a:ext uri="{FF2B5EF4-FFF2-40B4-BE49-F238E27FC236}">
                <a16:creationId xmlns:a16="http://schemas.microsoft.com/office/drawing/2014/main" id="{3686FCB5-A714-48C5-F801-8BC93CA09E32}"/>
              </a:ext>
            </a:extLst>
          </p:cNvPr>
          <p:cNvSpPr>
            <a:spLocks noGrp="1"/>
          </p:cNvSpPr>
          <p:nvPr>
            <p:ph type="body" sz="quarter" idx="17"/>
          </p:nvPr>
        </p:nvSpPr>
        <p:spPr>
          <a:xfrm>
            <a:off x="594733" y="2640102"/>
            <a:ext cx="5139174" cy="369600"/>
          </a:xfrm>
        </p:spPr>
        <p:txBody>
          <a:bodyPr anchor="ctr">
            <a:noAutofit/>
          </a:bodyPr>
          <a:lstStyle>
            <a:lvl1pPr>
              <a:lnSpc>
                <a:spcPct val="100000"/>
              </a:lnSpc>
              <a:spcBef>
                <a:spcPts val="0"/>
              </a:spcBef>
              <a:defRPr sz="1800" b="1"/>
            </a:lvl1pPr>
          </a:lstStyle>
          <a:p>
            <a:pPr lvl="0"/>
            <a:r>
              <a:rPr lang="en-US"/>
              <a:t>Click to edit Master text styles</a:t>
            </a:r>
          </a:p>
        </p:txBody>
      </p:sp>
    </p:spTree>
    <p:extLst>
      <p:ext uri="{BB962C8B-B14F-4D97-AF65-F5344CB8AC3E}">
        <p14:creationId xmlns:p14="http://schemas.microsoft.com/office/powerpoint/2010/main" val="364651759"/>
      </p:ext>
    </p:extLst>
  </p:cSld>
  <p:clrMapOvr>
    <a:masterClrMapping/>
  </p:clrMapOvr>
  <p:transition>
    <p:cove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Text Box T20V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5B17-B4A1-EB92-A298-388D035BB224}"/>
              </a:ext>
            </a:extLst>
          </p:cNvPr>
          <p:cNvSpPr>
            <a:spLocks noGrp="1"/>
          </p:cNvSpPr>
          <p:nvPr>
            <p:ph type="title"/>
          </p:nvPr>
        </p:nvSpPr>
        <p:spPr>
          <a:xfrm>
            <a:off x="587375" y="584199"/>
            <a:ext cx="3139574" cy="5689601"/>
          </a:xfrm>
        </p:spPr>
        <p:txBody>
          <a:bodyPr anchor="ctr">
            <a:noAutofit/>
          </a:bodyPr>
          <a:lstStyle>
            <a:lvl1pPr algn="r">
              <a:defRPr/>
            </a:lvl1pPr>
          </a:lstStyle>
          <a:p>
            <a:r>
              <a:rPr lang="en-US"/>
              <a:t>Click to edit Master title style</a:t>
            </a:r>
            <a:endParaRPr lang="en-ID"/>
          </a:p>
        </p:txBody>
      </p:sp>
      <p:sp>
        <p:nvSpPr>
          <p:cNvPr id="3" name="Footer Placeholder 2">
            <a:extLst>
              <a:ext uri="{FF2B5EF4-FFF2-40B4-BE49-F238E27FC236}">
                <a16:creationId xmlns:a16="http://schemas.microsoft.com/office/drawing/2014/main" id="{AC6CE9A8-062F-E52A-B822-F2C682A3C03D}"/>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7D6EDBD3-C06B-F685-6F3A-17047C93B3B5}"/>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1CDEB065-BE89-3D91-17A6-55B54A05854D}"/>
              </a:ext>
            </a:extLst>
          </p:cNvPr>
          <p:cNvSpPr>
            <a:spLocks noGrp="1"/>
          </p:cNvSpPr>
          <p:nvPr>
            <p:ph type="pic" sz="quarter" idx="12"/>
          </p:nvPr>
        </p:nvSpPr>
        <p:spPr>
          <a:xfrm>
            <a:off x="4079875" y="584199"/>
            <a:ext cx="2016125" cy="5689601"/>
          </a:xfrm>
        </p:spPr>
        <p:txBody>
          <a:bodyPr/>
          <a:lstStyle/>
          <a:p>
            <a:endParaRPr lang="en-ID"/>
          </a:p>
        </p:txBody>
      </p:sp>
      <p:sp>
        <p:nvSpPr>
          <p:cNvPr id="13" name="Text Placeholder 7">
            <a:extLst>
              <a:ext uri="{FF2B5EF4-FFF2-40B4-BE49-F238E27FC236}">
                <a16:creationId xmlns:a16="http://schemas.microsoft.com/office/drawing/2014/main" id="{304667DD-7185-0E65-48DA-18D2EBC01A0F}"/>
              </a:ext>
            </a:extLst>
          </p:cNvPr>
          <p:cNvSpPr>
            <a:spLocks noGrp="1"/>
          </p:cNvSpPr>
          <p:nvPr>
            <p:ph type="body" sz="quarter" idx="15"/>
          </p:nvPr>
        </p:nvSpPr>
        <p:spPr>
          <a:xfrm>
            <a:off x="6448926" y="998877"/>
            <a:ext cx="5011237" cy="5274923"/>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4" name="Text Placeholder 6">
            <a:extLst>
              <a:ext uri="{FF2B5EF4-FFF2-40B4-BE49-F238E27FC236}">
                <a16:creationId xmlns:a16="http://schemas.microsoft.com/office/drawing/2014/main" id="{FADECA56-D80F-3AD5-037C-9E28C2782D46}"/>
              </a:ext>
            </a:extLst>
          </p:cNvPr>
          <p:cNvSpPr>
            <a:spLocks noGrp="1"/>
          </p:cNvSpPr>
          <p:nvPr>
            <p:ph type="body" sz="quarter" idx="17"/>
          </p:nvPr>
        </p:nvSpPr>
        <p:spPr>
          <a:xfrm>
            <a:off x="6448926" y="594958"/>
            <a:ext cx="5011237" cy="369600"/>
          </a:xfrm>
        </p:spPr>
        <p:txBody>
          <a:bodyPr anchor="b">
            <a:noAutofit/>
          </a:bodyPr>
          <a:lstStyle>
            <a:lvl1pPr>
              <a:lnSpc>
                <a:spcPct val="100000"/>
              </a:lnSpc>
              <a:spcBef>
                <a:spcPts val="0"/>
              </a:spcBef>
              <a:defRPr sz="1800" b="1"/>
            </a:lvl1pPr>
          </a:lstStyle>
          <a:p>
            <a:pPr lvl="0"/>
            <a:r>
              <a:rPr lang="en-US"/>
              <a:t>Click to edit Master text styles</a:t>
            </a:r>
          </a:p>
        </p:txBody>
      </p:sp>
    </p:spTree>
    <p:extLst>
      <p:ext uri="{BB962C8B-B14F-4D97-AF65-F5344CB8AC3E}">
        <p14:creationId xmlns:p14="http://schemas.microsoft.com/office/powerpoint/2010/main" val="84115513"/>
      </p:ext>
    </p:extLst>
  </p:cSld>
  <p:clrMapOvr>
    <a:masterClrMapping/>
  </p:clrMapOvr>
  <p:transition>
    <p:cover/>
  </p:transition>
  <p:extLst>
    <p:ext uri="{DCECCB84-F9BA-43D5-87BE-67443E8EF086}">
      <p15:sldGuideLst xmlns:p15="http://schemas.microsoft.com/office/powerpoint/2012/main">
        <p15:guide id="2" pos="7219"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Text Box T20V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5B17-B4A1-EB92-A298-388D035BB224}"/>
              </a:ext>
            </a:extLst>
          </p:cNvPr>
          <p:cNvSpPr>
            <a:spLocks noGrp="1"/>
          </p:cNvSpPr>
          <p:nvPr>
            <p:ph type="title"/>
          </p:nvPr>
        </p:nvSpPr>
        <p:spPr>
          <a:xfrm>
            <a:off x="4445639" y="584200"/>
            <a:ext cx="7014524" cy="1315830"/>
          </a:xfrm>
        </p:spPr>
        <p:txBody>
          <a:bodyPr anchor="b">
            <a:noAutofit/>
          </a:bodyPr>
          <a:lstStyle/>
          <a:p>
            <a:r>
              <a:rPr lang="en-US"/>
              <a:t>Click to edit Master title style</a:t>
            </a:r>
            <a:endParaRPr lang="en-ID"/>
          </a:p>
        </p:txBody>
      </p:sp>
      <p:sp>
        <p:nvSpPr>
          <p:cNvPr id="3" name="Footer Placeholder 2">
            <a:extLst>
              <a:ext uri="{FF2B5EF4-FFF2-40B4-BE49-F238E27FC236}">
                <a16:creationId xmlns:a16="http://schemas.microsoft.com/office/drawing/2014/main" id="{AC6CE9A8-062F-E52A-B822-F2C682A3C03D}"/>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7D6EDBD3-C06B-F685-6F3A-17047C93B3B5}"/>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1CDEB065-BE89-3D91-17A6-55B54A05854D}"/>
              </a:ext>
            </a:extLst>
          </p:cNvPr>
          <p:cNvSpPr>
            <a:spLocks noGrp="1"/>
          </p:cNvSpPr>
          <p:nvPr>
            <p:ph type="pic" sz="quarter" idx="12"/>
          </p:nvPr>
        </p:nvSpPr>
        <p:spPr>
          <a:xfrm>
            <a:off x="587375" y="584200"/>
            <a:ext cx="3492500" cy="5689600"/>
          </a:xfrm>
        </p:spPr>
        <p:txBody>
          <a:bodyPr/>
          <a:lstStyle/>
          <a:p>
            <a:endParaRPr lang="en-ID"/>
          </a:p>
        </p:txBody>
      </p:sp>
      <p:sp>
        <p:nvSpPr>
          <p:cNvPr id="13" name="Text Placeholder 7">
            <a:extLst>
              <a:ext uri="{FF2B5EF4-FFF2-40B4-BE49-F238E27FC236}">
                <a16:creationId xmlns:a16="http://schemas.microsoft.com/office/drawing/2014/main" id="{6873FB4D-3191-8151-C064-9EECD7441760}"/>
              </a:ext>
            </a:extLst>
          </p:cNvPr>
          <p:cNvSpPr>
            <a:spLocks noGrp="1"/>
          </p:cNvSpPr>
          <p:nvPr>
            <p:ph type="body" sz="quarter" idx="15"/>
          </p:nvPr>
        </p:nvSpPr>
        <p:spPr>
          <a:xfrm>
            <a:off x="4445634" y="2339801"/>
            <a:ext cx="7014523" cy="3933999"/>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4" name="Text Placeholder 6">
            <a:extLst>
              <a:ext uri="{FF2B5EF4-FFF2-40B4-BE49-F238E27FC236}">
                <a16:creationId xmlns:a16="http://schemas.microsoft.com/office/drawing/2014/main" id="{FF0670D4-0039-A043-64E8-E076E96B2F3B}"/>
              </a:ext>
            </a:extLst>
          </p:cNvPr>
          <p:cNvSpPr>
            <a:spLocks noGrp="1"/>
          </p:cNvSpPr>
          <p:nvPr>
            <p:ph type="body" sz="quarter" idx="17"/>
          </p:nvPr>
        </p:nvSpPr>
        <p:spPr>
          <a:xfrm>
            <a:off x="4445634" y="1935882"/>
            <a:ext cx="7014523" cy="369600"/>
          </a:xfrm>
        </p:spPr>
        <p:txBody>
          <a:bodyPr anchor="ctr">
            <a:noAutofit/>
          </a:bodyPr>
          <a:lstStyle>
            <a:lvl1pPr>
              <a:lnSpc>
                <a:spcPct val="100000"/>
              </a:lnSpc>
              <a:spcBef>
                <a:spcPts val="0"/>
              </a:spcBef>
              <a:defRPr sz="1800" b="1"/>
            </a:lvl1pPr>
          </a:lstStyle>
          <a:p>
            <a:pPr lvl="0"/>
            <a:r>
              <a:rPr lang="en-US"/>
              <a:t>Click to edit Master text styles</a:t>
            </a:r>
          </a:p>
        </p:txBody>
      </p:sp>
    </p:spTree>
    <p:extLst>
      <p:ext uri="{BB962C8B-B14F-4D97-AF65-F5344CB8AC3E}">
        <p14:creationId xmlns:p14="http://schemas.microsoft.com/office/powerpoint/2010/main" val="2477519661"/>
      </p:ext>
    </p:extLst>
  </p:cSld>
  <p:clrMapOvr>
    <a:masterClrMapping/>
  </p:clrMapOvr>
  <p:transition>
    <p:cove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 Text Box T20V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007C1-A2D2-F1A6-D730-4F0C404CBFDC}"/>
              </a:ext>
            </a:extLst>
          </p:cNvPr>
          <p:cNvSpPr>
            <a:spLocks noGrp="1"/>
          </p:cNvSpPr>
          <p:nvPr>
            <p:ph type="title"/>
          </p:nvPr>
        </p:nvSpPr>
        <p:spPr>
          <a:xfrm>
            <a:off x="599020" y="3724275"/>
            <a:ext cx="5140800" cy="2549962"/>
          </a:xfrm>
        </p:spPr>
        <p:txBody>
          <a:bodyPr anchor="t">
            <a:noAutofit/>
          </a:bodyPr>
          <a:lstStyle/>
          <a:p>
            <a:r>
              <a:rPr lang="en-US"/>
              <a:t>Click to edit Master title style</a:t>
            </a:r>
            <a:endParaRPr lang="en-ID"/>
          </a:p>
        </p:txBody>
      </p:sp>
      <p:sp>
        <p:nvSpPr>
          <p:cNvPr id="3" name="Footer Placeholder 2">
            <a:extLst>
              <a:ext uri="{FF2B5EF4-FFF2-40B4-BE49-F238E27FC236}">
                <a16:creationId xmlns:a16="http://schemas.microsoft.com/office/drawing/2014/main" id="{26CDCB85-C1AE-389B-180B-F0755C7558F6}"/>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D5CB6781-E0BB-8244-2B18-81C5A89ABE5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11" name="Picture Placeholder 5">
            <a:extLst>
              <a:ext uri="{FF2B5EF4-FFF2-40B4-BE49-F238E27FC236}">
                <a16:creationId xmlns:a16="http://schemas.microsoft.com/office/drawing/2014/main" id="{5E5AE0EA-E418-F652-0112-3BBECBF9F31B}"/>
              </a:ext>
            </a:extLst>
          </p:cNvPr>
          <p:cNvSpPr>
            <a:spLocks noGrp="1"/>
          </p:cNvSpPr>
          <p:nvPr>
            <p:ph type="pic" sz="quarter" idx="13"/>
          </p:nvPr>
        </p:nvSpPr>
        <p:spPr>
          <a:xfrm>
            <a:off x="4389864" y="596463"/>
            <a:ext cx="3279453" cy="2832538"/>
          </a:xfrm>
        </p:spPr>
        <p:txBody>
          <a:bodyPr/>
          <a:lstStyle/>
          <a:p>
            <a:endParaRPr lang="en-ID"/>
          </a:p>
        </p:txBody>
      </p:sp>
      <p:sp>
        <p:nvSpPr>
          <p:cNvPr id="5" name="Picture Placeholder 5">
            <a:extLst>
              <a:ext uri="{FF2B5EF4-FFF2-40B4-BE49-F238E27FC236}">
                <a16:creationId xmlns:a16="http://schemas.microsoft.com/office/drawing/2014/main" id="{A7ED85CF-BEC5-15F1-62CF-8326B6EF318C}"/>
              </a:ext>
            </a:extLst>
          </p:cNvPr>
          <p:cNvSpPr>
            <a:spLocks noGrp="1"/>
          </p:cNvSpPr>
          <p:nvPr>
            <p:ph type="pic" sz="quarter" idx="17"/>
          </p:nvPr>
        </p:nvSpPr>
        <p:spPr>
          <a:xfrm>
            <a:off x="8180710" y="596463"/>
            <a:ext cx="3279453" cy="2832538"/>
          </a:xfrm>
        </p:spPr>
        <p:txBody>
          <a:bodyPr/>
          <a:lstStyle/>
          <a:p>
            <a:endParaRPr lang="en-ID"/>
          </a:p>
        </p:txBody>
      </p:sp>
      <p:sp>
        <p:nvSpPr>
          <p:cNvPr id="8" name="Picture Placeholder 5">
            <a:extLst>
              <a:ext uri="{FF2B5EF4-FFF2-40B4-BE49-F238E27FC236}">
                <a16:creationId xmlns:a16="http://schemas.microsoft.com/office/drawing/2014/main" id="{30C6ED5E-424B-D5DA-A879-D025C9ADAAEE}"/>
              </a:ext>
            </a:extLst>
          </p:cNvPr>
          <p:cNvSpPr>
            <a:spLocks noGrp="1"/>
          </p:cNvSpPr>
          <p:nvPr>
            <p:ph type="pic" sz="quarter" idx="18"/>
          </p:nvPr>
        </p:nvSpPr>
        <p:spPr>
          <a:xfrm>
            <a:off x="599018" y="596463"/>
            <a:ext cx="3279453" cy="2832538"/>
          </a:xfrm>
        </p:spPr>
        <p:txBody>
          <a:bodyPr/>
          <a:lstStyle/>
          <a:p>
            <a:endParaRPr lang="en-ID"/>
          </a:p>
        </p:txBody>
      </p:sp>
      <p:sp>
        <p:nvSpPr>
          <p:cNvPr id="18" name="Text Placeholder 7">
            <a:extLst>
              <a:ext uri="{FF2B5EF4-FFF2-40B4-BE49-F238E27FC236}">
                <a16:creationId xmlns:a16="http://schemas.microsoft.com/office/drawing/2014/main" id="{0A71C7C2-73FB-2D78-6ABE-C37B2354D666}"/>
              </a:ext>
            </a:extLst>
          </p:cNvPr>
          <p:cNvSpPr>
            <a:spLocks noGrp="1"/>
          </p:cNvSpPr>
          <p:nvPr>
            <p:ph type="body" sz="quarter" idx="19"/>
          </p:nvPr>
        </p:nvSpPr>
        <p:spPr>
          <a:xfrm>
            <a:off x="6096000" y="4128194"/>
            <a:ext cx="5139174" cy="2146044"/>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9" name="Text Placeholder 6">
            <a:extLst>
              <a:ext uri="{FF2B5EF4-FFF2-40B4-BE49-F238E27FC236}">
                <a16:creationId xmlns:a16="http://schemas.microsoft.com/office/drawing/2014/main" id="{54CF75B1-5A69-01B6-2D5A-143528AD52A4}"/>
              </a:ext>
            </a:extLst>
          </p:cNvPr>
          <p:cNvSpPr>
            <a:spLocks noGrp="1"/>
          </p:cNvSpPr>
          <p:nvPr>
            <p:ph type="body" sz="quarter" idx="20"/>
          </p:nvPr>
        </p:nvSpPr>
        <p:spPr>
          <a:xfrm>
            <a:off x="6096000" y="3724274"/>
            <a:ext cx="5139174" cy="369600"/>
          </a:xfrm>
        </p:spPr>
        <p:txBody>
          <a:bodyPr anchor="b">
            <a:noAutofit/>
          </a:bodyPr>
          <a:lstStyle>
            <a:lvl1pPr>
              <a:lnSpc>
                <a:spcPct val="100000"/>
              </a:lnSpc>
              <a:spcBef>
                <a:spcPts val="0"/>
              </a:spcBef>
              <a:defRPr sz="1800" b="1"/>
            </a:lvl1pPr>
          </a:lstStyle>
          <a:p>
            <a:pPr lvl="0"/>
            <a:r>
              <a:rPr lang="en-US"/>
              <a:t>Click to edit Master text styles</a:t>
            </a:r>
          </a:p>
        </p:txBody>
      </p:sp>
    </p:spTree>
    <p:extLst>
      <p:ext uri="{BB962C8B-B14F-4D97-AF65-F5344CB8AC3E}">
        <p14:creationId xmlns:p14="http://schemas.microsoft.com/office/powerpoint/2010/main" val="2825897740"/>
      </p:ext>
    </p:extLst>
  </p:cSld>
  <p:clrMapOvr>
    <a:masterClrMapping/>
  </p:clrMapOvr>
  <p:transition>
    <p:cove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 Text Box T20V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07BE-2E01-93C2-881C-035E1AEEA139}"/>
              </a:ext>
            </a:extLst>
          </p:cNvPr>
          <p:cNvSpPr>
            <a:spLocks noGrp="1"/>
          </p:cNvSpPr>
          <p:nvPr>
            <p:ph type="title"/>
          </p:nvPr>
        </p:nvSpPr>
        <p:spPr>
          <a:xfrm>
            <a:off x="4445634" y="584199"/>
            <a:ext cx="1650365" cy="5689601"/>
          </a:xfrm>
        </p:spPr>
        <p:txBody>
          <a:bodyPr vert="vert270" anchor="ctr">
            <a:noAutofit/>
          </a:bodyPr>
          <a:lstStyle>
            <a:lvl1pPr algn="ctr">
              <a:defRPr/>
            </a:lvl1pPr>
          </a:lstStyle>
          <a:p>
            <a:r>
              <a:rPr lang="en-US"/>
              <a:t>Click to edit Master title style</a:t>
            </a:r>
            <a:endParaRPr lang="en-ID"/>
          </a:p>
        </p:txBody>
      </p:sp>
      <p:sp>
        <p:nvSpPr>
          <p:cNvPr id="3" name="Footer Placeholder 2">
            <a:extLst>
              <a:ext uri="{FF2B5EF4-FFF2-40B4-BE49-F238E27FC236}">
                <a16:creationId xmlns:a16="http://schemas.microsoft.com/office/drawing/2014/main" id="{25844A2B-1547-1655-29B9-2804D5FE372A}"/>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C6814879-2CE9-2FEA-4087-F8FC1C8C0523}"/>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DEEB0609-9FA3-D912-5F69-9CD9658CA1C5}"/>
              </a:ext>
            </a:extLst>
          </p:cNvPr>
          <p:cNvSpPr>
            <a:spLocks noGrp="1"/>
          </p:cNvSpPr>
          <p:nvPr>
            <p:ph type="pic" sz="quarter" idx="12"/>
          </p:nvPr>
        </p:nvSpPr>
        <p:spPr>
          <a:xfrm>
            <a:off x="599017" y="1150559"/>
            <a:ext cx="3480858" cy="4556882"/>
          </a:xfrm>
        </p:spPr>
        <p:txBody>
          <a:bodyPr/>
          <a:lstStyle/>
          <a:p>
            <a:endParaRPr lang="en-ID"/>
          </a:p>
        </p:txBody>
      </p:sp>
      <p:sp>
        <p:nvSpPr>
          <p:cNvPr id="14" name="Text Placeholder 7">
            <a:extLst>
              <a:ext uri="{FF2B5EF4-FFF2-40B4-BE49-F238E27FC236}">
                <a16:creationId xmlns:a16="http://schemas.microsoft.com/office/drawing/2014/main" id="{87E3A761-DD88-1A4D-D287-EAB395AECBA1}"/>
              </a:ext>
            </a:extLst>
          </p:cNvPr>
          <p:cNvSpPr>
            <a:spLocks noGrp="1"/>
          </p:cNvSpPr>
          <p:nvPr>
            <p:ph type="body" sz="quarter" idx="19"/>
          </p:nvPr>
        </p:nvSpPr>
        <p:spPr>
          <a:xfrm>
            <a:off x="6480173" y="1554478"/>
            <a:ext cx="4979990" cy="4152963"/>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5" name="Text Placeholder 6">
            <a:extLst>
              <a:ext uri="{FF2B5EF4-FFF2-40B4-BE49-F238E27FC236}">
                <a16:creationId xmlns:a16="http://schemas.microsoft.com/office/drawing/2014/main" id="{0DBEB85F-9F20-B58A-98E3-68DFAED6E49B}"/>
              </a:ext>
            </a:extLst>
          </p:cNvPr>
          <p:cNvSpPr>
            <a:spLocks noGrp="1"/>
          </p:cNvSpPr>
          <p:nvPr>
            <p:ph type="body" sz="quarter" idx="20"/>
          </p:nvPr>
        </p:nvSpPr>
        <p:spPr>
          <a:xfrm>
            <a:off x="6480173" y="1150559"/>
            <a:ext cx="4979990" cy="369600"/>
          </a:xfrm>
        </p:spPr>
        <p:txBody>
          <a:bodyPr anchor="b">
            <a:noAutofit/>
          </a:bodyPr>
          <a:lstStyle>
            <a:lvl1pPr>
              <a:lnSpc>
                <a:spcPct val="100000"/>
              </a:lnSpc>
              <a:spcBef>
                <a:spcPts val="0"/>
              </a:spcBef>
              <a:defRPr sz="1800" b="1"/>
            </a:lvl1pPr>
          </a:lstStyle>
          <a:p>
            <a:pPr lvl="0"/>
            <a:r>
              <a:rPr lang="en-US"/>
              <a:t>Click to edit Master text styles</a:t>
            </a:r>
          </a:p>
        </p:txBody>
      </p:sp>
    </p:spTree>
    <p:extLst>
      <p:ext uri="{BB962C8B-B14F-4D97-AF65-F5344CB8AC3E}">
        <p14:creationId xmlns:p14="http://schemas.microsoft.com/office/powerpoint/2010/main" val="3050786339"/>
      </p:ext>
    </p:extLst>
  </p:cSld>
  <p:clrMapOvr>
    <a:masterClrMapping/>
  </p:clrMapOvr>
  <p:transition>
    <p:cove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Text Box T20V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07BE-2E01-93C2-881C-035E1AEEA139}"/>
              </a:ext>
            </a:extLst>
          </p:cNvPr>
          <p:cNvSpPr>
            <a:spLocks noGrp="1"/>
          </p:cNvSpPr>
          <p:nvPr>
            <p:ph type="title"/>
          </p:nvPr>
        </p:nvSpPr>
        <p:spPr>
          <a:xfrm>
            <a:off x="6461760" y="584200"/>
            <a:ext cx="4998403" cy="1855857"/>
          </a:xfrm>
        </p:spPr>
        <p:txBody>
          <a:bodyPr anchor="b">
            <a:noAutofit/>
          </a:bodyPr>
          <a:lstStyle>
            <a:lvl1pPr algn="l">
              <a:defRPr/>
            </a:lvl1pPr>
          </a:lstStyle>
          <a:p>
            <a:r>
              <a:rPr lang="en-US"/>
              <a:t>Click to edit Master title style</a:t>
            </a:r>
            <a:endParaRPr lang="en-ID"/>
          </a:p>
        </p:txBody>
      </p:sp>
      <p:sp>
        <p:nvSpPr>
          <p:cNvPr id="3" name="Footer Placeholder 2">
            <a:extLst>
              <a:ext uri="{FF2B5EF4-FFF2-40B4-BE49-F238E27FC236}">
                <a16:creationId xmlns:a16="http://schemas.microsoft.com/office/drawing/2014/main" id="{25844A2B-1547-1655-29B9-2804D5FE372A}"/>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C6814879-2CE9-2FEA-4087-F8FC1C8C0523}"/>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DEEB0609-9FA3-D912-5F69-9CD9658CA1C5}"/>
              </a:ext>
            </a:extLst>
          </p:cNvPr>
          <p:cNvSpPr>
            <a:spLocks noGrp="1"/>
          </p:cNvSpPr>
          <p:nvPr>
            <p:ph type="pic" sz="quarter" idx="12"/>
          </p:nvPr>
        </p:nvSpPr>
        <p:spPr>
          <a:xfrm>
            <a:off x="584200" y="584200"/>
            <a:ext cx="5511800" cy="5689600"/>
          </a:xfrm>
        </p:spPr>
        <p:txBody>
          <a:bodyPr/>
          <a:lstStyle/>
          <a:p>
            <a:endParaRPr lang="en-ID"/>
          </a:p>
        </p:txBody>
      </p:sp>
      <p:sp>
        <p:nvSpPr>
          <p:cNvPr id="8" name="Text Placeholder 7">
            <a:extLst>
              <a:ext uri="{FF2B5EF4-FFF2-40B4-BE49-F238E27FC236}">
                <a16:creationId xmlns:a16="http://schemas.microsoft.com/office/drawing/2014/main" id="{21A2439D-33F0-4626-5731-8FB5D5295A2D}"/>
              </a:ext>
            </a:extLst>
          </p:cNvPr>
          <p:cNvSpPr>
            <a:spLocks noGrp="1"/>
          </p:cNvSpPr>
          <p:nvPr>
            <p:ph type="body" sz="quarter" idx="13"/>
          </p:nvPr>
        </p:nvSpPr>
        <p:spPr>
          <a:xfrm>
            <a:off x="6461760" y="2878789"/>
            <a:ext cx="4998403" cy="3395010"/>
          </a:xfrm>
        </p:spPr>
        <p:txBody>
          <a:bodyPr>
            <a:noAutofit/>
          </a:bodyPr>
          <a:lstStyle>
            <a:lvl1pPr>
              <a:lnSpc>
                <a:spcPct val="100000"/>
              </a:lnSpc>
              <a:spcBef>
                <a:spcPts val="0"/>
              </a:spcBef>
              <a:defRPr sz="1600"/>
            </a:lvl1pPr>
          </a:lstStyle>
          <a:p>
            <a:pPr lvl="0"/>
            <a:r>
              <a:rPr lang="en-US"/>
              <a:t>Click to edit Master text styles</a:t>
            </a:r>
          </a:p>
        </p:txBody>
      </p:sp>
      <p:sp>
        <p:nvSpPr>
          <p:cNvPr id="7" name="Text Placeholder 6">
            <a:extLst>
              <a:ext uri="{FF2B5EF4-FFF2-40B4-BE49-F238E27FC236}">
                <a16:creationId xmlns:a16="http://schemas.microsoft.com/office/drawing/2014/main" id="{089F0EDF-ED0D-7DF6-3D16-36E44C839E58}"/>
              </a:ext>
            </a:extLst>
          </p:cNvPr>
          <p:cNvSpPr>
            <a:spLocks noGrp="1"/>
          </p:cNvSpPr>
          <p:nvPr>
            <p:ph type="body" sz="quarter" idx="14"/>
          </p:nvPr>
        </p:nvSpPr>
        <p:spPr>
          <a:xfrm>
            <a:off x="6461760" y="2474023"/>
            <a:ext cx="4998403" cy="370800"/>
          </a:xfrm>
        </p:spPr>
        <p:txBody>
          <a:bodyPr anchor="b">
            <a:noAutofit/>
          </a:bodyPr>
          <a:lstStyle>
            <a:lvl1pPr>
              <a:lnSpc>
                <a:spcPct val="100000"/>
              </a:lnSpc>
              <a:spcBef>
                <a:spcPts val="0"/>
              </a:spcBef>
              <a:defRPr sz="1800" b="1"/>
            </a:lvl1pPr>
          </a:lstStyle>
          <a:p>
            <a:pPr lvl="0"/>
            <a:r>
              <a:rPr lang="en-US"/>
              <a:t>Click to edit Master text styles</a:t>
            </a:r>
          </a:p>
        </p:txBody>
      </p:sp>
    </p:spTree>
    <p:extLst>
      <p:ext uri="{BB962C8B-B14F-4D97-AF65-F5344CB8AC3E}">
        <p14:creationId xmlns:p14="http://schemas.microsoft.com/office/powerpoint/2010/main" val="3206522678"/>
      </p:ext>
    </p:extLst>
  </p:cSld>
  <p:clrMapOvr>
    <a:masterClrMapping/>
  </p:clrMapOvr>
  <p:transition>
    <p:cove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 Text Box T20V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D8E67-9FD7-A8F8-75F6-2FF3CD0DE168}"/>
              </a:ext>
            </a:extLst>
          </p:cNvPr>
          <p:cNvSpPr>
            <a:spLocks noGrp="1"/>
          </p:cNvSpPr>
          <p:nvPr>
            <p:ph type="title"/>
          </p:nvPr>
        </p:nvSpPr>
        <p:spPr>
          <a:xfrm>
            <a:off x="587375" y="578148"/>
            <a:ext cx="5508625" cy="1222077"/>
          </a:xfrm>
        </p:spPr>
        <p:txBody>
          <a:bodyPr anchor="b">
            <a:noAutofit/>
          </a:bodyPr>
          <a:lstStyle>
            <a:lvl1pPr algn="l">
              <a:defRPr/>
            </a:lvl1pPr>
          </a:lstStyle>
          <a:p>
            <a:r>
              <a:rPr lang="en-US"/>
              <a:t>Click to edit Master title style</a:t>
            </a:r>
            <a:endParaRPr lang="en-ID"/>
          </a:p>
        </p:txBody>
      </p:sp>
      <p:sp>
        <p:nvSpPr>
          <p:cNvPr id="3" name="Footer Placeholder 2">
            <a:extLst>
              <a:ext uri="{FF2B5EF4-FFF2-40B4-BE49-F238E27FC236}">
                <a16:creationId xmlns:a16="http://schemas.microsoft.com/office/drawing/2014/main" id="{E2EFFE8E-6F6C-1E23-79C9-808201616E4C}"/>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E4C39AAF-82A4-7672-8873-E691CE5C39F6}"/>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9" name="Text Placeholder 7">
            <a:extLst>
              <a:ext uri="{FF2B5EF4-FFF2-40B4-BE49-F238E27FC236}">
                <a16:creationId xmlns:a16="http://schemas.microsoft.com/office/drawing/2014/main" id="{7F44B7A2-957C-93E8-8209-7EE97327682B}"/>
              </a:ext>
            </a:extLst>
          </p:cNvPr>
          <p:cNvSpPr>
            <a:spLocks noGrp="1"/>
          </p:cNvSpPr>
          <p:nvPr>
            <p:ph type="body" sz="quarter" idx="24"/>
          </p:nvPr>
        </p:nvSpPr>
        <p:spPr>
          <a:xfrm>
            <a:off x="584200" y="2241723"/>
            <a:ext cx="5508625" cy="815928"/>
          </a:xfrm>
        </p:spPr>
        <p:txBody>
          <a:bodyPr>
            <a:noAutofit/>
          </a:bodyPr>
          <a:lstStyle>
            <a:lvl1pPr>
              <a:lnSpc>
                <a:spcPct val="100000"/>
              </a:lnSpc>
              <a:spcBef>
                <a:spcPts val="0"/>
              </a:spcBef>
              <a:defRPr sz="1600"/>
            </a:lvl1pPr>
          </a:lstStyle>
          <a:p>
            <a:pPr lvl="0"/>
            <a:r>
              <a:rPr lang="en-US"/>
              <a:t>Click to edit Master text styles</a:t>
            </a:r>
          </a:p>
        </p:txBody>
      </p:sp>
      <p:sp>
        <p:nvSpPr>
          <p:cNvPr id="10" name="Text Placeholder 9">
            <a:extLst>
              <a:ext uri="{FF2B5EF4-FFF2-40B4-BE49-F238E27FC236}">
                <a16:creationId xmlns:a16="http://schemas.microsoft.com/office/drawing/2014/main" id="{A7F51D89-C7C9-35E8-B687-68AAC511FEDB}"/>
              </a:ext>
            </a:extLst>
          </p:cNvPr>
          <p:cNvSpPr>
            <a:spLocks noGrp="1"/>
          </p:cNvSpPr>
          <p:nvPr>
            <p:ph type="body" sz="quarter" idx="25"/>
          </p:nvPr>
        </p:nvSpPr>
        <p:spPr>
          <a:xfrm>
            <a:off x="587375" y="1835574"/>
            <a:ext cx="5508625" cy="370800"/>
          </a:xfrm>
        </p:spPr>
        <p:txBody>
          <a:bodyPr anchor="ctr">
            <a:noAutofit/>
          </a:bodyPr>
          <a:lstStyle>
            <a:lvl1pPr>
              <a:lnSpc>
                <a:spcPct val="100000"/>
              </a:lnSpc>
              <a:spcBef>
                <a:spcPts val="0"/>
              </a:spcBef>
              <a:defRPr sz="1800" b="1"/>
            </a:lvl1pPr>
          </a:lstStyle>
          <a:p>
            <a:pPr lvl="0"/>
            <a:r>
              <a:rPr lang="en-US"/>
              <a:t>Click to edit Master text styles</a:t>
            </a:r>
          </a:p>
        </p:txBody>
      </p:sp>
      <p:sp>
        <p:nvSpPr>
          <p:cNvPr id="8" name="Picture Placeholder 5">
            <a:extLst>
              <a:ext uri="{FF2B5EF4-FFF2-40B4-BE49-F238E27FC236}">
                <a16:creationId xmlns:a16="http://schemas.microsoft.com/office/drawing/2014/main" id="{254B69B1-46F8-4EE3-2769-27D7BB2C74FA}"/>
              </a:ext>
            </a:extLst>
          </p:cNvPr>
          <p:cNvSpPr>
            <a:spLocks noGrp="1"/>
          </p:cNvSpPr>
          <p:nvPr>
            <p:ph type="pic" sz="quarter" idx="13"/>
          </p:nvPr>
        </p:nvSpPr>
        <p:spPr>
          <a:xfrm>
            <a:off x="4350649" y="3429000"/>
            <a:ext cx="3348038" cy="2832538"/>
          </a:xfrm>
        </p:spPr>
        <p:txBody>
          <a:bodyPr/>
          <a:lstStyle/>
          <a:p>
            <a:endParaRPr lang="en-ID"/>
          </a:p>
        </p:txBody>
      </p:sp>
      <p:sp>
        <p:nvSpPr>
          <p:cNvPr id="11" name="Picture Placeholder 5">
            <a:extLst>
              <a:ext uri="{FF2B5EF4-FFF2-40B4-BE49-F238E27FC236}">
                <a16:creationId xmlns:a16="http://schemas.microsoft.com/office/drawing/2014/main" id="{60EE32E6-020E-2EA6-0E4A-ACC9A5124ED4}"/>
              </a:ext>
            </a:extLst>
          </p:cNvPr>
          <p:cNvSpPr>
            <a:spLocks noGrp="1"/>
          </p:cNvSpPr>
          <p:nvPr>
            <p:ph type="pic" sz="quarter" idx="17"/>
          </p:nvPr>
        </p:nvSpPr>
        <p:spPr>
          <a:xfrm>
            <a:off x="8112126" y="584200"/>
            <a:ext cx="3348038" cy="5677338"/>
          </a:xfrm>
        </p:spPr>
        <p:txBody>
          <a:bodyPr/>
          <a:lstStyle/>
          <a:p>
            <a:endParaRPr lang="en-ID"/>
          </a:p>
        </p:txBody>
      </p:sp>
      <p:sp>
        <p:nvSpPr>
          <p:cNvPr id="12" name="Picture Placeholder 5">
            <a:extLst>
              <a:ext uri="{FF2B5EF4-FFF2-40B4-BE49-F238E27FC236}">
                <a16:creationId xmlns:a16="http://schemas.microsoft.com/office/drawing/2014/main" id="{61E56390-07F6-777F-3A8D-7CA44307437A}"/>
              </a:ext>
            </a:extLst>
          </p:cNvPr>
          <p:cNvSpPr>
            <a:spLocks noGrp="1"/>
          </p:cNvSpPr>
          <p:nvPr>
            <p:ph type="pic" sz="quarter" idx="18"/>
          </p:nvPr>
        </p:nvSpPr>
        <p:spPr>
          <a:xfrm>
            <a:off x="589172" y="3429000"/>
            <a:ext cx="3348038" cy="2832538"/>
          </a:xfrm>
        </p:spPr>
        <p:txBody>
          <a:bodyPr/>
          <a:lstStyle/>
          <a:p>
            <a:endParaRPr lang="en-ID"/>
          </a:p>
        </p:txBody>
      </p:sp>
    </p:spTree>
    <p:extLst>
      <p:ext uri="{BB962C8B-B14F-4D97-AF65-F5344CB8AC3E}">
        <p14:creationId xmlns:p14="http://schemas.microsoft.com/office/powerpoint/2010/main" val="4148175432"/>
      </p:ext>
    </p:extLst>
  </p:cSld>
  <p:clrMapOvr>
    <a:masterClrMapping/>
  </p:clrMapOvr>
  <p:transition>
    <p:cove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 Text Box T20V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B309-9F80-5BE3-F82C-91733414C47B}"/>
              </a:ext>
            </a:extLst>
          </p:cNvPr>
          <p:cNvSpPr>
            <a:spLocks noGrp="1"/>
          </p:cNvSpPr>
          <p:nvPr>
            <p:ph type="title"/>
          </p:nvPr>
        </p:nvSpPr>
        <p:spPr>
          <a:xfrm>
            <a:off x="599017" y="3793682"/>
            <a:ext cx="3480858" cy="2480118"/>
          </a:xfrm>
        </p:spPr>
        <p:txBody>
          <a:bodyPr anchor="t">
            <a:noAutofit/>
          </a:bodyPr>
          <a:lstStyle/>
          <a:p>
            <a:r>
              <a:rPr lang="en-US"/>
              <a:t>Click to edit Master title style</a:t>
            </a:r>
            <a:endParaRPr lang="en-ID"/>
          </a:p>
        </p:txBody>
      </p:sp>
      <p:sp>
        <p:nvSpPr>
          <p:cNvPr id="3" name="Footer Placeholder 2">
            <a:extLst>
              <a:ext uri="{FF2B5EF4-FFF2-40B4-BE49-F238E27FC236}">
                <a16:creationId xmlns:a16="http://schemas.microsoft.com/office/drawing/2014/main" id="{21A27C05-E3B0-EFC4-2286-5860D4A1ACF4}"/>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0A33CF6B-04E5-9AB9-2466-0284576F0345}"/>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054F23F8-6331-43CC-E76A-052E46B77548}"/>
              </a:ext>
            </a:extLst>
          </p:cNvPr>
          <p:cNvSpPr>
            <a:spLocks noGrp="1"/>
          </p:cNvSpPr>
          <p:nvPr>
            <p:ph type="pic" sz="quarter" idx="12"/>
          </p:nvPr>
        </p:nvSpPr>
        <p:spPr>
          <a:xfrm>
            <a:off x="584200" y="584200"/>
            <a:ext cx="4994450" cy="2844800"/>
          </a:xfrm>
        </p:spPr>
        <p:txBody>
          <a:bodyPr/>
          <a:lstStyle/>
          <a:p>
            <a:endParaRPr lang="en-ID"/>
          </a:p>
        </p:txBody>
      </p:sp>
      <p:sp>
        <p:nvSpPr>
          <p:cNvPr id="5" name="Picture Placeholder 5">
            <a:extLst>
              <a:ext uri="{FF2B5EF4-FFF2-40B4-BE49-F238E27FC236}">
                <a16:creationId xmlns:a16="http://schemas.microsoft.com/office/drawing/2014/main" id="{79263BE0-4D84-7BD4-D81B-B266C5C1C47B}"/>
              </a:ext>
            </a:extLst>
          </p:cNvPr>
          <p:cNvSpPr>
            <a:spLocks noGrp="1"/>
          </p:cNvSpPr>
          <p:nvPr>
            <p:ph type="pic" sz="quarter" idx="16"/>
          </p:nvPr>
        </p:nvSpPr>
        <p:spPr>
          <a:xfrm>
            <a:off x="6096000" y="584200"/>
            <a:ext cx="4994450" cy="2844800"/>
          </a:xfrm>
        </p:spPr>
        <p:txBody>
          <a:bodyPr/>
          <a:lstStyle/>
          <a:p>
            <a:endParaRPr lang="en-ID"/>
          </a:p>
        </p:txBody>
      </p:sp>
      <p:sp>
        <p:nvSpPr>
          <p:cNvPr id="15" name="Text Placeholder 7">
            <a:extLst>
              <a:ext uri="{FF2B5EF4-FFF2-40B4-BE49-F238E27FC236}">
                <a16:creationId xmlns:a16="http://schemas.microsoft.com/office/drawing/2014/main" id="{E5B9D621-1404-9D23-66C0-394A9905E510}"/>
              </a:ext>
            </a:extLst>
          </p:cNvPr>
          <p:cNvSpPr>
            <a:spLocks noGrp="1"/>
          </p:cNvSpPr>
          <p:nvPr>
            <p:ph type="body" sz="quarter" idx="19"/>
          </p:nvPr>
        </p:nvSpPr>
        <p:spPr>
          <a:xfrm>
            <a:off x="4445634" y="4197601"/>
            <a:ext cx="6644816" cy="2076199"/>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6" name="Text Placeholder 6">
            <a:extLst>
              <a:ext uri="{FF2B5EF4-FFF2-40B4-BE49-F238E27FC236}">
                <a16:creationId xmlns:a16="http://schemas.microsoft.com/office/drawing/2014/main" id="{3C11B87C-ADE1-5F3D-8204-B8C3AFBE3A04}"/>
              </a:ext>
            </a:extLst>
          </p:cNvPr>
          <p:cNvSpPr>
            <a:spLocks noGrp="1"/>
          </p:cNvSpPr>
          <p:nvPr>
            <p:ph type="body" sz="quarter" idx="20"/>
          </p:nvPr>
        </p:nvSpPr>
        <p:spPr>
          <a:xfrm>
            <a:off x="4445634" y="3793682"/>
            <a:ext cx="6644816" cy="369600"/>
          </a:xfrm>
        </p:spPr>
        <p:txBody>
          <a:bodyPr anchor="b">
            <a:noAutofit/>
          </a:bodyPr>
          <a:lstStyle>
            <a:lvl1pPr>
              <a:lnSpc>
                <a:spcPct val="100000"/>
              </a:lnSpc>
              <a:spcBef>
                <a:spcPts val="0"/>
              </a:spcBef>
              <a:defRPr sz="1800" b="1"/>
            </a:lvl1pPr>
          </a:lstStyle>
          <a:p>
            <a:pPr lvl="0"/>
            <a:r>
              <a:rPr lang="en-US"/>
              <a:t>Click to edit Master text styles</a:t>
            </a:r>
          </a:p>
        </p:txBody>
      </p:sp>
    </p:spTree>
    <p:extLst>
      <p:ext uri="{BB962C8B-B14F-4D97-AF65-F5344CB8AC3E}">
        <p14:creationId xmlns:p14="http://schemas.microsoft.com/office/powerpoint/2010/main" val="3617659370"/>
      </p:ext>
    </p:extLst>
  </p:cSld>
  <p:clrMapOvr>
    <a:masterClrMapping/>
  </p:clrMapOvr>
  <p:transition>
    <p:cove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Text Boxes T21V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007C1-A2D2-F1A6-D730-4F0C404CBFDC}"/>
              </a:ext>
            </a:extLst>
          </p:cNvPr>
          <p:cNvSpPr>
            <a:spLocks noGrp="1"/>
          </p:cNvSpPr>
          <p:nvPr>
            <p:ph type="title"/>
          </p:nvPr>
        </p:nvSpPr>
        <p:spPr>
          <a:xfrm>
            <a:off x="4260845" y="583762"/>
            <a:ext cx="5903917" cy="1363279"/>
          </a:xfrm>
        </p:spPr>
        <p:txBody>
          <a:bodyPr anchor="b">
            <a:noAutofit/>
          </a:bodyPr>
          <a:lstStyle>
            <a:lvl1pPr algn="r">
              <a:defRPr/>
            </a:lvl1pPr>
          </a:lstStyle>
          <a:p>
            <a:r>
              <a:rPr lang="en-US"/>
              <a:t>Click to edit Master title style</a:t>
            </a:r>
            <a:endParaRPr lang="en-ID"/>
          </a:p>
        </p:txBody>
      </p:sp>
      <p:sp>
        <p:nvSpPr>
          <p:cNvPr id="3" name="Footer Placeholder 2">
            <a:extLst>
              <a:ext uri="{FF2B5EF4-FFF2-40B4-BE49-F238E27FC236}">
                <a16:creationId xmlns:a16="http://schemas.microsoft.com/office/drawing/2014/main" id="{26CDCB85-C1AE-389B-180B-F0755C7558F6}"/>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D5CB6781-E0BB-8244-2B18-81C5A89ABE5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313D6F03-414F-3442-0C5B-EC8851378160}"/>
              </a:ext>
            </a:extLst>
          </p:cNvPr>
          <p:cNvSpPr>
            <a:spLocks noGrp="1"/>
          </p:cNvSpPr>
          <p:nvPr>
            <p:ph type="pic" sz="quarter" idx="12"/>
          </p:nvPr>
        </p:nvSpPr>
        <p:spPr>
          <a:xfrm>
            <a:off x="587375" y="583762"/>
            <a:ext cx="3307710" cy="2845238"/>
          </a:xfrm>
        </p:spPr>
        <p:txBody>
          <a:bodyPr/>
          <a:lstStyle/>
          <a:p>
            <a:endParaRPr lang="en-ID"/>
          </a:p>
        </p:txBody>
      </p:sp>
      <p:sp>
        <p:nvSpPr>
          <p:cNvPr id="15" name="Text Placeholder 7">
            <a:extLst>
              <a:ext uri="{FF2B5EF4-FFF2-40B4-BE49-F238E27FC236}">
                <a16:creationId xmlns:a16="http://schemas.microsoft.com/office/drawing/2014/main" id="{30F909D4-E12E-D857-5C0F-AC49137ECED0}"/>
              </a:ext>
            </a:extLst>
          </p:cNvPr>
          <p:cNvSpPr>
            <a:spLocks noGrp="1"/>
          </p:cNvSpPr>
          <p:nvPr>
            <p:ph type="body" sz="quarter" idx="19"/>
          </p:nvPr>
        </p:nvSpPr>
        <p:spPr>
          <a:xfrm>
            <a:off x="598648" y="4204262"/>
            <a:ext cx="5497351" cy="2069976"/>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6" name="Text Placeholder 6">
            <a:extLst>
              <a:ext uri="{FF2B5EF4-FFF2-40B4-BE49-F238E27FC236}">
                <a16:creationId xmlns:a16="http://schemas.microsoft.com/office/drawing/2014/main" id="{D9A7C6B9-F9E3-11CA-996C-1400E78E8C4A}"/>
              </a:ext>
            </a:extLst>
          </p:cNvPr>
          <p:cNvSpPr>
            <a:spLocks noGrp="1"/>
          </p:cNvSpPr>
          <p:nvPr>
            <p:ph type="body" sz="quarter" idx="20"/>
          </p:nvPr>
        </p:nvSpPr>
        <p:spPr>
          <a:xfrm>
            <a:off x="598648" y="3800342"/>
            <a:ext cx="5497351" cy="369600"/>
          </a:xfrm>
        </p:spPr>
        <p:txBody>
          <a:bodyPr anchor="b">
            <a:noAutofit/>
          </a:bodyPr>
          <a:lstStyle>
            <a:lvl1pPr>
              <a:lnSpc>
                <a:spcPct val="100000"/>
              </a:lnSpc>
              <a:spcBef>
                <a:spcPts val="0"/>
              </a:spcBef>
              <a:defRPr sz="1800" b="1"/>
            </a:lvl1pPr>
          </a:lstStyle>
          <a:p>
            <a:pPr lvl="0"/>
            <a:r>
              <a:rPr lang="en-US"/>
              <a:t>Click to edit Master text styles</a:t>
            </a:r>
          </a:p>
        </p:txBody>
      </p:sp>
      <p:sp>
        <p:nvSpPr>
          <p:cNvPr id="18" name="Text Placeholder 7">
            <a:extLst>
              <a:ext uri="{FF2B5EF4-FFF2-40B4-BE49-F238E27FC236}">
                <a16:creationId xmlns:a16="http://schemas.microsoft.com/office/drawing/2014/main" id="{2D5D7C07-6B3C-15BC-89D7-C350EEEDCC8A}"/>
              </a:ext>
            </a:extLst>
          </p:cNvPr>
          <p:cNvSpPr>
            <a:spLocks noGrp="1"/>
          </p:cNvSpPr>
          <p:nvPr>
            <p:ph type="body" sz="quarter" idx="21"/>
          </p:nvPr>
        </p:nvSpPr>
        <p:spPr>
          <a:xfrm>
            <a:off x="4260845" y="2389035"/>
            <a:ext cx="5903917" cy="1039965"/>
          </a:xfrm>
          <a:solidFill>
            <a:schemeClr val="accent1"/>
          </a:solidFill>
        </p:spPr>
        <p:txBody>
          <a:bodyPr>
            <a:noAutofit/>
          </a:bodyPr>
          <a:lstStyle>
            <a:lvl1pPr>
              <a:lnSpc>
                <a:spcPct val="100000"/>
              </a:lnSpc>
              <a:spcBef>
                <a:spcPts val="0"/>
              </a:spcBef>
              <a:defRPr sz="1600">
                <a:solidFill>
                  <a:schemeClr val="bg1"/>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9" name="Text Placeholder 6">
            <a:extLst>
              <a:ext uri="{FF2B5EF4-FFF2-40B4-BE49-F238E27FC236}">
                <a16:creationId xmlns:a16="http://schemas.microsoft.com/office/drawing/2014/main" id="{E8838539-7911-12CA-D3CA-8D3DCC5FBDAA}"/>
              </a:ext>
            </a:extLst>
          </p:cNvPr>
          <p:cNvSpPr>
            <a:spLocks noGrp="1"/>
          </p:cNvSpPr>
          <p:nvPr>
            <p:ph type="body" sz="quarter" idx="22"/>
          </p:nvPr>
        </p:nvSpPr>
        <p:spPr>
          <a:xfrm>
            <a:off x="4260845" y="1985115"/>
            <a:ext cx="5903917" cy="369600"/>
          </a:xfrm>
          <a:solidFill>
            <a:schemeClr val="accent1"/>
          </a:solidFill>
        </p:spPr>
        <p:txBody>
          <a:bodyPr anchor="ctr">
            <a:noAutofit/>
          </a:bodyPr>
          <a:lstStyle>
            <a:lvl1pPr>
              <a:lnSpc>
                <a:spcPct val="100000"/>
              </a:lnSpc>
              <a:spcBef>
                <a:spcPts val="0"/>
              </a:spcBef>
              <a:defRPr sz="1800" b="1">
                <a:solidFill>
                  <a:schemeClr val="bg1"/>
                </a:solidFill>
              </a:defRPr>
            </a:lvl1pPr>
          </a:lstStyle>
          <a:p>
            <a:pPr lvl="0"/>
            <a:r>
              <a:rPr lang="en-US"/>
              <a:t>Click to edit Master text styles</a:t>
            </a:r>
          </a:p>
        </p:txBody>
      </p:sp>
      <p:sp>
        <p:nvSpPr>
          <p:cNvPr id="20" name="Picture Placeholder 5">
            <a:extLst>
              <a:ext uri="{FF2B5EF4-FFF2-40B4-BE49-F238E27FC236}">
                <a16:creationId xmlns:a16="http://schemas.microsoft.com/office/drawing/2014/main" id="{51A6B93B-6DAC-B391-38AC-0BDB74ED2E9A}"/>
              </a:ext>
            </a:extLst>
          </p:cNvPr>
          <p:cNvSpPr>
            <a:spLocks noGrp="1"/>
          </p:cNvSpPr>
          <p:nvPr>
            <p:ph type="pic" sz="quarter" idx="23"/>
          </p:nvPr>
        </p:nvSpPr>
        <p:spPr>
          <a:xfrm>
            <a:off x="6461760" y="3800342"/>
            <a:ext cx="4998403" cy="2473458"/>
          </a:xfrm>
        </p:spPr>
        <p:txBody>
          <a:bodyPr/>
          <a:lstStyle/>
          <a:p>
            <a:endParaRPr lang="en-ID"/>
          </a:p>
        </p:txBody>
      </p:sp>
    </p:spTree>
    <p:extLst>
      <p:ext uri="{BB962C8B-B14F-4D97-AF65-F5344CB8AC3E}">
        <p14:creationId xmlns:p14="http://schemas.microsoft.com/office/powerpoint/2010/main" val="4241053391"/>
      </p:ext>
    </p:extLst>
  </p:cSld>
  <p:clrMapOvr>
    <a:masterClrMapping/>
  </p:clrMapOvr>
  <p:transition>
    <p:cove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Text Boxes T21V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419B-0A7A-D6A9-278B-3CB3F6B13C8C}"/>
              </a:ext>
            </a:extLst>
          </p:cNvPr>
          <p:cNvSpPr>
            <a:spLocks noGrp="1"/>
          </p:cNvSpPr>
          <p:nvPr>
            <p:ph type="title"/>
          </p:nvPr>
        </p:nvSpPr>
        <p:spPr>
          <a:xfrm>
            <a:off x="6461760" y="583760"/>
            <a:ext cx="4998403" cy="1968969"/>
          </a:xfrm>
        </p:spPr>
        <p:txBody>
          <a:bodyPr anchor="b">
            <a:noAutofit/>
          </a:bodyPr>
          <a:lstStyle/>
          <a:p>
            <a:r>
              <a:rPr lang="en-US"/>
              <a:t>Click to edit Master title style</a:t>
            </a:r>
            <a:endParaRPr lang="en-ID"/>
          </a:p>
        </p:txBody>
      </p:sp>
      <p:sp>
        <p:nvSpPr>
          <p:cNvPr id="3" name="Footer Placeholder 2">
            <a:extLst>
              <a:ext uri="{FF2B5EF4-FFF2-40B4-BE49-F238E27FC236}">
                <a16:creationId xmlns:a16="http://schemas.microsoft.com/office/drawing/2014/main" id="{F2475DCC-A5DC-45EE-5280-E6AF55C5FBDB}"/>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24554E76-F34B-95F8-FD2E-0312C265AECF}"/>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Picture Placeholder 6">
            <a:extLst>
              <a:ext uri="{FF2B5EF4-FFF2-40B4-BE49-F238E27FC236}">
                <a16:creationId xmlns:a16="http://schemas.microsoft.com/office/drawing/2014/main" id="{FD592EB7-0888-4601-189D-47D758F2EA24}"/>
              </a:ext>
            </a:extLst>
          </p:cNvPr>
          <p:cNvSpPr>
            <a:spLocks noGrp="1"/>
          </p:cNvSpPr>
          <p:nvPr>
            <p:ph type="pic" sz="quarter" idx="12"/>
          </p:nvPr>
        </p:nvSpPr>
        <p:spPr>
          <a:xfrm>
            <a:off x="587374" y="583762"/>
            <a:ext cx="5508626" cy="2852921"/>
          </a:xfrm>
        </p:spPr>
      </p:sp>
      <p:sp>
        <p:nvSpPr>
          <p:cNvPr id="6" name="Text Placeholder 7">
            <a:extLst>
              <a:ext uri="{FF2B5EF4-FFF2-40B4-BE49-F238E27FC236}">
                <a16:creationId xmlns:a16="http://schemas.microsoft.com/office/drawing/2014/main" id="{CE0B81CE-6929-E4CC-C71A-EF2B068F196A}"/>
              </a:ext>
            </a:extLst>
          </p:cNvPr>
          <p:cNvSpPr>
            <a:spLocks noGrp="1"/>
          </p:cNvSpPr>
          <p:nvPr>
            <p:ph type="body" sz="quarter" idx="19"/>
          </p:nvPr>
        </p:nvSpPr>
        <p:spPr>
          <a:xfrm>
            <a:off x="6467108" y="2993316"/>
            <a:ext cx="4993056" cy="3280483"/>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0" name="Text Placeholder 6">
            <a:extLst>
              <a:ext uri="{FF2B5EF4-FFF2-40B4-BE49-F238E27FC236}">
                <a16:creationId xmlns:a16="http://schemas.microsoft.com/office/drawing/2014/main" id="{FD8EAAF9-B567-F3DE-EADE-BD3C4999F980}"/>
              </a:ext>
            </a:extLst>
          </p:cNvPr>
          <p:cNvSpPr>
            <a:spLocks noGrp="1"/>
          </p:cNvSpPr>
          <p:nvPr>
            <p:ph type="body" sz="quarter" idx="20"/>
          </p:nvPr>
        </p:nvSpPr>
        <p:spPr>
          <a:xfrm>
            <a:off x="6467108" y="2589397"/>
            <a:ext cx="4993056" cy="369600"/>
          </a:xfrm>
        </p:spPr>
        <p:txBody>
          <a:bodyPr anchor="ctr">
            <a:noAutofit/>
          </a:bodyPr>
          <a:lstStyle>
            <a:lvl1pPr>
              <a:lnSpc>
                <a:spcPct val="100000"/>
              </a:lnSpc>
              <a:spcBef>
                <a:spcPts val="0"/>
              </a:spcBef>
              <a:defRPr sz="1800" b="1"/>
            </a:lvl1pPr>
          </a:lstStyle>
          <a:p>
            <a:pPr lvl="0"/>
            <a:r>
              <a:rPr lang="en-US"/>
              <a:t>Click to edit Master text styles</a:t>
            </a:r>
          </a:p>
        </p:txBody>
      </p:sp>
      <p:sp>
        <p:nvSpPr>
          <p:cNvPr id="15" name="Text Placeholder 7">
            <a:extLst>
              <a:ext uri="{FF2B5EF4-FFF2-40B4-BE49-F238E27FC236}">
                <a16:creationId xmlns:a16="http://schemas.microsoft.com/office/drawing/2014/main" id="{02A0E491-4E40-2D59-0554-83237080D02A}"/>
              </a:ext>
            </a:extLst>
          </p:cNvPr>
          <p:cNvSpPr>
            <a:spLocks noGrp="1"/>
          </p:cNvSpPr>
          <p:nvPr>
            <p:ph type="body" sz="quarter" idx="21"/>
          </p:nvPr>
        </p:nvSpPr>
        <p:spPr>
          <a:xfrm>
            <a:off x="606096" y="4206364"/>
            <a:ext cx="5484556" cy="2067436"/>
          </a:xfrm>
        </p:spPr>
        <p:txBody>
          <a:bodyPr>
            <a:noAutofit/>
          </a:bodyPr>
          <a:lstStyle>
            <a:lvl1pP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6" name="Text Placeholder 6">
            <a:extLst>
              <a:ext uri="{FF2B5EF4-FFF2-40B4-BE49-F238E27FC236}">
                <a16:creationId xmlns:a16="http://schemas.microsoft.com/office/drawing/2014/main" id="{8045C4D4-8C2A-BFF6-183B-55B8DAEE397D}"/>
              </a:ext>
            </a:extLst>
          </p:cNvPr>
          <p:cNvSpPr>
            <a:spLocks noGrp="1"/>
          </p:cNvSpPr>
          <p:nvPr>
            <p:ph type="body" sz="quarter" idx="22"/>
          </p:nvPr>
        </p:nvSpPr>
        <p:spPr>
          <a:xfrm>
            <a:off x="606096" y="3802444"/>
            <a:ext cx="5484556" cy="369600"/>
          </a:xfrm>
        </p:spPr>
        <p:txBody>
          <a:bodyPr anchor="b">
            <a:noAutofit/>
          </a:bodyPr>
          <a:lstStyle>
            <a:lvl1pPr>
              <a:lnSpc>
                <a:spcPct val="100000"/>
              </a:lnSpc>
              <a:spcBef>
                <a:spcPts val="0"/>
              </a:spcBef>
              <a:defRPr sz="1800" b="1"/>
            </a:lvl1pPr>
          </a:lstStyle>
          <a:p>
            <a:pPr lvl="0"/>
            <a:r>
              <a:rPr lang="en-US"/>
              <a:t>Click to edit Master text styles</a:t>
            </a:r>
          </a:p>
        </p:txBody>
      </p:sp>
    </p:spTree>
    <p:extLst>
      <p:ext uri="{BB962C8B-B14F-4D97-AF65-F5344CB8AC3E}">
        <p14:creationId xmlns:p14="http://schemas.microsoft.com/office/powerpoint/2010/main" val="2053104475"/>
      </p:ext>
    </p:extLst>
  </p:cSld>
  <p:clrMapOvr>
    <a:masterClrMapping/>
  </p:clrMapOvr>
  <p:transition>
    <p:cove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Text Boxes T22V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442312-9E63-3A81-2CB4-8F85F5C2CD49}"/>
              </a:ext>
            </a:extLst>
          </p:cNvPr>
          <p:cNvSpPr/>
          <p:nvPr userDrawn="1"/>
        </p:nvSpPr>
        <p:spPr>
          <a:xfrm>
            <a:off x="0" y="2229057"/>
            <a:ext cx="3820054" cy="46289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ID" sz="1200"/>
          </a:p>
        </p:txBody>
      </p:sp>
      <p:sp>
        <p:nvSpPr>
          <p:cNvPr id="2" name="Title 1">
            <a:extLst>
              <a:ext uri="{FF2B5EF4-FFF2-40B4-BE49-F238E27FC236}">
                <a16:creationId xmlns:a16="http://schemas.microsoft.com/office/drawing/2014/main" id="{D270176E-FDDF-30CB-EB74-A75B39D053B0}"/>
              </a:ext>
            </a:extLst>
          </p:cNvPr>
          <p:cNvSpPr>
            <a:spLocks noGrp="1"/>
          </p:cNvSpPr>
          <p:nvPr>
            <p:ph type="title"/>
          </p:nvPr>
        </p:nvSpPr>
        <p:spPr>
          <a:xfrm>
            <a:off x="599016" y="583762"/>
            <a:ext cx="9565747" cy="1268686"/>
          </a:xfrm>
        </p:spPr>
        <p:txBody>
          <a:bodyPr anchor="t">
            <a:noAutofit/>
          </a:bodyPr>
          <a:lstStyle/>
          <a:p>
            <a:r>
              <a:rPr lang="en-US"/>
              <a:t>Click to edit Master title style</a:t>
            </a:r>
            <a:endParaRPr lang="en-ID"/>
          </a:p>
        </p:txBody>
      </p:sp>
      <p:sp>
        <p:nvSpPr>
          <p:cNvPr id="3" name="Footer Placeholder 2">
            <a:extLst>
              <a:ext uri="{FF2B5EF4-FFF2-40B4-BE49-F238E27FC236}">
                <a16:creationId xmlns:a16="http://schemas.microsoft.com/office/drawing/2014/main" id="{55C0C34D-8F75-41B3-4243-E45FBD015BCA}"/>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84A13D18-EF04-D403-494B-02A03A28BC5B}"/>
              </a:ext>
            </a:extLst>
          </p:cNvPr>
          <p:cNvSpPr>
            <a:spLocks noGrp="1"/>
          </p:cNvSpPr>
          <p:nvPr>
            <p:ph type="sldNum" sz="quarter" idx="11"/>
          </p:nvPr>
        </p:nvSpPr>
        <p:spPr/>
        <p:txBody>
          <a:bodyPr>
            <a:noAutofit/>
          </a:bodyPr>
          <a:lstStyle/>
          <a:p>
            <a:fld id="{CF6F24BE-8BEB-403A-BDCC-38E201D0662D}" type="slidenum">
              <a:rPr lang="en-ID" smtClean="0"/>
              <a:pPr/>
              <a:t>‹#›</a:t>
            </a:fld>
            <a:endParaRPr lang="en-ID"/>
          </a:p>
        </p:txBody>
      </p:sp>
      <p:sp>
        <p:nvSpPr>
          <p:cNvPr id="17" name="Text Placeholder 7">
            <a:extLst>
              <a:ext uri="{FF2B5EF4-FFF2-40B4-BE49-F238E27FC236}">
                <a16:creationId xmlns:a16="http://schemas.microsoft.com/office/drawing/2014/main" id="{57034BD1-3E18-E6CE-0E8A-82F140EB2075}"/>
              </a:ext>
            </a:extLst>
          </p:cNvPr>
          <p:cNvSpPr>
            <a:spLocks noGrp="1"/>
          </p:cNvSpPr>
          <p:nvPr>
            <p:ph type="body" sz="quarter" idx="19"/>
          </p:nvPr>
        </p:nvSpPr>
        <p:spPr>
          <a:xfrm>
            <a:off x="599016" y="2861765"/>
            <a:ext cx="2822364" cy="3280483"/>
          </a:xfrm>
        </p:spPr>
        <p:txBody>
          <a:bodyPr>
            <a:noAutofit/>
          </a:bodyPr>
          <a:lstStyle>
            <a:lvl1pPr>
              <a:lnSpc>
                <a:spcPct val="100000"/>
              </a:lnSpc>
              <a:spcBef>
                <a:spcPts val="0"/>
              </a:spcBef>
              <a:defRPr sz="1600">
                <a:solidFill>
                  <a:schemeClr val="bg1"/>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8" name="Text Placeholder 6">
            <a:extLst>
              <a:ext uri="{FF2B5EF4-FFF2-40B4-BE49-F238E27FC236}">
                <a16:creationId xmlns:a16="http://schemas.microsoft.com/office/drawing/2014/main" id="{A571BB85-BAEA-6CBC-7B71-2E4FD0C09876}"/>
              </a:ext>
            </a:extLst>
          </p:cNvPr>
          <p:cNvSpPr>
            <a:spLocks noGrp="1"/>
          </p:cNvSpPr>
          <p:nvPr>
            <p:ph type="body" sz="quarter" idx="20" hasCustomPrompt="1"/>
          </p:nvPr>
        </p:nvSpPr>
        <p:spPr>
          <a:xfrm>
            <a:off x="599016" y="2457846"/>
            <a:ext cx="2822364" cy="369600"/>
          </a:xfrm>
        </p:spPr>
        <p:txBody>
          <a:bodyPr anchor="b">
            <a:noAutofit/>
          </a:bodyPr>
          <a:lstStyle>
            <a:lvl1pPr>
              <a:lnSpc>
                <a:spcPct val="100000"/>
              </a:lnSpc>
              <a:spcBef>
                <a:spcPts val="0"/>
              </a:spcBef>
              <a:defRPr sz="1800" b="1">
                <a:solidFill>
                  <a:schemeClr val="bg1"/>
                </a:solidFill>
              </a:defRPr>
            </a:lvl1pPr>
          </a:lstStyle>
          <a:p>
            <a:pPr lvl="0"/>
            <a:r>
              <a:rPr lang="en-US"/>
              <a:t>Click to edit master text</a:t>
            </a:r>
          </a:p>
        </p:txBody>
      </p:sp>
      <p:sp>
        <p:nvSpPr>
          <p:cNvPr id="22" name="Text Placeholder 7">
            <a:extLst>
              <a:ext uri="{FF2B5EF4-FFF2-40B4-BE49-F238E27FC236}">
                <a16:creationId xmlns:a16="http://schemas.microsoft.com/office/drawing/2014/main" id="{57C9BE17-F195-B7D7-9906-3F68C4E5F432}"/>
              </a:ext>
            </a:extLst>
          </p:cNvPr>
          <p:cNvSpPr>
            <a:spLocks noGrp="1"/>
          </p:cNvSpPr>
          <p:nvPr>
            <p:ph type="body" sz="quarter" idx="21"/>
          </p:nvPr>
        </p:nvSpPr>
        <p:spPr>
          <a:xfrm>
            <a:off x="4349220" y="2861765"/>
            <a:ext cx="2822364" cy="3280483"/>
          </a:xfrm>
        </p:spPr>
        <p:txBody>
          <a:bodyPr>
            <a:noAutofit/>
          </a:bodyPr>
          <a:lstStyle>
            <a:lvl1pPr>
              <a:lnSpc>
                <a:spcPct val="100000"/>
              </a:lnSpc>
              <a:spcBef>
                <a:spcPts val="0"/>
              </a:spcBef>
              <a:defRPr sz="1600">
                <a:solidFill>
                  <a:schemeClr val="tx1"/>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3" name="Text Placeholder 6">
            <a:extLst>
              <a:ext uri="{FF2B5EF4-FFF2-40B4-BE49-F238E27FC236}">
                <a16:creationId xmlns:a16="http://schemas.microsoft.com/office/drawing/2014/main" id="{0A29CEF9-B40D-3AB5-A905-56DCD5DA4465}"/>
              </a:ext>
            </a:extLst>
          </p:cNvPr>
          <p:cNvSpPr>
            <a:spLocks noGrp="1"/>
          </p:cNvSpPr>
          <p:nvPr>
            <p:ph type="body" sz="quarter" idx="22" hasCustomPrompt="1"/>
          </p:nvPr>
        </p:nvSpPr>
        <p:spPr>
          <a:xfrm>
            <a:off x="4349220" y="2457846"/>
            <a:ext cx="2822364" cy="369600"/>
          </a:xfrm>
        </p:spPr>
        <p:txBody>
          <a:bodyPr anchor="b">
            <a:noAutofit/>
          </a:bodyPr>
          <a:lstStyle>
            <a:lvl1pPr>
              <a:lnSpc>
                <a:spcPct val="100000"/>
              </a:lnSpc>
              <a:spcBef>
                <a:spcPts val="0"/>
              </a:spcBef>
              <a:defRPr sz="1800" b="1">
                <a:solidFill>
                  <a:schemeClr val="tx1"/>
                </a:solidFill>
              </a:defRPr>
            </a:lvl1pPr>
          </a:lstStyle>
          <a:p>
            <a:pPr lvl="0"/>
            <a:r>
              <a:rPr lang="en-US"/>
              <a:t>Click to edit master text</a:t>
            </a:r>
          </a:p>
        </p:txBody>
      </p:sp>
      <p:sp>
        <p:nvSpPr>
          <p:cNvPr id="24" name="Text Placeholder 7">
            <a:extLst>
              <a:ext uri="{FF2B5EF4-FFF2-40B4-BE49-F238E27FC236}">
                <a16:creationId xmlns:a16="http://schemas.microsoft.com/office/drawing/2014/main" id="{91C5E184-0D58-02CC-7762-06D06939DFBF}"/>
              </a:ext>
            </a:extLst>
          </p:cNvPr>
          <p:cNvSpPr>
            <a:spLocks noGrp="1"/>
          </p:cNvSpPr>
          <p:nvPr>
            <p:ph type="body" sz="quarter" idx="23"/>
          </p:nvPr>
        </p:nvSpPr>
        <p:spPr>
          <a:xfrm>
            <a:off x="8300720" y="2861765"/>
            <a:ext cx="2822364" cy="3280483"/>
          </a:xfrm>
        </p:spPr>
        <p:txBody>
          <a:bodyPr>
            <a:noAutofit/>
          </a:bodyPr>
          <a:lstStyle>
            <a:lvl1pPr>
              <a:lnSpc>
                <a:spcPct val="100000"/>
              </a:lnSpc>
              <a:spcBef>
                <a:spcPts val="0"/>
              </a:spcBef>
              <a:defRPr sz="1600">
                <a:solidFill>
                  <a:schemeClr val="tx1"/>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5" name="Text Placeholder 6">
            <a:extLst>
              <a:ext uri="{FF2B5EF4-FFF2-40B4-BE49-F238E27FC236}">
                <a16:creationId xmlns:a16="http://schemas.microsoft.com/office/drawing/2014/main" id="{BF881EC9-285A-E749-A5F7-8E31B9915ACF}"/>
              </a:ext>
            </a:extLst>
          </p:cNvPr>
          <p:cNvSpPr>
            <a:spLocks noGrp="1"/>
          </p:cNvSpPr>
          <p:nvPr>
            <p:ph type="body" sz="quarter" idx="24" hasCustomPrompt="1"/>
          </p:nvPr>
        </p:nvSpPr>
        <p:spPr>
          <a:xfrm>
            <a:off x="8300720" y="2457846"/>
            <a:ext cx="2822364" cy="369600"/>
          </a:xfrm>
        </p:spPr>
        <p:txBody>
          <a:bodyPr anchor="b">
            <a:noAutofit/>
          </a:bodyPr>
          <a:lstStyle>
            <a:lvl1pPr>
              <a:lnSpc>
                <a:spcPct val="100000"/>
              </a:lnSpc>
              <a:spcBef>
                <a:spcPts val="0"/>
              </a:spcBef>
              <a:defRPr sz="1800" b="1">
                <a:solidFill>
                  <a:schemeClr val="tx1"/>
                </a:solidFill>
              </a:defRPr>
            </a:lvl1pPr>
          </a:lstStyle>
          <a:p>
            <a:pPr lvl="0"/>
            <a:r>
              <a:rPr lang="en-US"/>
              <a:t>Click to edit master text</a:t>
            </a:r>
          </a:p>
        </p:txBody>
      </p:sp>
    </p:spTree>
    <p:extLst>
      <p:ext uri="{BB962C8B-B14F-4D97-AF65-F5344CB8AC3E}">
        <p14:creationId xmlns:p14="http://schemas.microsoft.com/office/powerpoint/2010/main" val="2271824434"/>
      </p:ext>
    </p:extLst>
  </p:cSld>
  <p:clrMapOvr>
    <a:masterClrMapping/>
  </p:clrMapOvr>
  <p:transition>
    <p:cove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Text Boxes T23V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0176E-FDDF-30CB-EB74-A75B39D053B0}"/>
              </a:ext>
            </a:extLst>
          </p:cNvPr>
          <p:cNvSpPr>
            <a:spLocks noGrp="1"/>
          </p:cNvSpPr>
          <p:nvPr>
            <p:ph type="title"/>
          </p:nvPr>
        </p:nvSpPr>
        <p:spPr>
          <a:xfrm>
            <a:off x="599016" y="583762"/>
            <a:ext cx="9565747" cy="1268686"/>
          </a:xfrm>
        </p:spPr>
        <p:txBody>
          <a:bodyPr anchor="t">
            <a:noAutofit/>
          </a:bodyPr>
          <a:lstStyle/>
          <a:p>
            <a:r>
              <a:rPr lang="en-US"/>
              <a:t>Click to edit Master title style</a:t>
            </a:r>
            <a:endParaRPr lang="en-ID"/>
          </a:p>
        </p:txBody>
      </p:sp>
      <p:sp>
        <p:nvSpPr>
          <p:cNvPr id="3" name="Footer Placeholder 2">
            <a:extLst>
              <a:ext uri="{FF2B5EF4-FFF2-40B4-BE49-F238E27FC236}">
                <a16:creationId xmlns:a16="http://schemas.microsoft.com/office/drawing/2014/main" id="{55C0C34D-8F75-41B3-4243-E45FBD015BCA}"/>
              </a:ext>
            </a:extLst>
          </p:cNvPr>
          <p:cNvSpPr>
            <a:spLocks noGrp="1"/>
          </p:cNvSpPr>
          <p:nvPr>
            <p:ph type="ftr" sz="quarter" idx="10"/>
          </p:nvPr>
        </p:nvSpPr>
        <p:spPr/>
        <p:txBody>
          <a:bodyPr/>
          <a:lstStyle>
            <a:lvl1pPr>
              <a:defRPr sz="1400"/>
            </a:lvl1pPr>
          </a:lstStyle>
          <a:p>
            <a:r>
              <a:rPr lang="en-ID"/>
              <a:t>PRESENTATION TITLE</a:t>
            </a:r>
          </a:p>
        </p:txBody>
      </p:sp>
      <p:sp>
        <p:nvSpPr>
          <p:cNvPr id="4" name="Slide Number Placeholder 3">
            <a:extLst>
              <a:ext uri="{FF2B5EF4-FFF2-40B4-BE49-F238E27FC236}">
                <a16:creationId xmlns:a16="http://schemas.microsoft.com/office/drawing/2014/main" id="{84A13D18-EF04-D403-494B-02A03A28BC5B}"/>
              </a:ext>
            </a:extLst>
          </p:cNvPr>
          <p:cNvSpPr>
            <a:spLocks noGrp="1"/>
          </p:cNvSpPr>
          <p:nvPr>
            <p:ph type="sldNum" sz="quarter" idx="11"/>
          </p:nvPr>
        </p:nvSpPr>
        <p:spPr/>
        <p:txBody>
          <a:bodyPr>
            <a:noAutofit/>
          </a:bodyPr>
          <a:lstStyle/>
          <a:p>
            <a:fld id="{CF6F24BE-8BEB-403A-BDCC-38E201D0662D}" type="slidenum">
              <a:rPr lang="en-ID" smtClean="0"/>
              <a:pPr/>
              <a:t>‹#›</a:t>
            </a:fld>
            <a:endParaRPr lang="en-ID"/>
          </a:p>
        </p:txBody>
      </p:sp>
      <p:sp>
        <p:nvSpPr>
          <p:cNvPr id="22" name="Text Placeholder 7">
            <a:extLst>
              <a:ext uri="{FF2B5EF4-FFF2-40B4-BE49-F238E27FC236}">
                <a16:creationId xmlns:a16="http://schemas.microsoft.com/office/drawing/2014/main" id="{57C9BE17-F195-B7D7-9906-3F68C4E5F432}"/>
              </a:ext>
            </a:extLst>
          </p:cNvPr>
          <p:cNvSpPr>
            <a:spLocks noGrp="1"/>
          </p:cNvSpPr>
          <p:nvPr>
            <p:ph type="body" sz="quarter" idx="21"/>
          </p:nvPr>
        </p:nvSpPr>
        <p:spPr>
          <a:xfrm>
            <a:off x="599016" y="2584172"/>
            <a:ext cx="5239722" cy="1392210"/>
          </a:xfrm>
        </p:spPr>
        <p:txBody>
          <a:bodyPr>
            <a:noAutofit/>
          </a:bodyPr>
          <a:lstStyle>
            <a:lvl1pPr>
              <a:lnSpc>
                <a:spcPct val="100000"/>
              </a:lnSpc>
              <a:spcBef>
                <a:spcPts val="0"/>
              </a:spcBef>
              <a:defRPr sz="1600">
                <a:solidFill>
                  <a:schemeClr val="tx1"/>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3" name="Text Placeholder 6">
            <a:extLst>
              <a:ext uri="{FF2B5EF4-FFF2-40B4-BE49-F238E27FC236}">
                <a16:creationId xmlns:a16="http://schemas.microsoft.com/office/drawing/2014/main" id="{0A29CEF9-B40D-3AB5-A905-56DCD5DA4465}"/>
              </a:ext>
            </a:extLst>
          </p:cNvPr>
          <p:cNvSpPr>
            <a:spLocks noGrp="1"/>
          </p:cNvSpPr>
          <p:nvPr>
            <p:ph type="body" sz="quarter" idx="22" hasCustomPrompt="1"/>
          </p:nvPr>
        </p:nvSpPr>
        <p:spPr>
          <a:xfrm>
            <a:off x="599016" y="1886767"/>
            <a:ext cx="5239722" cy="663086"/>
          </a:xfrm>
        </p:spPr>
        <p:txBody>
          <a:bodyPr anchor="b">
            <a:noAutofit/>
          </a:bodyPr>
          <a:lstStyle>
            <a:lvl1pPr>
              <a:lnSpc>
                <a:spcPct val="100000"/>
              </a:lnSpc>
              <a:spcBef>
                <a:spcPts val="0"/>
              </a:spcBef>
              <a:defRPr sz="1800" b="1">
                <a:solidFill>
                  <a:schemeClr val="tx1"/>
                </a:solidFill>
              </a:defRPr>
            </a:lvl1pPr>
          </a:lstStyle>
          <a:p>
            <a:pPr lvl="0"/>
            <a:r>
              <a:rPr lang="en-US"/>
              <a:t>Click to edit master text</a:t>
            </a:r>
          </a:p>
        </p:txBody>
      </p:sp>
      <p:sp>
        <p:nvSpPr>
          <p:cNvPr id="5" name="Text Placeholder 7">
            <a:extLst>
              <a:ext uri="{FF2B5EF4-FFF2-40B4-BE49-F238E27FC236}">
                <a16:creationId xmlns:a16="http://schemas.microsoft.com/office/drawing/2014/main" id="{6A71BB10-AD00-843A-1FFB-93ADC940B4F0}"/>
              </a:ext>
            </a:extLst>
          </p:cNvPr>
          <p:cNvSpPr>
            <a:spLocks noGrp="1"/>
          </p:cNvSpPr>
          <p:nvPr>
            <p:ph type="body" sz="quarter" idx="23"/>
          </p:nvPr>
        </p:nvSpPr>
        <p:spPr>
          <a:xfrm>
            <a:off x="6104389" y="2584172"/>
            <a:ext cx="5239722" cy="1392210"/>
          </a:xfrm>
        </p:spPr>
        <p:txBody>
          <a:bodyPr>
            <a:noAutofit/>
          </a:bodyPr>
          <a:lstStyle>
            <a:lvl1pPr>
              <a:lnSpc>
                <a:spcPct val="100000"/>
              </a:lnSpc>
              <a:spcBef>
                <a:spcPts val="0"/>
              </a:spcBef>
              <a:defRPr sz="1600">
                <a:solidFill>
                  <a:schemeClr val="tx1"/>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6" name="Text Placeholder 6">
            <a:extLst>
              <a:ext uri="{FF2B5EF4-FFF2-40B4-BE49-F238E27FC236}">
                <a16:creationId xmlns:a16="http://schemas.microsoft.com/office/drawing/2014/main" id="{2AADFBA3-0DBF-FA7E-0DDF-6F474644EEDA}"/>
              </a:ext>
            </a:extLst>
          </p:cNvPr>
          <p:cNvSpPr>
            <a:spLocks noGrp="1"/>
          </p:cNvSpPr>
          <p:nvPr>
            <p:ph type="body" sz="quarter" idx="24" hasCustomPrompt="1"/>
          </p:nvPr>
        </p:nvSpPr>
        <p:spPr>
          <a:xfrm>
            <a:off x="6104389" y="1886767"/>
            <a:ext cx="5239722" cy="663086"/>
          </a:xfrm>
        </p:spPr>
        <p:txBody>
          <a:bodyPr anchor="b">
            <a:noAutofit/>
          </a:bodyPr>
          <a:lstStyle>
            <a:lvl1pPr>
              <a:lnSpc>
                <a:spcPct val="100000"/>
              </a:lnSpc>
              <a:spcBef>
                <a:spcPts val="0"/>
              </a:spcBef>
              <a:defRPr sz="1800" b="1">
                <a:solidFill>
                  <a:schemeClr val="tx1"/>
                </a:solidFill>
              </a:defRPr>
            </a:lvl1pPr>
          </a:lstStyle>
          <a:p>
            <a:pPr lvl="0"/>
            <a:r>
              <a:rPr lang="en-US"/>
              <a:t>Click to edit master text</a:t>
            </a:r>
          </a:p>
        </p:txBody>
      </p:sp>
      <p:sp>
        <p:nvSpPr>
          <p:cNvPr id="26" name="Text Placeholder 7">
            <a:extLst>
              <a:ext uri="{FF2B5EF4-FFF2-40B4-BE49-F238E27FC236}">
                <a16:creationId xmlns:a16="http://schemas.microsoft.com/office/drawing/2014/main" id="{9572FB44-099F-1077-F7E9-A4C1C9EBC7FF}"/>
              </a:ext>
            </a:extLst>
          </p:cNvPr>
          <p:cNvSpPr>
            <a:spLocks noGrp="1"/>
          </p:cNvSpPr>
          <p:nvPr>
            <p:ph type="body" sz="quarter" idx="25"/>
          </p:nvPr>
        </p:nvSpPr>
        <p:spPr>
          <a:xfrm>
            <a:off x="599016" y="4874366"/>
            <a:ext cx="5239722" cy="1392210"/>
          </a:xfrm>
        </p:spPr>
        <p:txBody>
          <a:bodyPr>
            <a:noAutofit/>
          </a:bodyPr>
          <a:lstStyle>
            <a:lvl1pPr>
              <a:lnSpc>
                <a:spcPct val="100000"/>
              </a:lnSpc>
              <a:spcBef>
                <a:spcPts val="0"/>
              </a:spcBef>
              <a:defRPr sz="1600">
                <a:solidFill>
                  <a:schemeClr val="tx1"/>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7" name="Text Placeholder 6">
            <a:extLst>
              <a:ext uri="{FF2B5EF4-FFF2-40B4-BE49-F238E27FC236}">
                <a16:creationId xmlns:a16="http://schemas.microsoft.com/office/drawing/2014/main" id="{51136387-EB08-5D89-0A1C-BD89021A82A5}"/>
              </a:ext>
            </a:extLst>
          </p:cNvPr>
          <p:cNvSpPr>
            <a:spLocks noGrp="1"/>
          </p:cNvSpPr>
          <p:nvPr>
            <p:ph type="body" sz="quarter" idx="26" hasCustomPrompt="1"/>
          </p:nvPr>
        </p:nvSpPr>
        <p:spPr>
          <a:xfrm>
            <a:off x="599016" y="4176961"/>
            <a:ext cx="5239722" cy="663086"/>
          </a:xfrm>
        </p:spPr>
        <p:txBody>
          <a:bodyPr anchor="b">
            <a:noAutofit/>
          </a:bodyPr>
          <a:lstStyle>
            <a:lvl1pPr>
              <a:lnSpc>
                <a:spcPct val="100000"/>
              </a:lnSpc>
              <a:spcBef>
                <a:spcPts val="0"/>
              </a:spcBef>
              <a:defRPr sz="1800" b="1">
                <a:solidFill>
                  <a:schemeClr val="tx1"/>
                </a:solidFill>
              </a:defRPr>
            </a:lvl1pPr>
          </a:lstStyle>
          <a:p>
            <a:pPr lvl="0"/>
            <a:r>
              <a:rPr lang="en-US"/>
              <a:t>Click to edit master text</a:t>
            </a:r>
          </a:p>
        </p:txBody>
      </p:sp>
      <p:sp>
        <p:nvSpPr>
          <p:cNvPr id="28" name="Text Placeholder 7">
            <a:extLst>
              <a:ext uri="{FF2B5EF4-FFF2-40B4-BE49-F238E27FC236}">
                <a16:creationId xmlns:a16="http://schemas.microsoft.com/office/drawing/2014/main" id="{6DC24102-CEA0-0AE0-D672-8FC711A83AE0}"/>
              </a:ext>
            </a:extLst>
          </p:cNvPr>
          <p:cNvSpPr>
            <a:spLocks noGrp="1"/>
          </p:cNvSpPr>
          <p:nvPr>
            <p:ph type="body" sz="quarter" idx="27"/>
          </p:nvPr>
        </p:nvSpPr>
        <p:spPr>
          <a:xfrm>
            <a:off x="6104389" y="4874366"/>
            <a:ext cx="5239722" cy="1392210"/>
          </a:xfrm>
        </p:spPr>
        <p:txBody>
          <a:bodyPr>
            <a:noAutofit/>
          </a:bodyPr>
          <a:lstStyle>
            <a:lvl1pPr>
              <a:lnSpc>
                <a:spcPct val="100000"/>
              </a:lnSpc>
              <a:spcBef>
                <a:spcPts val="0"/>
              </a:spcBef>
              <a:defRPr sz="1600">
                <a:solidFill>
                  <a:schemeClr val="tx1"/>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9" name="Text Placeholder 6">
            <a:extLst>
              <a:ext uri="{FF2B5EF4-FFF2-40B4-BE49-F238E27FC236}">
                <a16:creationId xmlns:a16="http://schemas.microsoft.com/office/drawing/2014/main" id="{FD2407FE-387F-857B-BA6E-2DEF03C6A8E9}"/>
              </a:ext>
            </a:extLst>
          </p:cNvPr>
          <p:cNvSpPr>
            <a:spLocks noGrp="1"/>
          </p:cNvSpPr>
          <p:nvPr>
            <p:ph type="body" sz="quarter" idx="28" hasCustomPrompt="1"/>
          </p:nvPr>
        </p:nvSpPr>
        <p:spPr>
          <a:xfrm>
            <a:off x="6104389" y="4176961"/>
            <a:ext cx="5239722" cy="663086"/>
          </a:xfrm>
        </p:spPr>
        <p:txBody>
          <a:bodyPr anchor="b">
            <a:noAutofit/>
          </a:bodyPr>
          <a:lstStyle>
            <a:lvl1pPr>
              <a:lnSpc>
                <a:spcPct val="100000"/>
              </a:lnSpc>
              <a:spcBef>
                <a:spcPts val="0"/>
              </a:spcBef>
              <a:defRPr sz="1800" b="1">
                <a:solidFill>
                  <a:schemeClr val="tx1"/>
                </a:solidFill>
              </a:defRPr>
            </a:lvl1pPr>
          </a:lstStyle>
          <a:p>
            <a:pPr lvl="0"/>
            <a:r>
              <a:rPr lang="en-US"/>
              <a:t>Click to edit master text</a:t>
            </a:r>
          </a:p>
        </p:txBody>
      </p:sp>
    </p:spTree>
    <p:extLst>
      <p:ext uri="{BB962C8B-B14F-4D97-AF65-F5344CB8AC3E}">
        <p14:creationId xmlns:p14="http://schemas.microsoft.com/office/powerpoint/2010/main" val="2719444032"/>
      </p:ext>
    </p:extLst>
  </p:cSld>
  <p:clrMapOvr>
    <a:masterClrMapping/>
  </p:clrMapOvr>
  <p:transition>
    <p:cove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able with Contents C40V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8A9BB-4EB7-026F-4816-EB928B5DD1D3}"/>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 name="Footer Placeholder 2">
            <a:extLst>
              <a:ext uri="{FF2B5EF4-FFF2-40B4-BE49-F238E27FC236}">
                <a16:creationId xmlns:a16="http://schemas.microsoft.com/office/drawing/2014/main" id="{0B15F750-4EF6-B33F-4FD2-2D9576B1F34B}"/>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0BB428C6-0B9B-0025-A8AE-3EE85EAAD742}"/>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Table Placeholder 5">
            <a:extLst>
              <a:ext uri="{FF2B5EF4-FFF2-40B4-BE49-F238E27FC236}">
                <a16:creationId xmlns:a16="http://schemas.microsoft.com/office/drawing/2014/main" id="{C73C4683-1814-6BFA-2362-08272BB995A4}"/>
              </a:ext>
            </a:extLst>
          </p:cNvPr>
          <p:cNvSpPr>
            <a:spLocks noGrp="1"/>
          </p:cNvSpPr>
          <p:nvPr>
            <p:ph type="tbl" sz="quarter" idx="12"/>
          </p:nvPr>
        </p:nvSpPr>
        <p:spPr>
          <a:xfrm>
            <a:off x="599016" y="2463922"/>
            <a:ext cx="10490453" cy="3809878"/>
          </a:xfrm>
        </p:spPr>
        <p:txBody>
          <a:bodyPr/>
          <a:lstStyle>
            <a:lvl1pPr algn="ctr">
              <a:defRPr/>
            </a:lvl1pPr>
          </a:lstStyle>
          <a:p>
            <a:endParaRPr lang="en-UZ"/>
          </a:p>
        </p:txBody>
      </p:sp>
      <p:sp>
        <p:nvSpPr>
          <p:cNvPr id="8" name="Text Placeholder 7">
            <a:extLst>
              <a:ext uri="{FF2B5EF4-FFF2-40B4-BE49-F238E27FC236}">
                <a16:creationId xmlns:a16="http://schemas.microsoft.com/office/drawing/2014/main" id="{3524791E-5C2D-05F7-7815-AE0E39BA947C}"/>
              </a:ext>
            </a:extLst>
          </p:cNvPr>
          <p:cNvSpPr>
            <a:spLocks noGrp="1"/>
          </p:cNvSpPr>
          <p:nvPr>
            <p:ph type="body" sz="quarter" idx="13"/>
          </p:nvPr>
        </p:nvSpPr>
        <p:spPr>
          <a:xfrm>
            <a:off x="599184" y="1580745"/>
            <a:ext cx="10490454" cy="846196"/>
          </a:xfrm>
        </p:spPr>
        <p:txBody>
          <a:bodyPr anchor="t">
            <a:noAutofit/>
          </a:bodyPr>
          <a:lstStyle>
            <a:lvl1pPr>
              <a:lnSpc>
                <a:spcPct val="100000"/>
              </a:lnSpc>
              <a:spcBef>
                <a:spcPts val="0"/>
              </a:spcBef>
              <a:defRPr sz="1600"/>
            </a:lvl1p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edit Master text styles</a:t>
            </a:r>
          </a:p>
        </p:txBody>
      </p:sp>
    </p:spTree>
    <p:extLst>
      <p:ext uri="{BB962C8B-B14F-4D97-AF65-F5344CB8AC3E}">
        <p14:creationId xmlns:p14="http://schemas.microsoft.com/office/powerpoint/2010/main" val="1050696451"/>
      </p:ext>
    </p:extLst>
  </p:cSld>
  <p:clrMapOvr>
    <a:masterClrMapping/>
  </p:clrMapOvr>
  <p:transition>
    <p:cove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Radial Bars C41V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6" name="Text Placeholder 7">
            <a:extLst>
              <a:ext uri="{FF2B5EF4-FFF2-40B4-BE49-F238E27FC236}">
                <a16:creationId xmlns:a16="http://schemas.microsoft.com/office/drawing/2014/main" id="{3FCEF7BF-5BDE-8E62-534D-F49978DA827D}"/>
              </a:ext>
            </a:extLst>
          </p:cNvPr>
          <p:cNvSpPr>
            <a:spLocks noGrp="1"/>
          </p:cNvSpPr>
          <p:nvPr>
            <p:ph type="body" sz="quarter" idx="19"/>
          </p:nvPr>
        </p:nvSpPr>
        <p:spPr>
          <a:xfrm>
            <a:off x="960121" y="3939475"/>
            <a:ext cx="2747009"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7" name="Text Placeholder 6">
            <a:extLst>
              <a:ext uri="{FF2B5EF4-FFF2-40B4-BE49-F238E27FC236}">
                <a16:creationId xmlns:a16="http://schemas.microsoft.com/office/drawing/2014/main" id="{CFE048E6-9648-7D23-4F6A-972290F836AF}"/>
              </a:ext>
            </a:extLst>
          </p:cNvPr>
          <p:cNvSpPr>
            <a:spLocks noGrp="1"/>
          </p:cNvSpPr>
          <p:nvPr>
            <p:ph type="body" sz="quarter" idx="20" hasCustomPrompt="1"/>
          </p:nvPr>
        </p:nvSpPr>
        <p:spPr>
          <a:xfrm>
            <a:off x="960121" y="3535556"/>
            <a:ext cx="2747009"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9" name="Text Placeholder 7">
            <a:extLst>
              <a:ext uri="{FF2B5EF4-FFF2-40B4-BE49-F238E27FC236}">
                <a16:creationId xmlns:a16="http://schemas.microsoft.com/office/drawing/2014/main" id="{C2B4AD44-066F-B3FB-0920-1B34C2B8DDEC}"/>
              </a:ext>
            </a:extLst>
          </p:cNvPr>
          <p:cNvSpPr>
            <a:spLocks noGrp="1"/>
          </p:cNvSpPr>
          <p:nvPr>
            <p:ph type="body" sz="quarter" idx="30"/>
          </p:nvPr>
        </p:nvSpPr>
        <p:spPr>
          <a:xfrm>
            <a:off x="8484873" y="3939475"/>
            <a:ext cx="2747009"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0" name="Text Placeholder 6">
            <a:extLst>
              <a:ext uri="{FF2B5EF4-FFF2-40B4-BE49-F238E27FC236}">
                <a16:creationId xmlns:a16="http://schemas.microsoft.com/office/drawing/2014/main" id="{4FC28948-6A09-90B2-311E-F69B86F2C6BC}"/>
              </a:ext>
            </a:extLst>
          </p:cNvPr>
          <p:cNvSpPr>
            <a:spLocks noGrp="1"/>
          </p:cNvSpPr>
          <p:nvPr>
            <p:ph type="body" sz="quarter" idx="31" hasCustomPrompt="1"/>
          </p:nvPr>
        </p:nvSpPr>
        <p:spPr>
          <a:xfrm>
            <a:off x="8484873" y="3535556"/>
            <a:ext cx="2747009"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11" name="Picture Placeholder 8">
            <a:extLst>
              <a:ext uri="{FF2B5EF4-FFF2-40B4-BE49-F238E27FC236}">
                <a16:creationId xmlns:a16="http://schemas.microsoft.com/office/drawing/2014/main" id="{5F6DD5D0-74CF-AAB7-33F9-F712C8B0282D}"/>
              </a:ext>
            </a:extLst>
          </p:cNvPr>
          <p:cNvSpPr>
            <a:spLocks noGrp="1"/>
          </p:cNvSpPr>
          <p:nvPr>
            <p:ph type="pic" sz="quarter" idx="28"/>
          </p:nvPr>
        </p:nvSpPr>
        <p:spPr>
          <a:xfrm>
            <a:off x="4896002" y="1711314"/>
            <a:ext cx="2400000" cy="5146685"/>
          </a:xfrm>
        </p:spPr>
        <p:txBody>
          <a:bodyPr/>
          <a:lstStyle/>
          <a:p>
            <a:endParaRPr lang="en-UZ"/>
          </a:p>
        </p:txBody>
      </p:sp>
      <p:sp>
        <p:nvSpPr>
          <p:cNvPr id="12" name="Oval 11">
            <a:extLst>
              <a:ext uri="{FF2B5EF4-FFF2-40B4-BE49-F238E27FC236}">
                <a16:creationId xmlns:a16="http://schemas.microsoft.com/office/drawing/2014/main" id="{F7733980-62BC-E577-31FD-E6DB1A1918F1}"/>
              </a:ext>
            </a:extLst>
          </p:cNvPr>
          <p:cNvSpPr/>
          <p:nvPr userDrawn="1"/>
        </p:nvSpPr>
        <p:spPr>
          <a:xfrm>
            <a:off x="1542979"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15" name="Text Placeholder 14">
            <a:extLst>
              <a:ext uri="{FF2B5EF4-FFF2-40B4-BE49-F238E27FC236}">
                <a16:creationId xmlns:a16="http://schemas.microsoft.com/office/drawing/2014/main" id="{5340BB3D-94E4-3141-F812-FA2B5313EF03}"/>
              </a:ext>
            </a:extLst>
          </p:cNvPr>
          <p:cNvSpPr>
            <a:spLocks noGrp="1"/>
          </p:cNvSpPr>
          <p:nvPr>
            <p:ph type="body" sz="quarter" idx="32" hasCustomPrompt="1"/>
          </p:nvPr>
        </p:nvSpPr>
        <p:spPr>
          <a:xfrm>
            <a:off x="1542979" y="1789592"/>
            <a:ext cx="1581292" cy="1581292"/>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16" name="Text Placeholder 6">
            <a:extLst>
              <a:ext uri="{FF2B5EF4-FFF2-40B4-BE49-F238E27FC236}">
                <a16:creationId xmlns:a16="http://schemas.microsoft.com/office/drawing/2014/main" id="{8F01C872-00F4-50B2-8CA5-917B0645BB79}"/>
              </a:ext>
            </a:extLst>
          </p:cNvPr>
          <p:cNvSpPr>
            <a:spLocks noGrp="1"/>
          </p:cNvSpPr>
          <p:nvPr>
            <p:ph type="body" sz="quarter" idx="33" hasCustomPrompt="1"/>
          </p:nvPr>
        </p:nvSpPr>
        <p:spPr>
          <a:xfrm>
            <a:off x="1704046"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
        <p:nvSpPr>
          <p:cNvPr id="20" name="Oval 19">
            <a:extLst>
              <a:ext uri="{FF2B5EF4-FFF2-40B4-BE49-F238E27FC236}">
                <a16:creationId xmlns:a16="http://schemas.microsoft.com/office/drawing/2014/main" id="{E8116344-FE97-1FDB-2637-B3EA944E742C}"/>
              </a:ext>
            </a:extLst>
          </p:cNvPr>
          <p:cNvSpPr/>
          <p:nvPr userDrawn="1"/>
        </p:nvSpPr>
        <p:spPr>
          <a:xfrm>
            <a:off x="9067731"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1" name="Text Placeholder 14">
            <a:extLst>
              <a:ext uri="{FF2B5EF4-FFF2-40B4-BE49-F238E27FC236}">
                <a16:creationId xmlns:a16="http://schemas.microsoft.com/office/drawing/2014/main" id="{DB8245CA-6DF2-144E-8887-FEBF0C0F954A}"/>
              </a:ext>
            </a:extLst>
          </p:cNvPr>
          <p:cNvSpPr>
            <a:spLocks noGrp="1"/>
          </p:cNvSpPr>
          <p:nvPr>
            <p:ph type="body" sz="quarter" idx="34" hasCustomPrompt="1"/>
          </p:nvPr>
        </p:nvSpPr>
        <p:spPr>
          <a:xfrm>
            <a:off x="9067731" y="1789592"/>
            <a:ext cx="1581292" cy="1581292"/>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22" name="Text Placeholder 6">
            <a:extLst>
              <a:ext uri="{FF2B5EF4-FFF2-40B4-BE49-F238E27FC236}">
                <a16:creationId xmlns:a16="http://schemas.microsoft.com/office/drawing/2014/main" id="{48579A99-016E-7EC1-C8A9-9CC3DBA4F4E1}"/>
              </a:ext>
            </a:extLst>
          </p:cNvPr>
          <p:cNvSpPr>
            <a:spLocks noGrp="1"/>
          </p:cNvSpPr>
          <p:nvPr>
            <p:ph type="body" sz="quarter" idx="35" hasCustomPrompt="1"/>
          </p:nvPr>
        </p:nvSpPr>
        <p:spPr>
          <a:xfrm>
            <a:off x="9228797"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Tree>
    <p:extLst>
      <p:ext uri="{BB962C8B-B14F-4D97-AF65-F5344CB8AC3E}">
        <p14:creationId xmlns:p14="http://schemas.microsoft.com/office/powerpoint/2010/main" val="2097629210"/>
      </p:ext>
    </p:extLst>
  </p:cSld>
  <p:clrMapOvr>
    <a:masterClrMapping/>
  </p:clrMapOvr>
  <p:transition>
    <p:cove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Radial Bars C42V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6" name="Text Placeholder 7">
            <a:extLst>
              <a:ext uri="{FF2B5EF4-FFF2-40B4-BE49-F238E27FC236}">
                <a16:creationId xmlns:a16="http://schemas.microsoft.com/office/drawing/2014/main" id="{3FCEF7BF-5BDE-8E62-534D-F49978DA827D}"/>
              </a:ext>
            </a:extLst>
          </p:cNvPr>
          <p:cNvSpPr>
            <a:spLocks noGrp="1"/>
          </p:cNvSpPr>
          <p:nvPr>
            <p:ph type="body" sz="quarter" idx="19"/>
          </p:nvPr>
        </p:nvSpPr>
        <p:spPr>
          <a:xfrm>
            <a:off x="960121" y="3939475"/>
            <a:ext cx="2747009"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7" name="Text Placeholder 6">
            <a:extLst>
              <a:ext uri="{FF2B5EF4-FFF2-40B4-BE49-F238E27FC236}">
                <a16:creationId xmlns:a16="http://schemas.microsoft.com/office/drawing/2014/main" id="{CFE048E6-9648-7D23-4F6A-972290F836AF}"/>
              </a:ext>
            </a:extLst>
          </p:cNvPr>
          <p:cNvSpPr>
            <a:spLocks noGrp="1"/>
          </p:cNvSpPr>
          <p:nvPr>
            <p:ph type="body" sz="quarter" idx="20" hasCustomPrompt="1"/>
          </p:nvPr>
        </p:nvSpPr>
        <p:spPr>
          <a:xfrm>
            <a:off x="960121" y="3535556"/>
            <a:ext cx="2747009"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9" name="Text Placeholder 7">
            <a:extLst>
              <a:ext uri="{FF2B5EF4-FFF2-40B4-BE49-F238E27FC236}">
                <a16:creationId xmlns:a16="http://schemas.microsoft.com/office/drawing/2014/main" id="{C2B4AD44-066F-B3FB-0920-1B34C2B8DDEC}"/>
              </a:ext>
            </a:extLst>
          </p:cNvPr>
          <p:cNvSpPr>
            <a:spLocks noGrp="1"/>
          </p:cNvSpPr>
          <p:nvPr>
            <p:ph type="body" sz="quarter" idx="30"/>
          </p:nvPr>
        </p:nvSpPr>
        <p:spPr>
          <a:xfrm>
            <a:off x="8484873" y="3939475"/>
            <a:ext cx="2747009"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0" name="Text Placeholder 6">
            <a:extLst>
              <a:ext uri="{FF2B5EF4-FFF2-40B4-BE49-F238E27FC236}">
                <a16:creationId xmlns:a16="http://schemas.microsoft.com/office/drawing/2014/main" id="{4FC28948-6A09-90B2-311E-F69B86F2C6BC}"/>
              </a:ext>
            </a:extLst>
          </p:cNvPr>
          <p:cNvSpPr>
            <a:spLocks noGrp="1"/>
          </p:cNvSpPr>
          <p:nvPr>
            <p:ph type="body" sz="quarter" idx="31" hasCustomPrompt="1"/>
          </p:nvPr>
        </p:nvSpPr>
        <p:spPr>
          <a:xfrm>
            <a:off x="8484873" y="3535556"/>
            <a:ext cx="2747009"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12" name="Oval 11">
            <a:extLst>
              <a:ext uri="{FF2B5EF4-FFF2-40B4-BE49-F238E27FC236}">
                <a16:creationId xmlns:a16="http://schemas.microsoft.com/office/drawing/2014/main" id="{F7733980-62BC-E577-31FD-E6DB1A1918F1}"/>
              </a:ext>
            </a:extLst>
          </p:cNvPr>
          <p:cNvSpPr/>
          <p:nvPr userDrawn="1"/>
        </p:nvSpPr>
        <p:spPr>
          <a:xfrm>
            <a:off x="1542979"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15" name="Text Placeholder 14">
            <a:extLst>
              <a:ext uri="{FF2B5EF4-FFF2-40B4-BE49-F238E27FC236}">
                <a16:creationId xmlns:a16="http://schemas.microsoft.com/office/drawing/2014/main" id="{5340BB3D-94E4-3141-F812-FA2B5313EF03}"/>
              </a:ext>
            </a:extLst>
          </p:cNvPr>
          <p:cNvSpPr>
            <a:spLocks noGrp="1"/>
          </p:cNvSpPr>
          <p:nvPr>
            <p:ph type="body" sz="quarter" idx="32" hasCustomPrompt="1"/>
          </p:nvPr>
        </p:nvSpPr>
        <p:spPr>
          <a:xfrm>
            <a:off x="1542979" y="1789592"/>
            <a:ext cx="1581292" cy="1581292"/>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16" name="Text Placeholder 6">
            <a:extLst>
              <a:ext uri="{FF2B5EF4-FFF2-40B4-BE49-F238E27FC236}">
                <a16:creationId xmlns:a16="http://schemas.microsoft.com/office/drawing/2014/main" id="{8F01C872-00F4-50B2-8CA5-917B0645BB79}"/>
              </a:ext>
            </a:extLst>
          </p:cNvPr>
          <p:cNvSpPr>
            <a:spLocks noGrp="1"/>
          </p:cNvSpPr>
          <p:nvPr>
            <p:ph type="body" sz="quarter" idx="33" hasCustomPrompt="1"/>
          </p:nvPr>
        </p:nvSpPr>
        <p:spPr>
          <a:xfrm>
            <a:off x="1704046"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
        <p:nvSpPr>
          <p:cNvPr id="20" name="Oval 19">
            <a:extLst>
              <a:ext uri="{FF2B5EF4-FFF2-40B4-BE49-F238E27FC236}">
                <a16:creationId xmlns:a16="http://schemas.microsoft.com/office/drawing/2014/main" id="{E8116344-FE97-1FDB-2637-B3EA944E742C}"/>
              </a:ext>
            </a:extLst>
          </p:cNvPr>
          <p:cNvSpPr/>
          <p:nvPr userDrawn="1"/>
        </p:nvSpPr>
        <p:spPr>
          <a:xfrm>
            <a:off x="9067731"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1" name="Text Placeholder 14">
            <a:extLst>
              <a:ext uri="{FF2B5EF4-FFF2-40B4-BE49-F238E27FC236}">
                <a16:creationId xmlns:a16="http://schemas.microsoft.com/office/drawing/2014/main" id="{DB8245CA-6DF2-144E-8887-FEBF0C0F954A}"/>
              </a:ext>
            </a:extLst>
          </p:cNvPr>
          <p:cNvSpPr>
            <a:spLocks noGrp="1"/>
          </p:cNvSpPr>
          <p:nvPr>
            <p:ph type="body" sz="quarter" idx="34" hasCustomPrompt="1"/>
          </p:nvPr>
        </p:nvSpPr>
        <p:spPr>
          <a:xfrm>
            <a:off x="9067731" y="1789592"/>
            <a:ext cx="1581292" cy="1581292"/>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22" name="Text Placeholder 6">
            <a:extLst>
              <a:ext uri="{FF2B5EF4-FFF2-40B4-BE49-F238E27FC236}">
                <a16:creationId xmlns:a16="http://schemas.microsoft.com/office/drawing/2014/main" id="{48579A99-016E-7EC1-C8A9-9CC3DBA4F4E1}"/>
              </a:ext>
            </a:extLst>
          </p:cNvPr>
          <p:cNvSpPr>
            <a:spLocks noGrp="1"/>
          </p:cNvSpPr>
          <p:nvPr>
            <p:ph type="body" sz="quarter" idx="35" hasCustomPrompt="1"/>
          </p:nvPr>
        </p:nvSpPr>
        <p:spPr>
          <a:xfrm>
            <a:off x="9228797"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
        <p:nvSpPr>
          <p:cNvPr id="2" name="Text Placeholder 7">
            <a:extLst>
              <a:ext uri="{FF2B5EF4-FFF2-40B4-BE49-F238E27FC236}">
                <a16:creationId xmlns:a16="http://schemas.microsoft.com/office/drawing/2014/main" id="{C162F774-A6FB-1B55-2359-887EAC6FD5A5}"/>
              </a:ext>
            </a:extLst>
          </p:cNvPr>
          <p:cNvSpPr>
            <a:spLocks noGrp="1"/>
          </p:cNvSpPr>
          <p:nvPr>
            <p:ph type="body" sz="quarter" idx="36"/>
          </p:nvPr>
        </p:nvSpPr>
        <p:spPr>
          <a:xfrm>
            <a:off x="4742327" y="3939475"/>
            <a:ext cx="2747009"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8" name="Text Placeholder 6">
            <a:extLst>
              <a:ext uri="{FF2B5EF4-FFF2-40B4-BE49-F238E27FC236}">
                <a16:creationId xmlns:a16="http://schemas.microsoft.com/office/drawing/2014/main" id="{55863A07-BAE4-0605-C236-504D2E4FC982}"/>
              </a:ext>
            </a:extLst>
          </p:cNvPr>
          <p:cNvSpPr>
            <a:spLocks noGrp="1"/>
          </p:cNvSpPr>
          <p:nvPr>
            <p:ph type="body" sz="quarter" idx="37" hasCustomPrompt="1"/>
          </p:nvPr>
        </p:nvSpPr>
        <p:spPr>
          <a:xfrm>
            <a:off x="4742327" y="3535556"/>
            <a:ext cx="2747009"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13" name="Oval 12">
            <a:extLst>
              <a:ext uri="{FF2B5EF4-FFF2-40B4-BE49-F238E27FC236}">
                <a16:creationId xmlns:a16="http://schemas.microsoft.com/office/drawing/2014/main" id="{2907218F-AE28-4184-69E2-DC195279F072}"/>
              </a:ext>
            </a:extLst>
          </p:cNvPr>
          <p:cNvSpPr/>
          <p:nvPr userDrawn="1"/>
        </p:nvSpPr>
        <p:spPr>
          <a:xfrm>
            <a:off x="5325185"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14" name="Text Placeholder 14">
            <a:extLst>
              <a:ext uri="{FF2B5EF4-FFF2-40B4-BE49-F238E27FC236}">
                <a16:creationId xmlns:a16="http://schemas.microsoft.com/office/drawing/2014/main" id="{CD461EAF-A8B3-07EA-40D1-3B2C41D99719}"/>
              </a:ext>
            </a:extLst>
          </p:cNvPr>
          <p:cNvSpPr>
            <a:spLocks noGrp="1"/>
          </p:cNvSpPr>
          <p:nvPr>
            <p:ph type="body" sz="quarter" idx="38" hasCustomPrompt="1"/>
          </p:nvPr>
        </p:nvSpPr>
        <p:spPr>
          <a:xfrm>
            <a:off x="5325185" y="1789592"/>
            <a:ext cx="1581292" cy="1581292"/>
          </a:xfrm>
          <a:prstGeom prst="arc">
            <a:avLst>
              <a:gd name="adj1" fmla="val 16200000"/>
              <a:gd name="adj2" fmla="val 13391445"/>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17" name="Text Placeholder 6">
            <a:extLst>
              <a:ext uri="{FF2B5EF4-FFF2-40B4-BE49-F238E27FC236}">
                <a16:creationId xmlns:a16="http://schemas.microsoft.com/office/drawing/2014/main" id="{BD01ED4A-6B95-531E-599C-2B0FDB67CD3F}"/>
              </a:ext>
            </a:extLst>
          </p:cNvPr>
          <p:cNvSpPr>
            <a:spLocks noGrp="1"/>
          </p:cNvSpPr>
          <p:nvPr>
            <p:ph type="body" sz="quarter" idx="39" hasCustomPrompt="1"/>
          </p:nvPr>
        </p:nvSpPr>
        <p:spPr>
          <a:xfrm>
            <a:off x="5486252"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Tree>
    <p:extLst>
      <p:ext uri="{BB962C8B-B14F-4D97-AF65-F5344CB8AC3E}">
        <p14:creationId xmlns:p14="http://schemas.microsoft.com/office/powerpoint/2010/main" val="3840074849"/>
      </p:ext>
    </p:extLst>
  </p:cSld>
  <p:clrMapOvr>
    <a:masterClrMapping/>
  </p:clrMapOvr>
  <p:transition>
    <p:cove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 Radial Bars C43V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6" name="Text Placeholder 7">
            <a:extLst>
              <a:ext uri="{FF2B5EF4-FFF2-40B4-BE49-F238E27FC236}">
                <a16:creationId xmlns:a16="http://schemas.microsoft.com/office/drawing/2014/main" id="{3FCEF7BF-5BDE-8E62-534D-F49978DA827D}"/>
              </a:ext>
            </a:extLst>
          </p:cNvPr>
          <p:cNvSpPr>
            <a:spLocks noGrp="1"/>
          </p:cNvSpPr>
          <p:nvPr>
            <p:ph type="body" sz="quarter" idx="19"/>
          </p:nvPr>
        </p:nvSpPr>
        <p:spPr>
          <a:xfrm>
            <a:off x="599017" y="3939475"/>
            <a:ext cx="2410884"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7" name="Text Placeholder 6">
            <a:extLst>
              <a:ext uri="{FF2B5EF4-FFF2-40B4-BE49-F238E27FC236}">
                <a16:creationId xmlns:a16="http://schemas.microsoft.com/office/drawing/2014/main" id="{CFE048E6-9648-7D23-4F6A-972290F836AF}"/>
              </a:ext>
            </a:extLst>
          </p:cNvPr>
          <p:cNvSpPr>
            <a:spLocks noGrp="1"/>
          </p:cNvSpPr>
          <p:nvPr>
            <p:ph type="body" sz="quarter" idx="20" hasCustomPrompt="1"/>
          </p:nvPr>
        </p:nvSpPr>
        <p:spPr>
          <a:xfrm>
            <a:off x="599017" y="3535556"/>
            <a:ext cx="2410884"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12" name="Oval 11">
            <a:extLst>
              <a:ext uri="{FF2B5EF4-FFF2-40B4-BE49-F238E27FC236}">
                <a16:creationId xmlns:a16="http://schemas.microsoft.com/office/drawing/2014/main" id="{F7733980-62BC-E577-31FD-E6DB1A1918F1}"/>
              </a:ext>
            </a:extLst>
          </p:cNvPr>
          <p:cNvSpPr/>
          <p:nvPr userDrawn="1"/>
        </p:nvSpPr>
        <p:spPr>
          <a:xfrm>
            <a:off x="1013813"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15" name="Text Placeholder 14">
            <a:extLst>
              <a:ext uri="{FF2B5EF4-FFF2-40B4-BE49-F238E27FC236}">
                <a16:creationId xmlns:a16="http://schemas.microsoft.com/office/drawing/2014/main" id="{5340BB3D-94E4-3141-F812-FA2B5313EF03}"/>
              </a:ext>
            </a:extLst>
          </p:cNvPr>
          <p:cNvSpPr>
            <a:spLocks noGrp="1"/>
          </p:cNvSpPr>
          <p:nvPr>
            <p:ph type="body" sz="quarter" idx="32" hasCustomPrompt="1"/>
          </p:nvPr>
        </p:nvSpPr>
        <p:spPr>
          <a:xfrm>
            <a:off x="1013813" y="1789592"/>
            <a:ext cx="1581292" cy="1581292"/>
          </a:xfrm>
          <a:prstGeom prst="arc">
            <a:avLst>
              <a:gd name="adj1" fmla="val 16200000"/>
              <a:gd name="adj2" fmla="val 2692824"/>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16" name="Text Placeholder 6">
            <a:extLst>
              <a:ext uri="{FF2B5EF4-FFF2-40B4-BE49-F238E27FC236}">
                <a16:creationId xmlns:a16="http://schemas.microsoft.com/office/drawing/2014/main" id="{8F01C872-00F4-50B2-8CA5-917B0645BB79}"/>
              </a:ext>
            </a:extLst>
          </p:cNvPr>
          <p:cNvSpPr>
            <a:spLocks noGrp="1"/>
          </p:cNvSpPr>
          <p:nvPr>
            <p:ph type="body" sz="quarter" idx="33" hasCustomPrompt="1"/>
          </p:nvPr>
        </p:nvSpPr>
        <p:spPr>
          <a:xfrm>
            <a:off x="1174879"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
        <p:nvSpPr>
          <p:cNvPr id="11" name="Text Placeholder 7">
            <a:extLst>
              <a:ext uri="{FF2B5EF4-FFF2-40B4-BE49-F238E27FC236}">
                <a16:creationId xmlns:a16="http://schemas.microsoft.com/office/drawing/2014/main" id="{CF4FE029-7CD7-9255-1267-D7B27E927209}"/>
              </a:ext>
            </a:extLst>
          </p:cNvPr>
          <p:cNvSpPr>
            <a:spLocks noGrp="1"/>
          </p:cNvSpPr>
          <p:nvPr>
            <p:ph type="body" sz="quarter" idx="34"/>
          </p:nvPr>
        </p:nvSpPr>
        <p:spPr>
          <a:xfrm>
            <a:off x="3413831" y="3939475"/>
            <a:ext cx="2410884"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8" name="Text Placeholder 6">
            <a:extLst>
              <a:ext uri="{FF2B5EF4-FFF2-40B4-BE49-F238E27FC236}">
                <a16:creationId xmlns:a16="http://schemas.microsoft.com/office/drawing/2014/main" id="{C26BAF25-84ED-E1A7-940E-2E3FC707CC74}"/>
              </a:ext>
            </a:extLst>
          </p:cNvPr>
          <p:cNvSpPr>
            <a:spLocks noGrp="1"/>
          </p:cNvSpPr>
          <p:nvPr>
            <p:ph type="body" sz="quarter" idx="35" hasCustomPrompt="1"/>
          </p:nvPr>
        </p:nvSpPr>
        <p:spPr>
          <a:xfrm>
            <a:off x="3413831" y="3535556"/>
            <a:ext cx="2410884"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19" name="Oval 18">
            <a:extLst>
              <a:ext uri="{FF2B5EF4-FFF2-40B4-BE49-F238E27FC236}">
                <a16:creationId xmlns:a16="http://schemas.microsoft.com/office/drawing/2014/main" id="{758B982C-10BC-2E64-7045-87660A6D4AD7}"/>
              </a:ext>
            </a:extLst>
          </p:cNvPr>
          <p:cNvSpPr/>
          <p:nvPr userDrawn="1"/>
        </p:nvSpPr>
        <p:spPr>
          <a:xfrm>
            <a:off x="3828627"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3" name="Text Placeholder 14">
            <a:extLst>
              <a:ext uri="{FF2B5EF4-FFF2-40B4-BE49-F238E27FC236}">
                <a16:creationId xmlns:a16="http://schemas.microsoft.com/office/drawing/2014/main" id="{EA6DDF2A-09B9-38FA-BA74-F86D1A1A313E}"/>
              </a:ext>
            </a:extLst>
          </p:cNvPr>
          <p:cNvSpPr>
            <a:spLocks noGrp="1"/>
          </p:cNvSpPr>
          <p:nvPr>
            <p:ph type="body" sz="quarter" idx="36" hasCustomPrompt="1"/>
          </p:nvPr>
        </p:nvSpPr>
        <p:spPr>
          <a:xfrm>
            <a:off x="3828627" y="1789592"/>
            <a:ext cx="1581292" cy="1581292"/>
          </a:xfrm>
          <a:prstGeom prst="arc">
            <a:avLst>
              <a:gd name="adj1" fmla="val 16200000"/>
              <a:gd name="adj2" fmla="val 10464074"/>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24" name="Text Placeholder 6">
            <a:extLst>
              <a:ext uri="{FF2B5EF4-FFF2-40B4-BE49-F238E27FC236}">
                <a16:creationId xmlns:a16="http://schemas.microsoft.com/office/drawing/2014/main" id="{416F275A-EF44-7E75-2A25-82BF95529C48}"/>
              </a:ext>
            </a:extLst>
          </p:cNvPr>
          <p:cNvSpPr>
            <a:spLocks noGrp="1"/>
          </p:cNvSpPr>
          <p:nvPr>
            <p:ph type="body" sz="quarter" idx="37" hasCustomPrompt="1"/>
          </p:nvPr>
        </p:nvSpPr>
        <p:spPr>
          <a:xfrm>
            <a:off x="3989693"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
        <p:nvSpPr>
          <p:cNvPr id="25" name="Text Placeholder 7">
            <a:extLst>
              <a:ext uri="{FF2B5EF4-FFF2-40B4-BE49-F238E27FC236}">
                <a16:creationId xmlns:a16="http://schemas.microsoft.com/office/drawing/2014/main" id="{D5B72D90-DC25-0463-4B13-99EC1C89FF63}"/>
              </a:ext>
            </a:extLst>
          </p:cNvPr>
          <p:cNvSpPr>
            <a:spLocks noGrp="1"/>
          </p:cNvSpPr>
          <p:nvPr>
            <p:ph type="body" sz="quarter" idx="38"/>
          </p:nvPr>
        </p:nvSpPr>
        <p:spPr>
          <a:xfrm>
            <a:off x="6228645" y="3939475"/>
            <a:ext cx="2410884"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6" name="Text Placeholder 6">
            <a:extLst>
              <a:ext uri="{FF2B5EF4-FFF2-40B4-BE49-F238E27FC236}">
                <a16:creationId xmlns:a16="http://schemas.microsoft.com/office/drawing/2014/main" id="{25E95D4F-5B24-55B9-9D08-BE92A4F97D56}"/>
              </a:ext>
            </a:extLst>
          </p:cNvPr>
          <p:cNvSpPr>
            <a:spLocks noGrp="1"/>
          </p:cNvSpPr>
          <p:nvPr>
            <p:ph type="body" sz="quarter" idx="39" hasCustomPrompt="1"/>
          </p:nvPr>
        </p:nvSpPr>
        <p:spPr>
          <a:xfrm>
            <a:off x="6228645" y="3535556"/>
            <a:ext cx="2410884"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27" name="Oval 26">
            <a:extLst>
              <a:ext uri="{FF2B5EF4-FFF2-40B4-BE49-F238E27FC236}">
                <a16:creationId xmlns:a16="http://schemas.microsoft.com/office/drawing/2014/main" id="{476C846C-A9BA-DF4C-CA41-747879368C73}"/>
              </a:ext>
            </a:extLst>
          </p:cNvPr>
          <p:cNvSpPr/>
          <p:nvPr userDrawn="1"/>
        </p:nvSpPr>
        <p:spPr>
          <a:xfrm>
            <a:off x="6643441"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8" name="Text Placeholder 14">
            <a:extLst>
              <a:ext uri="{FF2B5EF4-FFF2-40B4-BE49-F238E27FC236}">
                <a16:creationId xmlns:a16="http://schemas.microsoft.com/office/drawing/2014/main" id="{7C803BA4-F705-8724-6FF4-D65A322575E3}"/>
              </a:ext>
            </a:extLst>
          </p:cNvPr>
          <p:cNvSpPr>
            <a:spLocks noGrp="1"/>
          </p:cNvSpPr>
          <p:nvPr>
            <p:ph type="body" sz="quarter" idx="40" hasCustomPrompt="1"/>
          </p:nvPr>
        </p:nvSpPr>
        <p:spPr>
          <a:xfrm>
            <a:off x="6643441" y="1789592"/>
            <a:ext cx="1581292" cy="1581292"/>
          </a:xfrm>
          <a:prstGeom prst="arc">
            <a:avLst>
              <a:gd name="adj1" fmla="val 16200000"/>
              <a:gd name="adj2" fmla="val 14005237"/>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29" name="Text Placeholder 6">
            <a:extLst>
              <a:ext uri="{FF2B5EF4-FFF2-40B4-BE49-F238E27FC236}">
                <a16:creationId xmlns:a16="http://schemas.microsoft.com/office/drawing/2014/main" id="{880D6167-C21A-C555-BA54-31FD28F4BDC0}"/>
              </a:ext>
            </a:extLst>
          </p:cNvPr>
          <p:cNvSpPr>
            <a:spLocks noGrp="1"/>
          </p:cNvSpPr>
          <p:nvPr>
            <p:ph type="body" sz="quarter" idx="41" hasCustomPrompt="1"/>
          </p:nvPr>
        </p:nvSpPr>
        <p:spPr>
          <a:xfrm>
            <a:off x="6804507"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
        <p:nvSpPr>
          <p:cNvPr id="30" name="Text Placeholder 7">
            <a:extLst>
              <a:ext uri="{FF2B5EF4-FFF2-40B4-BE49-F238E27FC236}">
                <a16:creationId xmlns:a16="http://schemas.microsoft.com/office/drawing/2014/main" id="{4B2D5247-5BBE-A4FC-BF79-FDB17DD7484A}"/>
              </a:ext>
            </a:extLst>
          </p:cNvPr>
          <p:cNvSpPr>
            <a:spLocks noGrp="1"/>
          </p:cNvSpPr>
          <p:nvPr>
            <p:ph type="body" sz="quarter" idx="42"/>
          </p:nvPr>
        </p:nvSpPr>
        <p:spPr>
          <a:xfrm>
            <a:off x="9043458" y="3939475"/>
            <a:ext cx="2410884" cy="2334325"/>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1" name="Text Placeholder 6">
            <a:extLst>
              <a:ext uri="{FF2B5EF4-FFF2-40B4-BE49-F238E27FC236}">
                <a16:creationId xmlns:a16="http://schemas.microsoft.com/office/drawing/2014/main" id="{A6B4D810-41EF-8C67-7FCF-93F3CE43FA4D}"/>
              </a:ext>
            </a:extLst>
          </p:cNvPr>
          <p:cNvSpPr>
            <a:spLocks noGrp="1"/>
          </p:cNvSpPr>
          <p:nvPr>
            <p:ph type="body" sz="quarter" idx="43" hasCustomPrompt="1"/>
          </p:nvPr>
        </p:nvSpPr>
        <p:spPr>
          <a:xfrm>
            <a:off x="9043458" y="3535556"/>
            <a:ext cx="2410884" cy="369600"/>
          </a:xfrm>
        </p:spPr>
        <p:txBody>
          <a:bodyPr anchor="ctr">
            <a:noAutofit/>
          </a:bodyPr>
          <a:lstStyle>
            <a:lvl1pPr algn="ctr">
              <a:lnSpc>
                <a:spcPct val="100000"/>
              </a:lnSpc>
              <a:spcBef>
                <a:spcPts val="0"/>
              </a:spcBef>
              <a:defRPr sz="1800" b="1"/>
            </a:lvl1pPr>
          </a:lstStyle>
          <a:p>
            <a:pPr lvl="0"/>
            <a:r>
              <a:rPr lang="en-US"/>
              <a:t>Click to edit master</a:t>
            </a:r>
          </a:p>
        </p:txBody>
      </p:sp>
      <p:sp>
        <p:nvSpPr>
          <p:cNvPr id="32" name="Oval 31">
            <a:extLst>
              <a:ext uri="{FF2B5EF4-FFF2-40B4-BE49-F238E27FC236}">
                <a16:creationId xmlns:a16="http://schemas.microsoft.com/office/drawing/2014/main" id="{F4ECCCD7-EBDF-A863-CD23-F3DAB5D9306D}"/>
              </a:ext>
            </a:extLst>
          </p:cNvPr>
          <p:cNvSpPr/>
          <p:nvPr userDrawn="1"/>
        </p:nvSpPr>
        <p:spPr>
          <a:xfrm>
            <a:off x="9458254" y="1789592"/>
            <a:ext cx="1581292" cy="1581292"/>
          </a:xfrm>
          <a:prstGeom prst="ellipse">
            <a:avLst/>
          </a:prstGeom>
          <a:noFill/>
          <a:ln w="762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33" name="Text Placeholder 14">
            <a:extLst>
              <a:ext uri="{FF2B5EF4-FFF2-40B4-BE49-F238E27FC236}">
                <a16:creationId xmlns:a16="http://schemas.microsoft.com/office/drawing/2014/main" id="{48DC3989-3D21-3AF9-A556-3422150BE703}"/>
              </a:ext>
            </a:extLst>
          </p:cNvPr>
          <p:cNvSpPr>
            <a:spLocks noGrp="1"/>
          </p:cNvSpPr>
          <p:nvPr>
            <p:ph type="body" sz="quarter" idx="44" hasCustomPrompt="1"/>
          </p:nvPr>
        </p:nvSpPr>
        <p:spPr>
          <a:xfrm>
            <a:off x="9458254" y="1789592"/>
            <a:ext cx="1581292" cy="1581292"/>
          </a:xfrm>
          <a:prstGeom prst="arc">
            <a:avLst>
              <a:gd name="adj1" fmla="val 16200000"/>
              <a:gd name="adj2" fmla="val 19635751"/>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a:t> </a:t>
            </a:r>
            <a:endParaRPr lang="en-GB"/>
          </a:p>
        </p:txBody>
      </p:sp>
      <p:sp>
        <p:nvSpPr>
          <p:cNvPr id="34" name="Text Placeholder 6">
            <a:extLst>
              <a:ext uri="{FF2B5EF4-FFF2-40B4-BE49-F238E27FC236}">
                <a16:creationId xmlns:a16="http://schemas.microsoft.com/office/drawing/2014/main" id="{C02AA878-71DA-6E58-9211-C909D3380D8B}"/>
              </a:ext>
            </a:extLst>
          </p:cNvPr>
          <p:cNvSpPr>
            <a:spLocks noGrp="1"/>
          </p:cNvSpPr>
          <p:nvPr>
            <p:ph type="body" sz="quarter" idx="45" hasCustomPrompt="1"/>
          </p:nvPr>
        </p:nvSpPr>
        <p:spPr>
          <a:xfrm>
            <a:off x="9619320" y="2209897"/>
            <a:ext cx="1259160" cy="760184"/>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a:t>xx%</a:t>
            </a:r>
          </a:p>
        </p:txBody>
      </p:sp>
    </p:spTree>
    <p:extLst>
      <p:ext uri="{BB962C8B-B14F-4D97-AF65-F5344CB8AC3E}">
        <p14:creationId xmlns:p14="http://schemas.microsoft.com/office/powerpoint/2010/main" val="1553553249"/>
      </p:ext>
    </p:extLst>
  </p:cSld>
  <p:clrMapOvr>
    <a:masterClrMapping/>
  </p:clrMapOvr>
  <p:transition>
    <p:cove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 Chart C44V1">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8" name="Chart Placeholder 7">
            <a:extLst>
              <a:ext uri="{FF2B5EF4-FFF2-40B4-BE49-F238E27FC236}">
                <a16:creationId xmlns:a16="http://schemas.microsoft.com/office/drawing/2014/main" id="{AF0E4F90-3DBB-812E-9DDA-CF3270CD7068}"/>
              </a:ext>
            </a:extLst>
          </p:cNvPr>
          <p:cNvSpPr>
            <a:spLocks noGrp="1"/>
          </p:cNvSpPr>
          <p:nvPr>
            <p:ph type="chart" sz="quarter" idx="12"/>
          </p:nvPr>
        </p:nvSpPr>
        <p:spPr>
          <a:xfrm>
            <a:off x="599015" y="1684338"/>
            <a:ext cx="5496985" cy="4589462"/>
          </a:xfrm>
        </p:spPr>
        <p:txBody>
          <a:bodyPr/>
          <a:lstStyle>
            <a:lvl1pPr algn="ctr">
              <a:defRPr/>
            </a:lvl1pPr>
          </a:lstStyle>
          <a:p>
            <a:endParaRPr lang="en-GB"/>
          </a:p>
        </p:txBody>
      </p:sp>
      <p:sp>
        <p:nvSpPr>
          <p:cNvPr id="7" name="Text Placeholder 7">
            <a:extLst>
              <a:ext uri="{FF2B5EF4-FFF2-40B4-BE49-F238E27FC236}">
                <a16:creationId xmlns:a16="http://schemas.microsoft.com/office/drawing/2014/main" id="{884E95D3-2824-B5BC-6C5B-129117E1627C}"/>
              </a:ext>
            </a:extLst>
          </p:cNvPr>
          <p:cNvSpPr>
            <a:spLocks noGrp="1"/>
          </p:cNvSpPr>
          <p:nvPr>
            <p:ph type="body" sz="quarter" idx="33"/>
          </p:nvPr>
        </p:nvSpPr>
        <p:spPr>
          <a:xfrm>
            <a:off x="6302677" y="2343997"/>
            <a:ext cx="4786962" cy="3929803"/>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9" name="Text Placeholder 6">
            <a:extLst>
              <a:ext uri="{FF2B5EF4-FFF2-40B4-BE49-F238E27FC236}">
                <a16:creationId xmlns:a16="http://schemas.microsoft.com/office/drawing/2014/main" id="{3056BDF4-B8EC-E5EC-B40B-EDA023531297}"/>
              </a:ext>
            </a:extLst>
          </p:cNvPr>
          <p:cNvSpPr>
            <a:spLocks noGrp="1"/>
          </p:cNvSpPr>
          <p:nvPr>
            <p:ph type="body" sz="quarter" idx="34" hasCustomPrompt="1"/>
          </p:nvPr>
        </p:nvSpPr>
        <p:spPr>
          <a:xfrm>
            <a:off x="6302677" y="1684338"/>
            <a:ext cx="4786962" cy="625340"/>
          </a:xfrm>
        </p:spPr>
        <p:txBody>
          <a:bodyPr anchor="b">
            <a:noAutofit/>
          </a:bodyPr>
          <a:lstStyle>
            <a:lvl1pPr algn="l">
              <a:lnSpc>
                <a:spcPct val="100000"/>
              </a:lnSpc>
              <a:spcBef>
                <a:spcPts val="0"/>
              </a:spcBef>
              <a:defRPr sz="1800" b="1"/>
            </a:lvl1pPr>
          </a:lstStyle>
          <a:p>
            <a:pPr lvl="0"/>
            <a:r>
              <a:rPr lang="en-US"/>
              <a:t>Click to edit master</a:t>
            </a:r>
          </a:p>
        </p:txBody>
      </p:sp>
    </p:spTree>
    <p:extLst>
      <p:ext uri="{BB962C8B-B14F-4D97-AF65-F5344CB8AC3E}">
        <p14:creationId xmlns:p14="http://schemas.microsoft.com/office/powerpoint/2010/main" val="3257180963"/>
      </p:ext>
    </p:extLst>
  </p:cSld>
  <p:clrMapOvr>
    <a:masterClrMapping/>
  </p:clrMapOvr>
  <p:transition>
    <p:cove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 Chart C44V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8" name="Chart Placeholder 7">
            <a:extLst>
              <a:ext uri="{FF2B5EF4-FFF2-40B4-BE49-F238E27FC236}">
                <a16:creationId xmlns:a16="http://schemas.microsoft.com/office/drawing/2014/main" id="{AF0E4F90-3DBB-812E-9DDA-CF3270CD7068}"/>
              </a:ext>
            </a:extLst>
          </p:cNvPr>
          <p:cNvSpPr>
            <a:spLocks noGrp="1"/>
          </p:cNvSpPr>
          <p:nvPr>
            <p:ph type="chart" sz="quarter" idx="12"/>
          </p:nvPr>
        </p:nvSpPr>
        <p:spPr>
          <a:xfrm>
            <a:off x="5592654" y="1684338"/>
            <a:ext cx="5496985" cy="4589462"/>
          </a:xfrm>
        </p:spPr>
        <p:txBody>
          <a:bodyPr/>
          <a:lstStyle>
            <a:lvl1pPr algn="ctr">
              <a:defRPr/>
            </a:lvl1pPr>
          </a:lstStyle>
          <a:p>
            <a:endParaRPr lang="en-GB"/>
          </a:p>
        </p:txBody>
      </p:sp>
      <p:sp>
        <p:nvSpPr>
          <p:cNvPr id="7" name="Text Placeholder 7">
            <a:extLst>
              <a:ext uri="{FF2B5EF4-FFF2-40B4-BE49-F238E27FC236}">
                <a16:creationId xmlns:a16="http://schemas.microsoft.com/office/drawing/2014/main" id="{898DEADD-CD43-6F52-71F8-23E079E2976F}"/>
              </a:ext>
            </a:extLst>
          </p:cNvPr>
          <p:cNvSpPr>
            <a:spLocks noGrp="1"/>
          </p:cNvSpPr>
          <p:nvPr>
            <p:ph type="body" sz="quarter" idx="33"/>
          </p:nvPr>
        </p:nvSpPr>
        <p:spPr>
          <a:xfrm>
            <a:off x="599015" y="2343997"/>
            <a:ext cx="4786962" cy="3929803"/>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9" name="Text Placeholder 6">
            <a:extLst>
              <a:ext uri="{FF2B5EF4-FFF2-40B4-BE49-F238E27FC236}">
                <a16:creationId xmlns:a16="http://schemas.microsoft.com/office/drawing/2014/main" id="{E114CADB-0157-1981-4638-C51FE1BA536C}"/>
              </a:ext>
            </a:extLst>
          </p:cNvPr>
          <p:cNvSpPr>
            <a:spLocks noGrp="1"/>
          </p:cNvSpPr>
          <p:nvPr>
            <p:ph type="body" sz="quarter" idx="34" hasCustomPrompt="1"/>
          </p:nvPr>
        </p:nvSpPr>
        <p:spPr>
          <a:xfrm>
            <a:off x="599015" y="1684338"/>
            <a:ext cx="4786962" cy="625340"/>
          </a:xfrm>
        </p:spPr>
        <p:txBody>
          <a:bodyPr anchor="b">
            <a:noAutofit/>
          </a:bodyPr>
          <a:lstStyle>
            <a:lvl1pPr algn="l">
              <a:lnSpc>
                <a:spcPct val="100000"/>
              </a:lnSpc>
              <a:spcBef>
                <a:spcPts val="0"/>
              </a:spcBef>
              <a:defRPr sz="1800" b="1"/>
            </a:lvl1pPr>
          </a:lstStyle>
          <a:p>
            <a:pPr lvl="0"/>
            <a:r>
              <a:rPr lang="en-US"/>
              <a:t>Click to edit master</a:t>
            </a:r>
          </a:p>
        </p:txBody>
      </p:sp>
    </p:spTree>
    <p:extLst>
      <p:ext uri="{BB962C8B-B14F-4D97-AF65-F5344CB8AC3E}">
        <p14:creationId xmlns:p14="http://schemas.microsoft.com/office/powerpoint/2010/main" val="1593932313"/>
      </p:ext>
    </p:extLst>
  </p:cSld>
  <p:clrMapOvr>
    <a:masterClrMapping/>
  </p:clrMapOvr>
  <p:transition>
    <p:cove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meline I60V1">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7A8118FB-1A8E-A9E5-5B2F-3B986FD69E93}"/>
              </a:ext>
            </a:extLst>
          </p:cNvPr>
          <p:cNvCxnSpPr>
            <a:cxnSpLocks/>
          </p:cNvCxnSpPr>
          <p:nvPr userDrawn="1"/>
        </p:nvCxnSpPr>
        <p:spPr>
          <a:xfrm>
            <a:off x="587375" y="3908782"/>
            <a:ext cx="112541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4" name="Text Placeholder 6">
            <a:extLst>
              <a:ext uri="{FF2B5EF4-FFF2-40B4-BE49-F238E27FC236}">
                <a16:creationId xmlns:a16="http://schemas.microsoft.com/office/drawing/2014/main" id="{11596524-C63D-A1E8-4A0B-8CBD7E2FD6BA}"/>
              </a:ext>
            </a:extLst>
          </p:cNvPr>
          <p:cNvSpPr>
            <a:spLocks noGrp="1"/>
          </p:cNvSpPr>
          <p:nvPr>
            <p:ph type="body" sz="quarter" idx="31" hasCustomPrompt="1"/>
          </p:nvPr>
        </p:nvSpPr>
        <p:spPr>
          <a:xfrm>
            <a:off x="1174749" y="3686645"/>
            <a:ext cx="1920196"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700" b="1" dirty="0">
                <a:solidFill>
                  <a:schemeClr val="bg1"/>
                </a:solidFill>
              </a:defRPr>
            </a:lvl1pPr>
          </a:lstStyle>
          <a:p>
            <a:pPr lvl="0" algn="ctr" defTabSz="914400"/>
            <a:r>
              <a:rPr lang="en-US"/>
              <a:t>Text</a:t>
            </a:r>
          </a:p>
        </p:txBody>
      </p:sp>
      <p:sp>
        <p:nvSpPr>
          <p:cNvPr id="35" name="Text Placeholder 7">
            <a:extLst>
              <a:ext uri="{FF2B5EF4-FFF2-40B4-BE49-F238E27FC236}">
                <a16:creationId xmlns:a16="http://schemas.microsoft.com/office/drawing/2014/main" id="{B15F961B-67C8-92B6-1667-5E989350E3E0}"/>
              </a:ext>
            </a:extLst>
          </p:cNvPr>
          <p:cNvSpPr>
            <a:spLocks noGrp="1"/>
          </p:cNvSpPr>
          <p:nvPr>
            <p:ph type="body" sz="quarter" idx="19"/>
          </p:nvPr>
        </p:nvSpPr>
        <p:spPr>
          <a:xfrm>
            <a:off x="1174749" y="4916152"/>
            <a:ext cx="3328671" cy="1235017"/>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6" name="Text Placeholder 6">
            <a:extLst>
              <a:ext uri="{FF2B5EF4-FFF2-40B4-BE49-F238E27FC236}">
                <a16:creationId xmlns:a16="http://schemas.microsoft.com/office/drawing/2014/main" id="{A0245317-5EE6-BFFC-1AF7-10F3DE47907F}"/>
              </a:ext>
            </a:extLst>
          </p:cNvPr>
          <p:cNvSpPr>
            <a:spLocks noGrp="1"/>
          </p:cNvSpPr>
          <p:nvPr>
            <p:ph type="body" sz="quarter" idx="20" hasCustomPrompt="1"/>
          </p:nvPr>
        </p:nvSpPr>
        <p:spPr>
          <a:xfrm>
            <a:off x="1174749" y="4238550"/>
            <a:ext cx="3328671" cy="643283"/>
          </a:xfrm>
        </p:spPr>
        <p:txBody>
          <a:bodyPr anchor="b">
            <a:noAutofit/>
          </a:bodyPr>
          <a:lstStyle>
            <a:lvl1pPr algn="l">
              <a:lnSpc>
                <a:spcPct val="100000"/>
              </a:lnSpc>
              <a:spcBef>
                <a:spcPts val="0"/>
              </a:spcBef>
              <a:defRPr sz="1800" b="1"/>
            </a:lvl1pPr>
          </a:lstStyle>
          <a:p>
            <a:pPr lvl="0"/>
            <a:r>
              <a:rPr lang="en-US"/>
              <a:t>Click to edit master</a:t>
            </a:r>
          </a:p>
        </p:txBody>
      </p:sp>
      <p:sp>
        <p:nvSpPr>
          <p:cNvPr id="37" name="Text Placeholder 6">
            <a:extLst>
              <a:ext uri="{FF2B5EF4-FFF2-40B4-BE49-F238E27FC236}">
                <a16:creationId xmlns:a16="http://schemas.microsoft.com/office/drawing/2014/main" id="{D3D8BF67-4747-1427-640D-72AB1B7600B0}"/>
              </a:ext>
            </a:extLst>
          </p:cNvPr>
          <p:cNvSpPr>
            <a:spLocks noGrp="1"/>
          </p:cNvSpPr>
          <p:nvPr>
            <p:ph type="body" sz="quarter" idx="32" hasCustomPrompt="1"/>
          </p:nvPr>
        </p:nvSpPr>
        <p:spPr>
          <a:xfrm>
            <a:off x="4643437" y="3686645"/>
            <a:ext cx="1920196"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700" b="1" dirty="0">
                <a:solidFill>
                  <a:schemeClr val="bg1"/>
                </a:solidFill>
              </a:defRPr>
            </a:lvl1pPr>
          </a:lstStyle>
          <a:p>
            <a:pPr lvl="0" algn="ctr" defTabSz="914400"/>
            <a:r>
              <a:rPr lang="en-US"/>
              <a:t>Text</a:t>
            </a:r>
          </a:p>
        </p:txBody>
      </p:sp>
      <p:sp>
        <p:nvSpPr>
          <p:cNvPr id="38" name="Text Placeholder 7">
            <a:extLst>
              <a:ext uri="{FF2B5EF4-FFF2-40B4-BE49-F238E27FC236}">
                <a16:creationId xmlns:a16="http://schemas.microsoft.com/office/drawing/2014/main" id="{4E4CC1F2-2050-D1E9-A6B3-5315DCC85331}"/>
              </a:ext>
            </a:extLst>
          </p:cNvPr>
          <p:cNvSpPr>
            <a:spLocks noGrp="1"/>
          </p:cNvSpPr>
          <p:nvPr>
            <p:ph type="body" sz="quarter" idx="33"/>
          </p:nvPr>
        </p:nvSpPr>
        <p:spPr>
          <a:xfrm>
            <a:off x="4645757" y="2343997"/>
            <a:ext cx="3328671" cy="1235017"/>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9" name="Text Placeholder 6">
            <a:extLst>
              <a:ext uri="{FF2B5EF4-FFF2-40B4-BE49-F238E27FC236}">
                <a16:creationId xmlns:a16="http://schemas.microsoft.com/office/drawing/2014/main" id="{3EBDA7ED-7F68-ACA2-70A8-83C36B99F128}"/>
              </a:ext>
            </a:extLst>
          </p:cNvPr>
          <p:cNvSpPr>
            <a:spLocks noGrp="1"/>
          </p:cNvSpPr>
          <p:nvPr>
            <p:ph type="body" sz="quarter" idx="34" hasCustomPrompt="1"/>
          </p:nvPr>
        </p:nvSpPr>
        <p:spPr>
          <a:xfrm>
            <a:off x="4645757" y="1666395"/>
            <a:ext cx="3328671" cy="643283"/>
          </a:xfrm>
        </p:spPr>
        <p:txBody>
          <a:bodyPr anchor="b">
            <a:noAutofit/>
          </a:bodyPr>
          <a:lstStyle>
            <a:lvl1pPr algn="l">
              <a:lnSpc>
                <a:spcPct val="100000"/>
              </a:lnSpc>
              <a:spcBef>
                <a:spcPts val="0"/>
              </a:spcBef>
              <a:defRPr sz="1800" b="1"/>
            </a:lvl1pPr>
          </a:lstStyle>
          <a:p>
            <a:pPr lvl="0"/>
            <a:r>
              <a:rPr lang="en-US"/>
              <a:t>Click to edit master</a:t>
            </a:r>
          </a:p>
        </p:txBody>
      </p:sp>
      <p:sp>
        <p:nvSpPr>
          <p:cNvPr id="40" name="Text Placeholder 6">
            <a:extLst>
              <a:ext uri="{FF2B5EF4-FFF2-40B4-BE49-F238E27FC236}">
                <a16:creationId xmlns:a16="http://schemas.microsoft.com/office/drawing/2014/main" id="{916D14CC-A00F-677A-9AEC-9FCF12084F74}"/>
              </a:ext>
            </a:extLst>
          </p:cNvPr>
          <p:cNvSpPr>
            <a:spLocks noGrp="1"/>
          </p:cNvSpPr>
          <p:nvPr>
            <p:ph type="body" sz="quarter" idx="35" hasCustomPrompt="1"/>
          </p:nvPr>
        </p:nvSpPr>
        <p:spPr>
          <a:xfrm>
            <a:off x="8112125" y="3686645"/>
            <a:ext cx="1920196"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700" b="1" dirty="0">
                <a:solidFill>
                  <a:schemeClr val="bg1"/>
                </a:solidFill>
              </a:defRPr>
            </a:lvl1pPr>
          </a:lstStyle>
          <a:p>
            <a:pPr lvl="0" algn="ctr" defTabSz="914400"/>
            <a:r>
              <a:rPr lang="en-US"/>
              <a:t>Text</a:t>
            </a:r>
          </a:p>
        </p:txBody>
      </p:sp>
      <p:sp>
        <p:nvSpPr>
          <p:cNvPr id="41" name="Text Placeholder 7">
            <a:extLst>
              <a:ext uri="{FF2B5EF4-FFF2-40B4-BE49-F238E27FC236}">
                <a16:creationId xmlns:a16="http://schemas.microsoft.com/office/drawing/2014/main" id="{37ECB2B9-C198-4F4A-4D80-D3929D6AFF68}"/>
              </a:ext>
            </a:extLst>
          </p:cNvPr>
          <p:cNvSpPr>
            <a:spLocks noGrp="1"/>
          </p:cNvSpPr>
          <p:nvPr>
            <p:ph type="body" sz="quarter" idx="36"/>
          </p:nvPr>
        </p:nvSpPr>
        <p:spPr>
          <a:xfrm>
            <a:off x="8116764" y="4916152"/>
            <a:ext cx="3328671" cy="1235017"/>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42" name="Text Placeholder 6">
            <a:extLst>
              <a:ext uri="{FF2B5EF4-FFF2-40B4-BE49-F238E27FC236}">
                <a16:creationId xmlns:a16="http://schemas.microsoft.com/office/drawing/2014/main" id="{A43587C9-E8FC-986E-E624-AFF3B038C7F1}"/>
              </a:ext>
            </a:extLst>
          </p:cNvPr>
          <p:cNvSpPr>
            <a:spLocks noGrp="1"/>
          </p:cNvSpPr>
          <p:nvPr>
            <p:ph type="body" sz="quarter" idx="37" hasCustomPrompt="1"/>
          </p:nvPr>
        </p:nvSpPr>
        <p:spPr>
          <a:xfrm>
            <a:off x="8116764" y="4238550"/>
            <a:ext cx="3328671" cy="643283"/>
          </a:xfrm>
        </p:spPr>
        <p:txBody>
          <a:bodyPr anchor="b">
            <a:noAutofit/>
          </a:bodyPr>
          <a:lstStyle>
            <a:lvl1pPr algn="l">
              <a:lnSpc>
                <a:spcPct val="100000"/>
              </a:lnSpc>
              <a:spcBef>
                <a:spcPts val="0"/>
              </a:spcBef>
              <a:defRPr sz="1800" b="1"/>
            </a:lvl1pPr>
          </a:lstStyle>
          <a:p>
            <a:pPr lvl="0"/>
            <a:r>
              <a:rPr lang="en-US"/>
              <a:t>Click to edit master</a:t>
            </a:r>
          </a:p>
        </p:txBody>
      </p:sp>
    </p:spTree>
    <p:extLst>
      <p:ext uri="{BB962C8B-B14F-4D97-AF65-F5344CB8AC3E}">
        <p14:creationId xmlns:p14="http://schemas.microsoft.com/office/powerpoint/2010/main" val="4182109562"/>
      </p:ext>
    </p:extLst>
  </p:cSld>
  <p:clrMapOvr>
    <a:masterClrMapping/>
  </p:clrMapOvr>
  <p:transition>
    <p:cove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meline I60V2">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7A8118FB-1A8E-A9E5-5B2F-3B986FD69E93}"/>
              </a:ext>
            </a:extLst>
          </p:cNvPr>
          <p:cNvCxnSpPr>
            <a:cxnSpLocks/>
          </p:cNvCxnSpPr>
          <p:nvPr userDrawn="1"/>
        </p:nvCxnSpPr>
        <p:spPr>
          <a:xfrm>
            <a:off x="587375" y="3908782"/>
            <a:ext cx="112541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4" name="Text Placeholder 6">
            <a:extLst>
              <a:ext uri="{FF2B5EF4-FFF2-40B4-BE49-F238E27FC236}">
                <a16:creationId xmlns:a16="http://schemas.microsoft.com/office/drawing/2014/main" id="{11596524-C63D-A1E8-4A0B-8CBD7E2FD6BA}"/>
              </a:ext>
            </a:extLst>
          </p:cNvPr>
          <p:cNvSpPr>
            <a:spLocks noGrp="1"/>
          </p:cNvSpPr>
          <p:nvPr>
            <p:ph type="body" sz="quarter" idx="31" hasCustomPrompt="1"/>
          </p:nvPr>
        </p:nvSpPr>
        <p:spPr>
          <a:xfrm>
            <a:off x="1174749"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700" b="1" dirty="0">
                <a:solidFill>
                  <a:schemeClr val="bg1"/>
                </a:solidFill>
              </a:defRPr>
            </a:lvl1pPr>
          </a:lstStyle>
          <a:p>
            <a:pPr lvl="0" algn="ctr" defTabSz="914400"/>
            <a:r>
              <a:rPr lang="en-US"/>
              <a:t>Text</a:t>
            </a:r>
          </a:p>
        </p:txBody>
      </p:sp>
      <p:sp>
        <p:nvSpPr>
          <p:cNvPr id="35" name="Text Placeholder 7">
            <a:extLst>
              <a:ext uri="{FF2B5EF4-FFF2-40B4-BE49-F238E27FC236}">
                <a16:creationId xmlns:a16="http://schemas.microsoft.com/office/drawing/2014/main" id="{B15F961B-67C8-92B6-1667-5E989350E3E0}"/>
              </a:ext>
            </a:extLst>
          </p:cNvPr>
          <p:cNvSpPr>
            <a:spLocks noGrp="1"/>
          </p:cNvSpPr>
          <p:nvPr>
            <p:ph type="body" sz="quarter" idx="19"/>
          </p:nvPr>
        </p:nvSpPr>
        <p:spPr>
          <a:xfrm>
            <a:off x="1174749" y="4916152"/>
            <a:ext cx="2309430" cy="1235017"/>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6" name="Text Placeholder 6">
            <a:extLst>
              <a:ext uri="{FF2B5EF4-FFF2-40B4-BE49-F238E27FC236}">
                <a16:creationId xmlns:a16="http://schemas.microsoft.com/office/drawing/2014/main" id="{A0245317-5EE6-BFFC-1AF7-10F3DE47907F}"/>
              </a:ext>
            </a:extLst>
          </p:cNvPr>
          <p:cNvSpPr>
            <a:spLocks noGrp="1"/>
          </p:cNvSpPr>
          <p:nvPr>
            <p:ph type="body" sz="quarter" idx="20" hasCustomPrompt="1"/>
          </p:nvPr>
        </p:nvSpPr>
        <p:spPr>
          <a:xfrm>
            <a:off x="1174749" y="4238550"/>
            <a:ext cx="2309430" cy="643283"/>
          </a:xfrm>
        </p:spPr>
        <p:txBody>
          <a:bodyPr anchor="b">
            <a:noAutofit/>
          </a:bodyPr>
          <a:lstStyle>
            <a:lvl1pPr algn="l">
              <a:lnSpc>
                <a:spcPct val="100000"/>
              </a:lnSpc>
              <a:spcBef>
                <a:spcPts val="0"/>
              </a:spcBef>
              <a:defRPr sz="1800" b="1"/>
            </a:lvl1pPr>
          </a:lstStyle>
          <a:p>
            <a:pPr lvl="0"/>
            <a:r>
              <a:rPr lang="en-US"/>
              <a:t>Click to edit master</a:t>
            </a:r>
          </a:p>
        </p:txBody>
      </p:sp>
      <p:sp>
        <p:nvSpPr>
          <p:cNvPr id="37" name="Text Placeholder 6">
            <a:extLst>
              <a:ext uri="{FF2B5EF4-FFF2-40B4-BE49-F238E27FC236}">
                <a16:creationId xmlns:a16="http://schemas.microsoft.com/office/drawing/2014/main" id="{D3D8BF67-4747-1427-640D-72AB1B7600B0}"/>
              </a:ext>
            </a:extLst>
          </p:cNvPr>
          <p:cNvSpPr>
            <a:spLocks noGrp="1"/>
          </p:cNvSpPr>
          <p:nvPr>
            <p:ph type="body" sz="quarter" idx="32" hasCustomPrompt="1"/>
          </p:nvPr>
        </p:nvSpPr>
        <p:spPr>
          <a:xfrm>
            <a:off x="3836757"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700" b="1" dirty="0">
                <a:solidFill>
                  <a:schemeClr val="bg1"/>
                </a:solidFill>
              </a:defRPr>
            </a:lvl1pPr>
          </a:lstStyle>
          <a:p>
            <a:pPr lvl="0" algn="ctr" defTabSz="914400"/>
            <a:r>
              <a:rPr lang="en-US"/>
              <a:t>Text</a:t>
            </a:r>
          </a:p>
        </p:txBody>
      </p:sp>
      <p:sp>
        <p:nvSpPr>
          <p:cNvPr id="38" name="Text Placeholder 7">
            <a:extLst>
              <a:ext uri="{FF2B5EF4-FFF2-40B4-BE49-F238E27FC236}">
                <a16:creationId xmlns:a16="http://schemas.microsoft.com/office/drawing/2014/main" id="{4E4CC1F2-2050-D1E9-A6B3-5315DCC85331}"/>
              </a:ext>
            </a:extLst>
          </p:cNvPr>
          <p:cNvSpPr>
            <a:spLocks noGrp="1"/>
          </p:cNvSpPr>
          <p:nvPr>
            <p:ph type="body" sz="quarter" idx="33"/>
          </p:nvPr>
        </p:nvSpPr>
        <p:spPr>
          <a:xfrm>
            <a:off x="3836756" y="2343997"/>
            <a:ext cx="2309430" cy="1235017"/>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9" name="Text Placeholder 6">
            <a:extLst>
              <a:ext uri="{FF2B5EF4-FFF2-40B4-BE49-F238E27FC236}">
                <a16:creationId xmlns:a16="http://schemas.microsoft.com/office/drawing/2014/main" id="{3EBDA7ED-7F68-ACA2-70A8-83C36B99F128}"/>
              </a:ext>
            </a:extLst>
          </p:cNvPr>
          <p:cNvSpPr>
            <a:spLocks noGrp="1"/>
          </p:cNvSpPr>
          <p:nvPr>
            <p:ph type="body" sz="quarter" idx="34" hasCustomPrompt="1"/>
          </p:nvPr>
        </p:nvSpPr>
        <p:spPr>
          <a:xfrm>
            <a:off x="3836756" y="1666395"/>
            <a:ext cx="2309430" cy="643283"/>
          </a:xfrm>
        </p:spPr>
        <p:txBody>
          <a:bodyPr anchor="b">
            <a:noAutofit/>
          </a:bodyPr>
          <a:lstStyle>
            <a:lvl1pPr algn="l">
              <a:lnSpc>
                <a:spcPct val="100000"/>
              </a:lnSpc>
              <a:spcBef>
                <a:spcPts val="0"/>
              </a:spcBef>
              <a:defRPr sz="1800" b="1"/>
            </a:lvl1pPr>
          </a:lstStyle>
          <a:p>
            <a:pPr lvl="0"/>
            <a:r>
              <a:rPr lang="en-US"/>
              <a:t>Click to edit master</a:t>
            </a:r>
          </a:p>
        </p:txBody>
      </p:sp>
      <p:sp>
        <p:nvSpPr>
          <p:cNvPr id="40" name="Text Placeholder 6">
            <a:extLst>
              <a:ext uri="{FF2B5EF4-FFF2-40B4-BE49-F238E27FC236}">
                <a16:creationId xmlns:a16="http://schemas.microsoft.com/office/drawing/2014/main" id="{916D14CC-A00F-677A-9AEC-9FCF12084F74}"/>
              </a:ext>
            </a:extLst>
          </p:cNvPr>
          <p:cNvSpPr>
            <a:spLocks noGrp="1"/>
          </p:cNvSpPr>
          <p:nvPr>
            <p:ph type="body" sz="quarter" idx="35" hasCustomPrompt="1"/>
          </p:nvPr>
        </p:nvSpPr>
        <p:spPr>
          <a:xfrm>
            <a:off x="6498765"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700" b="1" dirty="0">
                <a:solidFill>
                  <a:schemeClr val="bg1"/>
                </a:solidFill>
              </a:defRPr>
            </a:lvl1pPr>
          </a:lstStyle>
          <a:p>
            <a:pPr lvl="0" algn="ctr" defTabSz="914400"/>
            <a:r>
              <a:rPr lang="en-US"/>
              <a:t>Text</a:t>
            </a:r>
          </a:p>
        </p:txBody>
      </p:sp>
      <p:sp>
        <p:nvSpPr>
          <p:cNvPr id="41" name="Text Placeholder 7">
            <a:extLst>
              <a:ext uri="{FF2B5EF4-FFF2-40B4-BE49-F238E27FC236}">
                <a16:creationId xmlns:a16="http://schemas.microsoft.com/office/drawing/2014/main" id="{37ECB2B9-C198-4F4A-4D80-D3929D6AFF68}"/>
              </a:ext>
            </a:extLst>
          </p:cNvPr>
          <p:cNvSpPr>
            <a:spLocks noGrp="1"/>
          </p:cNvSpPr>
          <p:nvPr>
            <p:ph type="body" sz="quarter" idx="36"/>
          </p:nvPr>
        </p:nvSpPr>
        <p:spPr>
          <a:xfrm>
            <a:off x="6503404" y="4916152"/>
            <a:ext cx="2309430" cy="1235017"/>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42" name="Text Placeholder 6">
            <a:extLst>
              <a:ext uri="{FF2B5EF4-FFF2-40B4-BE49-F238E27FC236}">
                <a16:creationId xmlns:a16="http://schemas.microsoft.com/office/drawing/2014/main" id="{A43587C9-E8FC-986E-E624-AFF3B038C7F1}"/>
              </a:ext>
            </a:extLst>
          </p:cNvPr>
          <p:cNvSpPr>
            <a:spLocks noGrp="1"/>
          </p:cNvSpPr>
          <p:nvPr>
            <p:ph type="body" sz="quarter" idx="37" hasCustomPrompt="1"/>
          </p:nvPr>
        </p:nvSpPr>
        <p:spPr>
          <a:xfrm>
            <a:off x="6503404" y="4238550"/>
            <a:ext cx="2309430" cy="643283"/>
          </a:xfrm>
        </p:spPr>
        <p:txBody>
          <a:bodyPr anchor="b">
            <a:noAutofit/>
          </a:bodyPr>
          <a:lstStyle>
            <a:lvl1pPr algn="l">
              <a:lnSpc>
                <a:spcPct val="100000"/>
              </a:lnSpc>
              <a:spcBef>
                <a:spcPts val="0"/>
              </a:spcBef>
              <a:defRPr sz="1800" b="1"/>
            </a:lvl1pPr>
          </a:lstStyle>
          <a:p>
            <a:pPr lvl="0"/>
            <a:r>
              <a:rPr lang="en-US"/>
              <a:t>Click to edit master</a:t>
            </a:r>
          </a:p>
        </p:txBody>
      </p:sp>
      <p:sp>
        <p:nvSpPr>
          <p:cNvPr id="43" name="Text Placeholder 6">
            <a:extLst>
              <a:ext uri="{FF2B5EF4-FFF2-40B4-BE49-F238E27FC236}">
                <a16:creationId xmlns:a16="http://schemas.microsoft.com/office/drawing/2014/main" id="{D83A1A4B-CC72-A628-3554-98281CA8226A}"/>
              </a:ext>
            </a:extLst>
          </p:cNvPr>
          <p:cNvSpPr>
            <a:spLocks noGrp="1"/>
          </p:cNvSpPr>
          <p:nvPr>
            <p:ph type="body" sz="quarter" idx="38" hasCustomPrompt="1"/>
          </p:nvPr>
        </p:nvSpPr>
        <p:spPr>
          <a:xfrm>
            <a:off x="9160772"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700" b="1" dirty="0">
                <a:solidFill>
                  <a:schemeClr val="bg1"/>
                </a:solidFill>
              </a:defRPr>
            </a:lvl1pPr>
          </a:lstStyle>
          <a:p>
            <a:pPr lvl="0" algn="ctr" defTabSz="914400"/>
            <a:r>
              <a:rPr lang="en-US"/>
              <a:t>Text</a:t>
            </a:r>
          </a:p>
        </p:txBody>
      </p:sp>
      <p:sp>
        <p:nvSpPr>
          <p:cNvPr id="44" name="Text Placeholder 7">
            <a:extLst>
              <a:ext uri="{FF2B5EF4-FFF2-40B4-BE49-F238E27FC236}">
                <a16:creationId xmlns:a16="http://schemas.microsoft.com/office/drawing/2014/main" id="{4876ED48-7273-33B6-8061-085A75175A7C}"/>
              </a:ext>
            </a:extLst>
          </p:cNvPr>
          <p:cNvSpPr>
            <a:spLocks noGrp="1"/>
          </p:cNvSpPr>
          <p:nvPr>
            <p:ph type="body" sz="quarter" idx="39"/>
          </p:nvPr>
        </p:nvSpPr>
        <p:spPr>
          <a:xfrm>
            <a:off x="9160772" y="2343997"/>
            <a:ext cx="2309430" cy="1235017"/>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45" name="Text Placeholder 6">
            <a:extLst>
              <a:ext uri="{FF2B5EF4-FFF2-40B4-BE49-F238E27FC236}">
                <a16:creationId xmlns:a16="http://schemas.microsoft.com/office/drawing/2014/main" id="{93DE216C-79DC-AA12-A45F-E857C40709CB}"/>
              </a:ext>
            </a:extLst>
          </p:cNvPr>
          <p:cNvSpPr>
            <a:spLocks noGrp="1"/>
          </p:cNvSpPr>
          <p:nvPr>
            <p:ph type="body" sz="quarter" idx="40" hasCustomPrompt="1"/>
          </p:nvPr>
        </p:nvSpPr>
        <p:spPr>
          <a:xfrm>
            <a:off x="9160772" y="1666395"/>
            <a:ext cx="2309430" cy="643283"/>
          </a:xfrm>
        </p:spPr>
        <p:txBody>
          <a:bodyPr anchor="b">
            <a:noAutofit/>
          </a:bodyPr>
          <a:lstStyle>
            <a:lvl1pPr algn="l">
              <a:lnSpc>
                <a:spcPct val="100000"/>
              </a:lnSpc>
              <a:spcBef>
                <a:spcPts val="0"/>
              </a:spcBef>
              <a:defRPr sz="1800" b="1"/>
            </a:lvl1pPr>
          </a:lstStyle>
          <a:p>
            <a:pPr lvl="0"/>
            <a:r>
              <a:rPr lang="en-US"/>
              <a:t>Click to edit master</a:t>
            </a:r>
          </a:p>
        </p:txBody>
      </p:sp>
    </p:spTree>
    <p:extLst>
      <p:ext uri="{BB962C8B-B14F-4D97-AF65-F5344CB8AC3E}">
        <p14:creationId xmlns:p14="http://schemas.microsoft.com/office/powerpoint/2010/main" val="3544654885"/>
      </p:ext>
    </p:extLst>
  </p:cSld>
  <p:clrMapOvr>
    <a:masterClrMapping/>
  </p:clrMapOvr>
  <p:transition>
    <p:cove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meline I60V3">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7A8118FB-1A8E-A9E5-5B2F-3B986FD69E93}"/>
              </a:ext>
            </a:extLst>
          </p:cNvPr>
          <p:cNvCxnSpPr>
            <a:cxnSpLocks/>
          </p:cNvCxnSpPr>
          <p:nvPr userDrawn="1"/>
        </p:nvCxnSpPr>
        <p:spPr>
          <a:xfrm>
            <a:off x="587375" y="3908782"/>
            <a:ext cx="112541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4" name="Text Placeholder 6">
            <a:extLst>
              <a:ext uri="{FF2B5EF4-FFF2-40B4-BE49-F238E27FC236}">
                <a16:creationId xmlns:a16="http://schemas.microsoft.com/office/drawing/2014/main" id="{11596524-C63D-A1E8-4A0B-8CBD7E2FD6BA}"/>
              </a:ext>
            </a:extLst>
          </p:cNvPr>
          <p:cNvSpPr>
            <a:spLocks noGrp="1"/>
          </p:cNvSpPr>
          <p:nvPr>
            <p:ph type="body" sz="quarter" idx="31" hasCustomPrompt="1"/>
          </p:nvPr>
        </p:nvSpPr>
        <p:spPr>
          <a:xfrm>
            <a:off x="831849"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35" name="Text Placeholder 7">
            <a:extLst>
              <a:ext uri="{FF2B5EF4-FFF2-40B4-BE49-F238E27FC236}">
                <a16:creationId xmlns:a16="http://schemas.microsoft.com/office/drawing/2014/main" id="{B15F961B-67C8-92B6-1667-5E989350E3E0}"/>
              </a:ext>
            </a:extLst>
          </p:cNvPr>
          <p:cNvSpPr>
            <a:spLocks noGrp="1"/>
          </p:cNvSpPr>
          <p:nvPr>
            <p:ph type="body" sz="quarter" idx="19"/>
          </p:nvPr>
        </p:nvSpPr>
        <p:spPr>
          <a:xfrm>
            <a:off x="831849" y="4916152"/>
            <a:ext cx="201041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6" name="Text Placeholder 6">
            <a:extLst>
              <a:ext uri="{FF2B5EF4-FFF2-40B4-BE49-F238E27FC236}">
                <a16:creationId xmlns:a16="http://schemas.microsoft.com/office/drawing/2014/main" id="{A0245317-5EE6-BFFC-1AF7-10F3DE47907F}"/>
              </a:ext>
            </a:extLst>
          </p:cNvPr>
          <p:cNvSpPr>
            <a:spLocks noGrp="1"/>
          </p:cNvSpPr>
          <p:nvPr>
            <p:ph type="body" sz="quarter" idx="20" hasCustomPrompt="1"/>
          </p:nvPr>
        </p:nvSpPr>
        <p:spPr>
          <a:xfrm>
            <a:off x="831849" y="4238550"/>
            <a:ext cx="201041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14" name="Text Placeholder 6">
            <a:extLst>
              <a:ext uri="{FF2B5EF4-FFF2-40B4-BE49-F238E27FC236}">
                <a16:creationId xmlns:a16="http://schemas.microsoft.com/office/drawing/2014/main" id="{64E96895-7DF8-A302-AE9D-A41B2950A80B}"/>
              </a:ext>
            </a:extLst>
          </p:cNvPr>
          <p:cNvSpPr>
            <a:spLocks noGrp="1"/>
          </p:cNvSpPr>
          <p:nvPr>
            <p:ph type="body" sz="quarter" idx="32" hasCustomPrompt="1"/>
          </p:nvPr>
        </p:nvSpPr>
        <p:spPr>
          <a:xfrm>
            <a:off x="2986325"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15" name="Text Placeholder 7">
            <a:extLst>
              <a:ext uri="{FF2B5EF4-FFF2-40B4-BE49-F238E27FC236}">
                <a16:creationId xmlns:a16="http://schemas.microsoft.com/office/drawing/2014/main" id="{AB5ECC78-3D0B-8F28-ADB8-A6F8A8E3ACA7}"/>
              </a:ext>
            </a:extLst>
          </p:cNvPr>
          <p:cNvSpPr>
            <a:spLocks noGrp="1"/>
          </p:cNvSpPr>
          <p:nvPr>
            <p:ph type="body" sz="quarter" idx="33"/>
          </p:nvPr>
        </p:nvSpPr>
        <p:spPr>
          <a:xfrm>
            <a:off x="2986325" y="2338326"/>
            <a:ext cx="201041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6" name="Text Placeholder 6">
            <a:extLst>
              <a:ext uri="{FF2B5EF4-FFF2-40B4-BE49-F238E27FC236}">
                <a16:creationId xmlns:a16="http://schemas.microsoft.com/office/drawing/2014/main" id="{7F39E01E-E59C-1455-FFB0-BEE5206EAF37}"/>
              </a:ext>
            </a:extLst>
          </p:cNvPr>
          <p:cNvSpPr>
            <a:spLocks noGrp="1"/>
          </p:cNvSpPr>
          <p:nvPr>
            <p:ph type="body" sz="quarter" idx="34" hasCustomPrompt="1"/>
          </p:nvPr>
        </p:nvSpPr>
        <p:spPr>
          <a:xfrm>
            <a:off x="2986325" y="1660724"/>
            <a:ext cx="201041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17" name="Text Placeholder 6">
            <a:extLst>
              <a:ext uri="{FF2B5EF4-FFF2-40B4-BE49-F238E27FC236}">
                <a16:creationId xmlns:a16="http://schemas.microsoft.com/office/drawing/2014/main" id="{BA68FBDD-2EF6-F3C8-7EFC-0FC4A295901A}"/>
              </a:ext>
            </a:extLst>
          </p:cNvPr>
          <p:cNvSpPr>
            <a:spLocks noGrp="1"/>
          </p:cNvSpPr>
          <p:nvPr>
            <p:ph type="body" sz="quarter" idx="35" hasCustomPrompt="1"/>
          </p:nvPr>
        </p:nvSpPr>
        <p:spPr>
          <a:xfrm>
            <a:off x="5140801"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18" name="Text Placeholder 7">
            <a:extLst>
              <a:ext uri="{FF2B5EF4-FFF2-40B4-BE49-F238E27FC236}">
                <a16:creationId xmlns:a16="http://schemas.microsoft.com/office/drawing/2014/main" id="{88F5672C-C63C-FC84-5F7D-AC97DE32B657}"/>
              </a:ext>
            </a:extLst>
          </p:cNvPr>
          <p:cNvSpPr>
            <a:spLocks noGrp="1"/>
          </p:cNvSpPr>
          <p:nvPr>
            <p:ph type="body" sz="quarter" idx="36"/>
          </p:nvPr>
        </p:nvSpPr>
        <p:spPr>
          <a:xfrm>
            <a:off x="5140801" y="4916152"/>
            <a:ext cx="201041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9" name="Text Placeholder 6">
            <a:extLst>
              <a:ext uri="{FF2B5EF4-FFF2-40B4-BE49-F238E27FC236}">
                <a16:creationId xmlns:a16="http://schemas.microsoft.com/office/drawing/2014/main" id="{98C9B05A-C7FD-3970-F0B2-D24E0F48C2E8}"/>
              </a:ext>
            </a:extLst>
          </p:cNvPr>
          <p:cNvSpPr>
            <a:spLocks noGrp="1"/>
          </p:cNvSpPr>
          <p:nvPr>
            <p:ph type="body" sz="quarter" idx="37" hasCustomPrompt="1"/>
          </p:nvPr>
        </p:nvSpPr>
        <p:spPr>
          <a:xfrm>
            <a:off x="5140801" y="4238550"/>
            <a:ext cx="201041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20" name="Text Placeholder 6">
            <a:extLst>
              <a:ext uri="{FF2B5EF4-FFF2-40B4-BE49-F238E27FC236}">
                <a16:creationId xmlns:a16="http://schemas.microsoft.com/office/drawing/2014/main" id="{70B3089B-4547-E9D0-DA20-E5636CCCFCB4}"/>
              </a:ext>
            </a:extLst>
          </p:cNvPr>
          <p:cNvSpPr>
            <a:spLocks noGrp="1"/>
          </p:cNvSpPr>
          <p:nvPr>
            <p:ph type="body" sz="quarter" idx="38" hasCustomPrompt="1"/>
          </p:nvPr>
        </p:nvSpPr>
        <p:spPr>
          <a:xfrm>
            <a:off x="7295277"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21" name="Text Placeholder 7">
            <a:extLst>
              <a:ext uri="{FF2B5EF4-FFF2-40B4-BE49-F238E27FC236}">
                <a16:creationId xmlns:a16="http://schemas.microsoft.com/office/drawing/2014/main" id="{BD807E12-201D-0268-EB3F-D7CF455CAB47}"/>
              </a:ext>
            </a:extLst>
          </p:cNvPr>
          <p:cNvSpPr>
            <a:spLocks noGrp="1"/>
          </p:cNvSpPr>
          <p:nvPr>
            <p:ph type="body" sz="quarter" idx="39"/>
          </p:nvPr>
        </p:nvSpPr>
        <p:spPr>
          <a:xfrm>
            <a:off x="7295277" y="2338326"/>
            <a:ext cx="2010411" cy="1235017"/>
          </a:xfrm>
        </p:spPr>
        <p:txBody>
          <a:bodyPr vert="horz" lIns="91440" tIns="45720" rIns="91440" bIns="45720" rtlCol="0">
            <a:noAutofit/>
          </a:bodyPr>
          <a:lstStyle>
            <a:lvl1pPr>
              <a:defRPr lang="en-US" dirty="0"/>
            </a:lvl1pPr>
          </a:lstStyle>
          <a:p>
            <a:pPr lvl="0">
              <a:lnSpc>
                <a:spcPct val="100000"/>
              </a:lnSpc>
              <a:spcBef>
                <a:spcPts val="0"/>
              </a:spcBef>
            </a:pPr>
            <a:r>
              <a:rPr lang="en-US"/>
              <a:t>Click to edit Master text styles</a:t>
            </a:r>
          </a:p>
        </p:txBody>
      </p:sp>
      <p:sp>
        <p:nvSpPr>
          <p:cNvPr id="22" name="Text Placeholder 6">
            <a:extLst>
              <a:ext uri="{FF2B5EF4-FFF2-40B4-BE49-F238E27FC236}">
                <a16:creationId xmlns:a16="http://schemas.microsoft.com/office/drawing/2014/main" id="{39DCEE70-D5A4-BECE-40B3-40501159876E}"/>
              </a:ext>
            </a:extLst>
          </p:cNvPr>
          <p:cNvSpPr>
            <a:spLocks noGrp="1"/>
          </p:cNvSpPr>
          <p:nvPr>
            <p:ph type="body" sz="quarter" idx="40" hasCustomPrompt="1"/>
          </p:nvPr>
        </p:nvSpPr>
        <p:spPr>
          <a:xfrm>
            <a:off x="7295277" y="1660724"/>
            <a:ext cx="201041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23" name="Text Placeholder 6">
            <a:extLst>
              <a:ext uri="{FF2B5EF4-FFF2-40B4-BE49-F238E27FC236}">
                <a16:creationId xmlns:a16="http://schemas.microsoft.com/office/drawing/2014/main" id="{426E0747-8B11-FE54-1A33-E18FE086D777}"/>
              </a:ext>
            </a:extLst>
          </p:cNvPr>
          <p:cNvSpPr>
            <a:spLocks noGrp="1"/>
          </p:cNvSpPr>
          <p:nvPr>
            <p:ph type="body" sz="quarter" idx="41" hasCustomPrompt="1"/>
          </p:nvPr>
        </p:nvSpPr>
        <p:spPr>
          <a:xfrm>
            <a:off x="9449752"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24" name="Text Placeholder 7">
            <a:extLst>
              <a:ext uri="{FF2B5EF4-FFF2-40B4-BE49-F238E27FC236}">
                <a16:creationId xmlns:a16="http://schemas.microsoft.com/office/drawing/2014/main" id="{D457E5EC-6D1B-63CF-FCD9-BBB65B5F1DB1}"/>
              </a:ext>
            </a:extLst>
          </p:cNvPr>
          <p:cNvSpPr>
            <a:spLocks noGrp="1"/>
          </p:cNvSpPr>
          <p:nvPr>
            <p:ph type="body" sz="quarter" idx="42"/>
          </p:nvPr>
        </p:nvSpPr>
        <p:spPr>
          <a:xfrm>
            <a:off x="9449752" y="4916152"/>
            <a:ext cx="201041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5" name="Text Placeholder 6">
            <a:extLst>
              <a:ext uri="{FF2B5EF4-FFF2-40B4-BE49-F238E27FC236}">
                <a16:creationId xmlns:a16="http://schemas.microsoft.com/office/drawing/2014/main" id="{5F032212-E93D-714F-2DDA-CFD42B103820}"/>
              </a:ext>
            </a:extLst>
          </p:cNvPr>
          <p:cNvSpPr>
            <a:spLocks noGrp="1"/>
          </p:cNvSpPr>
          <p:nvPr>
            <p:ph type="body" sz="quarter" idx="43" hasCustomPrompt="1"/>
          </p:nvPr>
        </p:nvSpPr>
        <p:spPr>
          <a:xfrm>
            <a:off x="9449752" y="4238550"/>
            <a:ext cx="2010411" cy="643283"/>
          </a:xfrm>
        </p:spPr>
        <p:txBody>
          <a:bodyPr anchor="b">
            <a:noAutofit/>
          </a:bodyPr>
          <a:lstStyle>
            <a:lvl1pPr algn="l">
              <a:lnSpc>
                <a:spcPct val="100000"/>
              </a:lnSpc>
              <a:spcBef>
                <a:spcPts val="0"/>
              </a:spcBef>
              <a:defRPr sz="1400" b="1"/>
            </a:lvl1pPr>
          </a:lstStyle>
          <a:p>
            <a:pPr lvl="0"/>
            <a:r>
              <a:rPr lang="en-US"/>
              <a:t>Click to edit master</a:t>
            </a:r>
          </a:p>
        </p:txBody>
      </p:sp>
    </p:spTree>
    <p:extLst>
      <p:ext uri="{BB962C8B-B14F-4D97-AF65-F5344CB8AC3E}">
        <p14:creationId xmlns:p14="http://schemas.microsoft.com/office/powerpoint/2010/main" val="4058184718"/>
      </p:ext>
    </p:extLst>
  </p:cSld>
  <p:clrMapOvr>
    <a:masterClrMapping/>
  </p:clrMapOvr>
  <p:transition>
    <p:cove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meline I60V4">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7A8118FB-1A8E-A9E5-5B2F-3B986FD69E93}"/>
              </a:ext>
            </a:extLst>
          </p:cNvPr>
          <p:cNvCxnSpPr>
            <a:cxnSpLocks/>
          </p:cNvCxnSpPr>
          <p:nvPr userDrawn="1"/>
        </p:nvCxnSpPr>
        <p:spPr>
          <a:xfrm>
            <a:off x="587375" y="3908782"/>
            <a:ext cx="112541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4" name="Text Placeholder 6">
            <a:extLst>
              <a:ext uri="{FF2B5EF4-FFF2-40B4-BE49-F238E27FC236}">
                <a16:creationId xmlns:a16="http://schemas.microsoft.com/office/drawing/2014/main" id="{11596524-C63D-A1E8-4A0B-8CBD7E2FD6BA}"/>
              </a:ext>
            </a:extLst>
          </p:cNvPr>
          <p:cNvSpPr>
            <a:spLocks noGrp="1"/>
          </p:cNvSpPr>
          <p:nvPr>
            <p:ph type="body" sz="quarter" idx="31" hasCustomPrompt="1"/>
          </p:nvPr>
        </p:nvSpPr>
        <p:spPr>
          <a:xfrm>
            <a:off x="831849"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35" name="Text Placeholder 7">
            <a:extLst>
              <a:ext uri="{FF2B5EF4-FFF2-40B4-BE49-F238E27FC236}">
                <a16:creationId xmlns:a16="http://schemas.microsoft.com/office/drawing/2014/main" id="{B15F961B-67C8-92B6-1667-5E989350E3E0}"/>
              </a:ext>
            </a:extLst>
          </p:cNvPr>
          <p:cNvSpPr>
            <a:spLocks noGrp="1"/>
          </p:cNvSpPr>
          <p:nvPr>
            <p:ph type="body" sz="quarter" idx="19"/>
          </p:nvPr>
        </p:nvSpPr>
        <p:spPr>
          <a:xfrm>
            <a:off x="831849" y="4916152"/>
            <a:ext cx="173609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6" name="Text Placeholder 6">
            <a:extLst>
              <a:ext uri="{FF2B5EF4-FFF2-40B4-BE49-F238E27FC236}">
                <a16:creationId xmlns:a16="http://schemas.microsoft.com/office/drawing/2014/main" id="{A0245317-5EE6-BFFC-1AF7-10F3DE47907F}"/>
              </a:ext>
            </a:extLst>
          </p:cNvPr>
          <p:cNvSpPr>
            <a:spLocks noGrp="1"/>
          </p:cNvSpPr>
          <p:nvPr>
            <p:ph type="body" sz="quarter" idx="20" hasCustomPrompt="1"/>
          </p:nvPr>
        </p:nvSpPr>
        <p:spPr>
          <a:xfrm>
            <a:off x="831849" y="4238550"/>
            <a:ext cx="173609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8" name="Text Placeholder 6">
            <a:extLst>
              <a:ext uri="{FF2B5EF4-FFF2-40B4-BE49-F238E27FC236}">
                <a16:creationId xmlns:a16="http://schemas.microsoft.com/office/drawing/2014/main" id="{0DA26576-B202-6AC2-9689-3EEABBDA14F2}"/>
              </a:ext>
            </a:extLst>
          </p:cNvPr>
          <p:cNvSpPr>
            <a:spLocks noGrp="1"/>
          </p:cNvSpPr>
          <p:nvPr>
            <p:ph type="body" sz="quarter" idx="32" hasCustomPrompt="1"/>
          </p:nvPr>
        </p:nvSpPr>
        <p:spPr>
          <a:xfrm>
            <a:off x="2610294"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9" name="Text Placeholder 7">
            <a:extLst>
              <a:ext uri="{FF2B5EF4-FFF2-40B4-BE49-F238E27FC236}">
                <a16:creationId xmlns:a16="http://schemas.microsoft.com/office/drawing/2014/main" id="{A0D16EF9-8384-1055-C127-7048AB24E7C5}"/>
              </a:ext>
            </a:extLst>
          </p:cNvPr>
          <p:cNvSpPr>
            <a:spLocks noGrp="1"/>
          </p:cNvSpPr>
          <p:nvPr>
            <p:ph type="body" sz="quarter" idx="33"/>
          </p:nvPr>
        </p:nvSpPr>
        <p:spPr>
          <a:xfrm>
            <a:off x="2610294" y="2345946"/>
            <a:ext cx="173609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0" name="Text Placeholder 6">
            <a:extLst>
              <a:ext uri="{FF2B5EF4-FFF2-40B4-BE49-F238E27FC236}">
                <a16:creationId xmlns:a16="http://schemas.microsoft.com/office/drawing/2014/main" id="{3667C0E7-16E2-C01E-CE7D-3D9E1019A0F4}"/>
              </a:ext>
            </a:extLst>
          </p:cNvPr>
          <p:cNvSpPr>
            <a:spLocks noGrp="1"/>
          </p:cNvSpPr>
          <p:nvPr>
            <p:ph type="body" sz="quarter" idx="34" hasCustomPrompt="1"/>
          </p:nvPr>
        </p:nvSpPr>
        <p:spPr>
          <a:xfrm>
            <a:off x="2610294" y="1668344"/>
            <a:ext cx="173609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11" name="Text Placeholder 6">
            <a:extLst>
              <a:ext uri="{FF2B5EF4-FFF2-40B4-BE49-F238E27FC236}">
                <a16:creationId xmlns:a16="http://schemas.microsoft.com/office/drawing/2014/main" id="{202BF6FD-1D76-D725-4261-D40532DBA7F9}"/>
              </a:ext>
            </a:extLst>
          </p:cNvPr>
          <p:cNvSpPr>
            <a:spLocks noGrp="1"/>
          </p:cNvSpPr>
          <p:nvPr>
            <p:ph type="body" sz="quarter" idx="35" hasCustomPrompt="1"/>
          </p:nvPr>
        </p:nvSpPr>
        <p:spPr>
          <a:xfrm>
            <a:off x="4388739"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12" name="Text Placeholder 7">
            <a:extLst>
              <a:ext uri="{FF2B5EF4-FFF2-40B4-BE49-F238E27FC236}">
                <a16:creationId xmlns:a16="http://schemas.microsoft.com/office/drawing/2014/main" id="{C7227A46-16C5-1326-5B31-2B84E5328E84}"/>
              </a:ext>
            </a:extLst>
          </p:cNvPr>
          <p:cNvSpPr>
            <a:spLocks noGrp="1"/>
          </p:cNvSpPr>
          <p:nvPr>
            <p:ph type="body" sz="quarter" idx="36"/>
          </p:nvPr>
        </p:nvSpPr>
        <p:spPr>
          <a:xfrm>
            <a:off x="4388739" y="4916152"/>
            <a:ext cx="173609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3" name="Text Placeholder 6">
            <a:extLst>
              <a:ext uri="{FF2B5EF4-FFF2-40B4-BE49-F238E27FC236}">
                <a16:creationId xmlns:a16="http://schemas.microsoft.com/office/drawing/2014/main" id="{B3639672-608F-3F1A-68F6-01F77222DD13}"/>
              </a:ext>
            </a:extLst>
          </p:cNvPr>
          <p:cNvSpPr>
            <a:spLocks noGrp="1"/>
          </p:cNvSpPr>
          <p:nvPr>
            <p:ph type="body" sz="quarter" idx="37" hasCustomPrompt="1"/>
          </p:nvPr>
        </p:nvSpPr>
        <p:spPr>
          <a:xfrm>
            <a:off x="4388739" y="4238550"/>
            <a:ext cx="173609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26" name="Text Placeholder 6">
            <a:extLst>
              <a:ext uri="{FF2B5EF4-FFF2-40B4-BE49-F238E27FC236}">
                <a16:creationId xmlns:a16="http://schemas.microsoft.com/office/drawing/2014/main" id="{E4E39ABD-6E62-976C-5203-1165ABE66F60}"/>
              </a:ext>
            </a:extLst>
          </p:cNvPr>
          <p:cNvSpPr>
            <a:spLocks noGrp="1"/>
          </p:cNvSpPr>
          <p:nvPr>
            <p:ph type="body" sz="quarter" idx="38" hasCustomPrompt="1"/>
          </p:nvPr>
        </p:nvSpPr>
        <p:spPr>
          <a:xfrm>
            <a:off x="6167184"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27" name="Text Placeholder 7">
            <a:extLst>
              <a:ext uri="{FF2B5EF4-FFF2-40B4-BE49-F238E27FC236}">
                <a16:creationId xmlns:a16="http://schemas.microsoft.com/office/drawing/2014/main" id="{8280A1EC-6003-A331-3875-30DFB8D233AF}"/>
              </a:ext>
            </a:extLst>
          </p:cNvPr>
          <p:cNvSpPr>
            <a:spLocks noGrp="1"/>
          </p:cNvSpPr>
          <p:nvPr>
            <p:ph type="body" sz="quarter" idx="39"/>
          </p:nvPr>
        </p:nvSpPr>
        <p:spPr>
          <a:xfrm>
            <a:off x="6167184" y="2345946"/>
            <a:ext cx="173609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8" name="Text Placeholder 6">
            <a:extLst>
              <a:ext uri="{FF2B5EF4-FFF2-40B4-BE49-F238E27FC236}">
                <a16:creationId xmlns:a16="http://schemas.microsoft.com/office/drawing/2014/main" id="{4F7C0C8B-5027-4437-6973-6BFD59381459}"/>
              </a:ext>
            </a:extLst>
          </p:cNvPr>
          <p:cNvSpPr>
            <a:spLocks noGrp="1"/>
          </p:cNvSpPr>
          <p:nvPr>
            <p:ph type="body" sz="quarter" idx="40" hasCustomPrompt="1"/>
          </p:nvPr>
        </p:nvSpPr>
        <p:spPr>
          <a:xfrm>
            <a:off x="6167184" y="1668344"/>
            <a:ext cx="173609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29" name="Text Placeholder 6">
            <a:extLst>
              <a:ext uri="{FF2B5EF4-FFF2-40B4-BE49-F238E27FC236}">
                <a16:creationId xmlns:a16="http://schemas.microsoft.com/office/drawing/2014/main" id="{935EC69B-AB43-D625-5F8C-2DE4912AD650}"/>
              </a:ext>
            </a:extLst>
          </p:cNvPr>
          <p:cNvSpPr>
            <a:spLocks noGrp="1"/>
          </p:cNvSpPr>
          <p:nvPr>
            <p:ph type="body" sz="quarter" idx="41" hasCustomPrompt="1"/>
          </p:nvPr>
        </p:nvSpPr>
        <p:spPr>
          <a:xfrm>
            <a:off x="7945629"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30" name="Text Placeholder 7">
            <a:extLst>
              <a:ext uri="{FF2B5EF4-FFF2-40B4-BE49-F238E27FC236}">
                <a16:creationId xmlns:a16="http://schemas.microsoft.com/office/drawing/2014/main" id="{E370718D-618B-8F27-E26D-5DD670AF224E}"/>
              </a:ext>
            </a:extLst>
          </p:cNvPr>
          <p:cNvSpPr>
            <a:spLocks noGrp="1"/>
          </p:cNvSpPr>
          <p:nvPr>
            <p:ph type="body" sz="quarter" idx="42"/>
          </p:nvPr>
        </p:nvSpPr>
        <p:spPr>
          <a:xfrm>
            <a:off x="7945629" y="4916152"/>
            <a:ext cx="173609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1" name="Text Placeholder 6">
            <a:extLst>
              <a:ext uri="{FF2B5EF4-FFF2-40B4-BE49-F238E27FC236}">
                <a16:creationId xmlns:a16="http://schemas.microsoft.com/office/drawing/2014/main" id="{D5B4730C-34A2-B28A-50C5-91B8FB867842}"/>
              </a:ext>
            </a:extLst>
          </p:cNvPr>
          <p:cNvSpPr>
            <a:spLocks noGrp="1"/>
          </p:cNvSpPr>
          <p:nvPr>
            <p:ph type="body" sz="quarter" idx="43" hasCustomPrompt="1"/>
          </p:nvPr>
        </p:nvSpPr>
        <p:spPr>
          <a:xfrm>
            <a:off x="7945629" y="4238550"/>
            <a:ext cx="1736091" cy="643283"/>
          </a:xfrm>
        </p:spPr>
        <p:txBody>
          <a:bodyPr anchor="b">
            <a:noAutofit/>
          </a:bodyPr>
          <a:lstStyle>
            <a:lvl1pPr algn="l">
              <a:lnSpc>
                <a:spcPct val="100000"/>
              </a:lnSpc>
              <a:spcBef>
                <a:spcPts val="0"/>
              </a:spcBef>
              <a:defRPr sz="1400" b="1"/>
            </a:lvl1pPr>
          </a:lstStyle>
          <a:p>
            <a:pPr lvl="0"/>
            <a:r>
              <a:rPr lang="en-US"/>
              <a:t>Click to edit master</a:t>
            </a:r>
          </a:p>
        </p:txBody>
      </p:sp>
      <p:sp>
        <p:nvSpPr>
          <p:cNvPr id="32" name="Text Placeholder 6">
            <a:extLst>
              <a:ext uri="{FF2B5EF4-FFF2-40B4-BE49-F238E27FC236}">
                <a16:creationId xmlns:a16="http://schemas.microsoft.com/office/drawing/2014/main" id="{2CA75D45-2622-1360-594F-3DCE9F2F9FDA}"/>
              </a:ext>
            </a:extLst>
          </p:cNvPr>
          <p:cNvSpPr>
            <a:spLocks noGrp="1"/>
          </p:cNvSpPr>
          <p:nvPr>
            <p:ph type="body" sz="quarter" idx="44" hasCustomPrompt="1"/>
          </p:nvPr>
        </p:nvSpPr>
        <p:spPr>
          <a:xfrm>
            <a:off x="9724072" y="3686645"/>
            <a:ext cx="1332231" cy="44427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nSpc>
                <a:spcPct val="100000"/>
              </a:lnSpc>
              <a:spcBef>
                <a:spcPts val="0"/>
              </a:spcBef>
              <a:defRPr lang="en-US" sz="1300" b="1" dirty="0">
                <a:solidFill>
                  <a:schemeClr val="bg1"/>
                </a:solidFill>
              </a:defRPr>
            </a:lvl1pPr>
          </a:lstStyle>
          <a:p>
            <a:pPr lvl="0" algn="ctr" defTabSz="914400"/>
            <a:r>
              <a:rPr lang="en-US"/>
              <a:t>Text</a:t>
            </a:r>
          </a:p>
        </p:txBody>
      </p:sp>
      <p:sp>
        <p:nvSpPr>
          <p:cNvPr id="37" name="Text Placeholder 7">
            <a:extLst>
              <a:ext uri="{FF2B5EF4-FFF2-40B4-BE49-F238E27FC236}">
                <a16:creationId xmlns:a16="http://schemas.microsoft.com/office/drawing/2014/main" id="{0B236297-95CD-85FB-4A94-A39A5F426A70}"/>
              </a:ext>
            </a:extLst>
          </p:cNvPr>
          <p:cNvSpPr>
            <a:spLocks noGrp="1"/>
          </p:cNvSpPr>
          <p:nvPr>
            <p:ph type="body" sz="quarter" idx="45"/>
          </p:nvPr>
        </p:nvSpPr>
        <p:spPr>
          <a:xfrm>
            <a:off x="9724072" y="2345946"/>
            <a:ext cx="1736091" cy="1235017"/>
          </a:xfrm>
        </p:spPr>
        <p:txBody>
          <a:bodyPr>
            <a:noAutofit/>
          </a:bodyPr>
          <a:lstStyle>
            <a:lvl1pPr algn="l">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8" name="Text Placeholder 6">
            <a:extLst>
              <a:ext uri="{FF2B5EF4-FFF2-40B4-BE49-F238E27FC236}">
                <a16:creationId xmlns:a16="http://schemas.microsoft.com/office/drawing/2014/main" id="{17F46EE3-52E0-F13E-5A0F-12B9217EB1B3}"/>
              </a:ext>
            </a:extLst>
          </p:cNvPr>
          <p:cNvSpPr>
            <a:spLocks noGrp="1"/>
          </p:cNvSpPr>
          <p:nvPr>
            <p:ph type="body" sz="quarter" idx="46" hasCustomPrompt="1"/>
          </p:nvPr>
        </p:nvSpPr>
        <p:spPr>
          <a:xfrm>
            <a:off x="9724072" y="1668344"/>
            <a:ext cx="1736091" cy="643283"/>
          </a:xfrm>
        </p:spPr>
        <p:txBody>
          <a:bodyPr anchor="b">
            <a:noAutofit/>
          </a:bodyPr>
          <a:lstStyle>
            <a:lvl1pPr algn="l">
              <a:lnSpc>
                <a:spcPct val="100000"/>
              </a:lnSpc>
              <a:spcBef>
                <a:spcPts val="0"/>
              </a:spcBef>
              <a:defRPr sz="1400" b="1"/>
            </a:lvl1pPr>
          </a:lstStyle>
          <a:p>
            <a:pPr lvl="0"/>
            <a:r>
              <a:rPr lang="en-US"/>
              <a:t>Click to edit master</a:t>
            </a:r>
          </a:p>
        </p:txBody>
      </p:sp>
    </p:spTree>
    <p:extLst>
      <p:ext uri="{BB962C8B-B14F-4D97-AF65-F5344CB8AC3E}">
        <p14:creationId xmlns:p14="http://schemas.microsoft.com/office/powerpoint/2010/main" val="3211703703"/>
      </p:ext>
    </p:extLst>
  </p:cSld>
  <p:clrMapOvr>
    <a:masterClrMapping/>
  </p:clrMapOvr>
  <p:transition>
    <p:cove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meline I60V5">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4" name="Text Placeholder 6">
            <a:extLst>
              <a:ext uri="{FF2B5EF4-FFF2-40B4-BE49-F238E27FC236}">
                <a16:creationId xmlns:a16="http://schemas.microsoft.com/office/drawing/2014/main" id="{11596524-C63D-A1E8-4A0B-8CBD7E2FD6BA}"/>
              </a:ext>
            </a:extLst>
          </p:cNvPr>
          <p:cNvSpPr>
            <a:spLocks noGrp="1"/>
          </p:cNvSpPr>
          <p:nvPr>
            <p:ph type="body" sz="quarter" idx="31" hasCustomPrompt="1"/>
          </p:nvPr>
        </p:nvSpPr>
        <p:spPr>
          <a:xfrm>
            <a:off x="4128078"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700" b="1" dirty="0">
                <a:solidFill>
                  <a:schemeClr val="accent1"/>
                </a:solidFill>
              </a:defRPr>
            </a:lvl1pPr>
          </a:lstStyle>
          <a:p>
            <a:pPr lvl="0" algn="ctr" defTabSz="914400"/>
            <a:r>
              <a:rPr lang="en-US"/>
              <a:t>Text</a:t>
            </a:r>
          </a:p>
        </p:txBody>
      </p:sp>
      <p:sp>
        <p:nvSpPr>
          <p:cNvPr id="35" name="Text Placeholder 7">
            <a:extLst>
              <a:ext uri="{FF2B5EF4-FFF2-40B4-BE49-F238E27FC236}">
                <a16:creationId xmlns:a16="http://schemas.microsoft.com/office/drawing/2014/main" id="{B15F961B-67C8-92B6-1667-5E989350E3E0}"/>
              </a:ext>
            </a:extLst>
          </p:cNvPr>
          <p:cNvSpPr>
            <a:spLocks noGrp="1"/>
          </p:cNvSpPr>
          <p:nvPr>
            <p:ph type="body" sz="quarter" idx="19"/>
          </p:nvPr>
        </p:nvSpPr>
        <p:spPr>
          <a:xfrm>
            <a:off x="587376" y="2415645"/>
            <a:ext cx="3552332" cy="942335"/>
          </a:xfrm>
        </p:spPr>
        <p:txBody>
          <a:bodyPr>
            <a:noAutofit/>
          </a:bodyPr>
          <a:lstStyle>
            <a:lvl1pPr algn="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6" name="Text Placeholder 6">
            <a:extLst>
              <a:ext uri="{FF2B5EF4-FFF2-40B4-BE49-F238E27FC236}">
                <a16:creationId xmlns:a16="http://schemas.microsoft.com/office/drawing/2014/main" id="{A0245317-5EE6-BFFC-1AF7-10F3DE47907F}"/>
              </a:ext>
            </a:extLst>
          </p:cNvPr>
          <p:cNvSpPr>
            <a:spLocks noGrp="1"/>
          </p:cNvSpPr>
          <p:nvPr>
            <p:ph type="body" sz="quarter" idx="20" hasCustomPrompt="1"/>
          </p:nvPr>
        </p:nvSpPr>
        <p:spPr>
          <a:xfrm>
            <a:off x="587376" y="1738043"/>
            <a:ext cx="3552332" cy="643283"/>
          </a:xfrm>
        </p:spPr>
        <p:txBody>
          <a:bodyPr anchor="b">
            <a:noAutofit/>
          </a:bodyPr>
          <a:lstStyle>
            <a:lvl1pPr algn="r">
              <a:lnSpc>
                <a:spcPct val="100000"/>
              </a:lnSpc>
              <a:spcBef>
                <a:spcPts val="0"/>
              </a:spcBef>
              <a:defRPr sz="1800" b="1"/>
            </a:lvl1pPr>
          </a:lstStyle>
          <a:p>
            <a:pPr lvl="0"/>
            <a:r>
              <a:rPr lang="en-US"/>
              <a:t>Click to edit master</a:t>
            </a:r>
          </a:p>
        </p:txBody>
      </p:sp>
      <p:grpSp>
        <p:nvGrpSpPr>
          <p:cNvPr id="55" name="Group 54">
            <a:extLst>
              <a:ext uri="{FF2B5EF4-FFF2-40B4-BE49-F238E27FC236}">
                <a16:creationId xmlns:a16="http://schemas.microsoft.com/office/drawing/2014/main" id="{FA0294A3-50D0-D364-A0B0-D52FD4EFFA07}"/>
              </a:ext>
            </a:extLst>
          </p:cNvPr>
          <p:cNvGrpSpPr/>
          <p:nvPr userDrawn="1"/>
        </p:nvGrpSpPr>
        <p:grpSpPr>
          <a:xfrm>
            <a:off x="4058083" y="3357980"/>
            <a:ext cx="3923434" cy="1307812"/>
            <a:chOff x="4134283" y="2771991"/>
            <a:chExt cx="3923434" cy="1307812"/>
          </a:xfrm>
        </p:grpSpPr>
        <p:grpSp>
          <p:nvGrpSpPr>
            <p:cNvPr id="51" name="Group 50">
              <a:extLst>
                <a:ext uri="{FF2B5EF4-FFF2-40B4-BE49-F238E27FC236}">
                  <a16:creationId xmlns:a16="http://schemas.microsoft.com/office/drawing/2014/main" id="{B14BC7E9-C609-0806-9B5E-C9CC94346E1E}"/>
                </a:ext>
              </a:extLst>
            </p:cNvPr>
            <p:cNvGrpSpPr/>
            <p:nvPr userDrawn="1"/>
          </p:nvGrpSpPr>
          <p:grpSpPr>
            <a:xfrm>
              <a:off x="4134283" y="2771991"/>
              <a:ext cx="3923434" cy="1307812"/>
              <a:chOff x="4134283" y="2768888"/>
              <a:chExt cx="3923434" cy="1307812"/>
            </a:xfrm>
          </p:grpSpPr>
          <p:sp>
            <p:nvSpPr>
              <p:cNvPr id="48" name="Arc 47">
                <a:extLst>
                  <a:ext uri="{FF2B5EF4-FFF2-40B4-BE49-F238E27FC236}">
                    <a16:creationId xmlns:a16="http://schemas.microsoft.com/office/drawing/2014/main" id="{2E0450EB-66B2-DC14-F393-BD8A7A0A9157}"/>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9" name="Arc 48">
                <a:extLst>
                  <a:ext uri="{FF2B5EF4-FFF2-40B4-BE49-F238E27FC236}">
                    <a16:creationId xmlns:a16="http://schemas.microsoft.com/office/drawing/2014/main" id="{DD0AB41B-2216-D3DF-637B-CBCFC365A0AA}"/>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0" name="Arc 49">
                <a:extLst>
                  <a:ext uri="{FF2B5EF4-FFF2-40B4-BE49-F238E27FC236}">
                    <a16:creationId xmlns:a16="http://schemas.microsoft.com/office/drawing/2014/main" id="{DCD6E663-ED5D-FD5F-AAFF-9F5D89A0B56B}"/>
                  </a:ext>
                </a:extLst>
              </p:cNvPr>
              <p:cNvSpPr/>
              <p:nvPr userDrawn="1"/>
            </p:nvSpPr>
            <p:spPr>
              <a:xfrm>
                <a:off x="6749906"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47" name="Group 46">
              <a:extLst>
                <a:ext uri="{FF2B5EF4-FFF2-40B4-BE49-F238E27FC236}">
                  <a16:creationId xmlns:a16="http://schemas.microsoft.com/office/drawing/2014/main" id="{1CA30F10-A9B6-4CC6-7BCA-91A948862A01}"/>
                </a:ext>
              </a:extLst>
            </p:cNvPr>
            <p:cNvGrpSpPr/>
            <p:nvPr userDrawn="1"/>
          </p:nvGrpSpPr>
          <p:grpSpPr>
            <a:xfrm>
              <a:off x="4134283" y="2771991"/>
              <a:ext cx="3923434" cy="1307812"/>
              <a:chOff x="4134283" y="2775094"/>
              <a:chExt cx="3923434" cy="1307812"/>
            </a:xfrm>
          </p:grpSpPr>
          <p:sp>
            <p:nvSpPr>
              <p:cNvPr id="30" name="Arc 29">
                <a:extLst>
                  <a:ext uri="{FF2B5EF4-FFF2-40B4-BE49-F238E27FC236}">
                    <a16:creationId xmlns:a16="http://schemas.microsoft.com/office/drawing/2014/main" id="{0FEC80B5-0AC6-5468-8EEE-9CC67824A202}"/>
                  </a:ext>
                </a:extLst>
              </p:cNvPr>
              <p:cNvSpPr/>
              <p:nvPr userDrawn="1"/>
            </p:nvSpPr>
            <p:spPr>
              <a:xfrm>
                <a:off x="4134283" y="2775094"/>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a:extLst>
                  <a:ext uri="{FF2B5EF4-FFF2-40B4-BE49-F238E27FC236}">
                    <a16:creationId xmlns:a16="http://schemas.microsoft.com/office/drawing/2014/main" id="{4101E0C2-EB44-0B83-7434-2E13B56CA1E8}"/>
                  </a:ext>
                </a:extLst>
              </p:cNvPr>
              <p:cNvSpPr/>
              <p:nvPr userDrawn="1"/>
            </p:nvSpPr>
            <p:spPr>
              <a:xfrm flipV="1">
                <a:off x="5442094" y="2775094"/>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2" name="Arc 31">
                <a:extLst>
                  <a:ext uri="{FF2B5EF4-FFF2-40B4-BE49-F238E27FC236}">
                    <a16:creationId xmlns:a16="http://schemas.microsoft.com/office/drawing/2014/main" id="{02170D4F-0263-7D5D-C7F0-967EDA90CB75}"/>
                  </a:ext>
                </a:extLst>
              </p:cNvPr>
              <p:cNvSpPr/>
              <p:nvPr userDrawn="1"/>
            </p:nvSpPr>
            <p:spPr>
              <a:xfrm>
                <a:off x="6749906" y="2775094"/>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sp>
        <p:nvSpPr>
          <p:cNvPr id="56" name="Text Placeholder 7">
            <a:extLst>
              <a:ext uri="{FF2B5EF4-FFF2-40B4-BE49-F238E27FC236}">
                <a16:creationId xmlns:a16="http://schemas.microsoft.com/office/drawing/2014/main" id="{86C86BBE-B22B-6127-A31E-1B7A6E7A02B0}"/>
              </a:ext>
            </a:extLst>
          </p:cNvPr>
          <p:cNvSpPr>
            <a:spLocks noGrp="1"/>
          </p:cNvSpPr>
          <p:nvPr>
            <p:ph type="body" sz="quarter" idx="32"/>
          </p:nvPr>
        </p:nvSpPr>
        <p:spPr>
          <a:xfrm>
            <a:off x="7899890" y="2415645"/>
            <a:ext cx="3560271" cy="942335"/>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57" name="Text Placeholder 6">
            <a:extLst>
              <a:ext uri="{FF2B5EF4-FFF2-40B4-BE49-F238E27FC236}">
                <a16:creationId xmlns:a16="http://schemas.microsoft.com/office/drawing/2014/main" id="{B8597EDD-EFB7-E769-7E3F-A93C47B4CA06}"/>
              </a:ext>
            </a:extLst>
          </p:cNvPr>
          <p:cNvSpPr>
            <a:spLocks noGrp="1"/>
          </p:cNvSpPr>
          <p:nvPr>
            <p:ph type="body" sz="quarter" idx="33" hasCustomPrompt="1"/>
          </p:nvPr>
        </p:nvSpPr>
        <p:spPr>
          <a:xfrm>
            <a:off x="7899890" y="1738043"/>
            <a:ext cx="3560271" cy="643283"/>
          </a:xfrm>
        </p:spPr>
        <p:txBody>
          <a:bodyPr anchor="b">
            <a:noAutofit/>
          </a:bodyPr>
          <a:lstStyle>
            <a:lvl1pPr algn="l">
              <a:lnSpc>
                <a:spcPct val="100000"/>
              </a:lnSpc>
              <a:spcBef>
                <a:spcPts val="0"/>
              </a:spcBef>
              <a:defRPr sz="1800" b="1"/>
            </a:lvl1pPr>
          </a:lstStyle>
          <a:p>
            <a:pPr lvl="0"/>
            <a:r>
              <a:rPr lang="en-US"/>
              <a:t>Click to edit master</a:t>
            </a:r>
          </a:p>
        </p:txBody>
      </p:sp>
      <p:sp>
        <p:nvSpPr>
          <p:cNvPr id="58" name="Text Placeholder 7">
            <a:extLst>
              <a:ext uri="{FF2B5EF4-FFF2-40B4-BE49-F238E27FC236}">
                <a16:creationId xmlns:a16="http://schemas.microsoft.com/office/drawing/2014/main" id="{03A2CA72-0A69-6D1D-78DD-C3C5E9317135}"/>
              </a:ext>
            </a:extLst>
          </p:cNvPr>
          <p:cNvSpPr>
            <a:spLocks noGrp="1"/>
          </p:cNvSpPr>
          <p:nvPr>
            <p:ph type="body" sz="quarter" idx="34"/>
          </p:nvPr>
        </p:nvSpPr>
        <p:spPr>
          <a:xfrm>
            <a:off x="3067049" y="5360048"/>
            <a:ext cx="5924552" cy="643283"/>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59" name="Text Placeholder 6">
            <a:extLst>
              <a:ext uri="{FF2B5EF4-FFF2-40B4-BE49-F238E27FC236}">
                <a16:creationId xmlns:a16="http://schemas.microsoft.com/office/drawing/2014/main" id="{581241C4-DC6C-24FB-8F09-8AFF83CC0F52}"/>
              </a:ext>
            </a:extLst>
          </p:cNvPr>
          <p:cNvSpPr>
            <a:spLocks noGrp="1"/>
          </p:cNvSpPr>
          <p:nvPr>
            <p:ph type="body" sz="quarter" idx="35" hasCustomPrompt="1"/>
          </p:nvPr>
        </p:nvSpPr>
        <p:spPr>
          <a:xfrm>
            <a:off x="3067049" y="4889798"/>
            <a:ext cx="5924552" cy="435931"/>
          </a:xfrm>
        </p:spPr>
        <p:txBody>
          <a:bodyPr anchor="b">
            <a:noAutofit/>
          </a:bodyPr>
          <a:lstStyle>
            <a:lvl1pPr algn="ctr">
              <a:lnSpc>
                <a:spcPct val="100000"/>
              </a:lnSpc>
              <a:spcBef>
                <a:spcPts val="0"/>
              </a:spcBef>
              <a:defRPr sz="1800" b="1"/>
            </a:lvl1pPr>
          </a:lstStyle>
          <a:p>
            <a:pPr lvl="0"/>
            <a:r>
              <a:rPr lang="en-US"/>
              <a:t>Click to edit master</a:t>
            </a:r>
          </a:p>
        </p:txBody>
      </p:sp>
      <p:sp>
        <p:nvSpPr>
          <p:cNvPr id="60" name="Text Placeholder 6">
            <a:extLst>
              <a:ext uri="{FF2B5EF4-FFF2-40B4-BE49-F238E27FC236}">
                <a16:creationId xmlns:a16="http://schemas.microsoft.com/office/drawing/2014/main" id="{C50C57DB-A85B-86C2-041A-8F82ED06CDDB}"/>
              </a:ext>
            </a:extLst>
          </p:cNvPr>
          <p:cNvSpPr>
            <a:spLocks noGrp="1"/>
          </p:cNvSpPr>
          <p:nvPr>
            <p:ph type="body" sz="quarter" idx="36" hasCustomPrompt="1"/>
          </p:nvPr>
        </p:nvSpPr>
        <p:spPr>
          <a:xfrm>
            <a:off x="5435889"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700" b="1" dirty="0">
                <a:solidFill>
                  <a:schemeClr val="accent1"/>
                </a:solidFill>
              </a:defRPr>
            </a:lvl1pPr>
          </a:lstStyle>
          <a:p>
            <a:pPr lvl="0" algn="ctr" defTabSz="914400"/>
            <a:r>
              <a:rPr lang="en-US"/>
              <a:t>Text</a:t>
            </a:r>
          </a:p>
        </p:txBody>
      </p:sp>
      <p:sp>
        <p:nvSpPr>
          <p:cNvPr id="61" name="Text Placeholder 6">
            <a:extLst>
              <a:ext uri="{FF2B5EF4-FFF2-40B4-BE49-F238E27FC236}">
                <a16:creationId xmlns:a16="http://schemas.microsoft.com/office/drawing/2014/main" id="{57E1EEBA-9787-CC5F-4309-B2053969723D}"/>
              </a:ext>
            </a:extLst>
          </p:cNvPr>
          <p:cNvSpPr>
            <a:spLocks noGrp="1"/>
          </p:cNvSpPr>
          <p:nvPr>
            <p:ph type="body" sz="quarter" idx="37" hasCustomPrompt="1"/>
          </p:nvPr>
        </p:nvSpPr>
        <p:spPr>
          <a:xfrm>
            <a:off x="6743700"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700" b="1" dirty="0">
                <a:solidFill>
                  <a:schemeClr val="accent1"/>
                </a:solidFill>
              </a:defRPr>
            </a:lvl1pPr>
          </a:lstStyle>
          <a:p>
            <a:pPr lvl="0" algn="ctr" defTabSz="914400"/>
            <a:r>
              <a:rPr lang="en-US"/>
              <a:t>Text</a:t>
            </a:r>
          </a:p>
        </p:txBody>
      </p:sp>
    </p:spTree>
    <p:extLst>
      <p:ext uri="{BB962C8B-B14F-4D97-AF65-F5344CB8AC3E}">
        <p14:creationId xmlns:p14="http://schemas.microsoft.com/office/powerpoint/2010/main" val="1785703382"/>
      </p:ext>
    </p:extLst>
  </p:cSld>
  <p:clrMapOvr>
    <a:masterClrMapping/>
  </p:clrMapOvr>
  <p:transition>
    <p:cover/>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meline I60V6">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4" name="Text Placeholder 6">
            <a:extLst>
              <a:ext uri="{FF2B5EF4-FFF2-40B4-BE49-F238E27FC236}">
                <a16:creationId xmlns:a16="http://schemas.microsoft.com/office/drawing/2014/main" id="{11596524-C63D-A1E8-4A0B-8CBD7E2FD6BA}"/>
              </a:ext>
            </a:extLst>
          </p:cNvPr>
          <p:cNvSpPr>
            <a:spLocks noGrp="1"/>
          </p:cNvSpPr>
          <p:nvPr>
            <p:ph type="body" sz="quarter" idx="31" hasCustomPrompt="1"/>
          </p:nvPr>
        </p:nvSpPr>
        <p:spPr>
          <a:xfrm>
            <a:off x="3493753"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700" b="1" dirty="0">
                <a:solidFill>
                  <a:schemeClr val="accent1"/>
                </a:solidFill>
              </a:defRPr>
            </a:lvl1pPr>
          </a:lstStyle>
          <a:p>
            <a:pPr lvl="0" algn="ctr" defTabSz="914400"/>
            <a:r>
              <a:rPr lang="en-US"/>
              <a:t>Text</a:t>
            </a:r>
          </a:p>
        </p:txBody>
      </p:sp>
      <p:sp>
        <p:nvSpPr>
          <p:cNvPr id="35" name="Text Placeholder 7">
            <a:extLst>
              <a:ext uri="{FF2B5EF4-FFF2-40B4-BE49-F238E27FC236}">
                <a16:creationId xmlns:a16="http://schemas.microsoft.com/office/drawing/2014/main" id="{B15F961B-67C8-92B6-1667-5E989350E3E0}"/>
              </a:ext>
            </a:extLst>
          </p:cNvPr>
          <p:cNvSpPr>
            <a:spLocks noGrp="1"/>
          </p:cNvSpPr>
          <p:nvPr>
            <p:ph type="body" sz="quarter" idx="19"/>
          </p:nvPr>
        </p:nvSpPr>
        <p:spPr>
          <a:xfrm>
            <a:off x="530755" y="3925457"/>
            <a:ext cx="2730500" cy="832208"/>
          </a:xfrm>
        </p:spPr>
        <p:txBody>
          <a:bodyPr>
            <a:noAutofit/>
          </a:bodyPr>
          <a:lstStyle>
            <a:lvl1pPr algn="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6" name="Text Placeholder 6">
            <a:extLst>
              <a:ext uri="{FF2B5EF4-FFF2-40B4-BE49-F238E27FC236}">
                <a16:creationId xmlns:a16="http://schemas.microsoft.com/office/drawing/2014/main" id="{A0245317-5EE6-BFFC-1AF7-10F3DE47907F}"/>
              </a:ext>
            </a:extLst>
          </p:cNvPr>
          <p:cNvSpPr>
            <a:spLocks noGrp="1"/>
          </p:cNvSpPr>
          <p:nvPr>
            <p:ph type="body" sz="quarter" idx="20" hasCustomPrompt="1"/>
          </p:nvPr>
        </p:nvSpPr>
        <p:spPr>
          <a:xfrm>
            <a:off x="530755" y="3247854"/>
            <a:ext cx="2730500" cy="643283"/>
          </a:xfrm>
        </p:spPr>
        <p:txBody>
          <a:bodyPr anchor="b">
            <a:noAutofit/>
          </a:bodyPr>
          <a:lstStyle>
            <a:lvl1pPr algn="r">
              <a:lnSpc>
                <a:spcPct val="100000"/>
              </a:lnSpc>
              <a:spcBef>
                <a:spcPts val="0"/>
              </a:spcBef>
              <a:defRPr sz="1800" b="1"/>
            </a:lvl1pPr>
          </a:lstStyle>
          <a:p>
            <a:pPr lvl="0"/>
            <a:r>
              <a:rPr lang="en-US"/>
              <a:t>Click to edit master</a:t>
            </a:r>
          </a:p>
        </p:txBody>
      </p:sp>
      <p:sp>
        <p:nvSpPr>
          <p:cNvPr id="60" name="Text Placeholder 6">
            <a:extLst>
              <a:ext uri="{FF2B5EF4-FFF2-40B4-BE49-F238E27FC236}">
                <a16:creationId xmlns:a16="http://schemas.microsoft.com/office/drawing/2014/main" id="{C50C57DB-A85B-86C2-041A-8F82ED06CDDB}"/>
              </a:ext>
            </a:extLst>
          </p:cNvPr>
          <p:cNvSpPr>
            <a:spLocks noGrp="1"/>
          </p:cNvSpPr>
          <p:nvPr userDrawn="1">
            <p:ph type="body" sz="quarter" idx="36" hasCustomPrompt="1"/>
          </p:nvPr>
        </p:nvSpPr>
        <p:spPr>
          <a:xfrm>
            <a:off x="4801564"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700" b="1" dirty="0">
                <a:solidFill>
                  <a:schemeClr val="accent1"/>
                </a:solidFill>
              </a:defRPr>
            </a:lvl1pPr>
          </a:lstStyle>
          <a:p>
            <a:pPr lvl="0" algn="ctr" defTabSz="914400"/>
            <a:r>
              <a:rPr lang="en-US"/>
              <a:t>Text</a:t>
            </a:r>
          </a:p>
        </p:txBody>
      </p:sp>
      <p:sp>
        <p:nvSpPr>
          <p:cNvPr id="2" name="Text Placeholder 6">
            <a:extLst>
              <a:ext uri="{FF2B5EF4-FFF2-40B4-BE49-F238E27FC236}">
                <a16:creationId xmlns:a16="http://schemas.microsoft.com/office/drawing/2014/main" id="{FB3932ED-7DFC-8F1A-71CD-7B2944DAE2D2}"/>
              </a:ext>
            </a:extLst>
          </p:cNvPr>
          <p:cNvSpPr>
            <a:spLocks noGrp="1"/>
          </p:cNvSpPr>
          <p:nvPr userDrawn="1">
            <p:ph type="body" sz="quarter" idx="37" hasCustomPrompt="1"/>
          </p:nvPr>
        </p:nvSpPr>
        <p:spPr>
          <a:xfrm>
            <a:off x="6109375"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700" b="1" dirty="0">
                <a:solidFill>
                  <a:schemeClr val="accent1"/>
                </a:solidFill>
              </a:defRPr>
            </a:lvl1pPr>
          </a:lstStyle>
          <a:p>
            <a:pPr lvl="0" algn="ctr" defTabSz="914400"/>
            <a:r>
              <a:rPr lang="en-US"/>
              <a:t>Text</a:t>
            </a:r>
          </a:p>
        </p:txBody>
      </p:sp>
      <p:grpSp>
        <p:nvGrpSpPr>
          <p:cNvPr id="14" name="Group 13">
            <a:extLst>
              <a:ext uri="{FF2B5EF4-FFF2-40B4-BE49-F238E27FC236}">
                <a16:creationId xmlns:a16="http://schemas.microsoft.com/office/drawing/2014/main" id="{19D58660-4CED-9B75-DF3A-8E784583BDBA}"/>
              </a:ext>
            </a:extLst>
          </p:cNvPr>
          <p:cNvGrpSpPr/>
          <p:nvPr userDrawn="1"/>
        </p:nvGrpSpPr>
        <p:grpSpPr>
          <a:xfrm>
            <a:off x="3423758" y="3357980"/>
            <a:ext cx="5231244" cy="1307812"/>
            <a:chOff x="4134283" y="3357980"/>
            <a:chExt cx="5231244" cy="1307812"/>
          </a:xfrm>
        </p:grpSpPr>
        <p:grpSp>
          <p:nvGrpSpPr>
            <p:cNvPr id="7" name="Group 6">
              <a:extLst>
                <a:ext uri="{FF2B5EF4-FFF2-40B4-BE49-F238E27FC236}">
                  <a16:creationId xmlns:a16="http://schemas.microsoft.com/office/drawing/2014/main" id="{586C29C9-1DC4-93E8-6286-D3BAABE2BA82}"/>
                </a:ext>
              </a:extLst>
            </p:cNvPr>
            <p:cNvGrpSpPr/>
            <p:nvPr userDrawn="1"/>
          </p:nvGrpSpPr>
          <p:grpSpPr>
            <a:xfrm>
              <a:off x="6749905" y="3357980"/>
              <a:ext cx="2615622" cy="1307812"/>
              <a:chOff x="4134283" y="2768888"/>
              <a:chExt cx="2615622" cy="1307812"/>
            </a:xfrm>
          </p:grpSpPr>
          <p:sp>
            <p:nvSpPr>
              <p:cNvPr id="11" name="Arc 47">
                <a:extLst>
                  <a:ext uri="{FF2B5EF4-FFF2-40B4-BE49-F238E27FC236}">
                    <a16:creationId xmlns:a16="http://schemas.microsoft.com/office/drawing/2014/main" id="{4DFCAD89-E639-B4AC-2D2E-780EBC33946B}"/>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Arc 48">
                <a:extLst>
                  <a:ext uri="{FF2B5EF4-FFF2-40B4-BE49-F238E27FC236}">
                    <a16:creationId xmlns:a16="http://schemas.microsoft.com/office/drawing/2014/main" id="{47B1ADBE-455A-963E-1C2E-7F6C24DAA7AB}"/>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51" name="Group 50">
              <a:extLst>
                <a:ext uri="{FF2B5EF4-FFF2-40B4-BE49-F238E27FC236}">
                  <a16:creationId xmlns:a16="http://schemas.microsoft.com/office/drawing/2014/main" id="{B14BC7E9-C609-0806-9B5E-C9CC94346E1E}"/>
                </a:ext>
              </a:extLst>
            </p:cNvPr>
            <p:cNvGrpSpPr/>
            <p:nvPr userDrawn="1"/>
          </p:nvGrpSpPr>
          <p:grpSpPr>
            <a:xfrm>
              <a:off x="4134283" y="3357980"/>
              <a:ext cx="2615622" cy="1307812"/>
              <a:chOff x="4134283" y="2768888"/>
              <a:chExt cx="2615622" cy="1307812"/>
            </a:xfrm>
          </p:grpSpPr>
          <p:sp>
            <p:nvSpPr>
              <p:cNvPr id="48" name="Arc 47">
                <a:extLst>
                  <a:ext uri="{FF2B5EF4-FFF2-40B4-BE49-F238E27FC236}">
                    <a16:creationId xmlns:a16="http://schemas.microsoft.com/office/drawing/2014/main" id="{2E0450EB-66B2-DC14-F393-BD8A7A0A9157}"/>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9" name="Arc 48">
                <a:extLst>
                  <a:ext uri="{FF2B5EF4-FFF2-40B4-BE49-F238E27FC236}">
                    <a16:creationId xmlns:a16="http://schemas.microsoft.com/office/drawing/2014/main" id="{DD0AB41B-2216-D3DF-637B-CBCFC365A0AA}"/>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47" name="Group 46">
              <a:extLst>
                <a:ext uri="{FF2B5EF4-FFF2-40B4-BE49-F238E27FC236}">
                  <a16:creationId xmlns:a16="http://schemas.microsoft.com/office/drawing/2014/main" id="{1CA30F10-A9B6-4CC6-7BCA-91A948862A01}"/>
                </a:ext>
              </a:extLst>
            </p:cNvPr>
            <p:cNvGrpSpPr/>
            <p:nvPr userDrawn="1"/>
          </p:nvGrpSpPr>
          <p:grpSpPr>
            <a:xfrm>
              <a:off x="4134283" y="3357980"/>
              <a:ext cx="2615622" cy="1307812"/>
              <a:chOff x="4134283" y="2775094"/>
              <a:chExt cx="2615622" cy="1307812"/>
            </a:xfrm>
          </p:grpSpPr>
          <p:sp>
            <p:nvSpPr>
              <p:cNvPr id="30" name="Arc 29">
                <a:extLst>
                  <a:ext uri="{FF2B5EF4-FFF2-40B4-BE49-F238E27FC236}">
                    <a16:creationId xmlns:a16="http://schemas.microsoft.com/office/drawing/2014/main" id="{0FEC80B5-0AC6-5468-8EEE-9CC67824A202}"/>
                  </a:ext>
                </a:extLst>
              </p:cNvPr>
              <p:cNvSpPr/>
              <p:nvPr userDrawn="1"/>
            </p:nvSpPr>
            <p:spPr>
              <a:xfrm>
                <a:off x="4134283" y="2775094"/>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a:extLst>
                  <a:ext uri="{FF2B5EF4-FFF2-40B4-BE49-F238E27FC236}">
                    <a16:creationId xmlns:a16="http://schemas.microsoft.com/office/drawing/2014/main" id="{4101E0C2-EB44-0B83-7434-2E13B56CA1E8}"/>
                  </a:ext>
                </a:extLst>
              </p:cNvPr>
              <p:cNvSpPr/>
              <p:nvPr userDrawn="1"/>
            </p:nvSpPr>
            <p:spPr>
              <a:xfrm flipV="1">
                <a:off x="5442094" y="2775094"/>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8" name="Group 7">
              <a:extLst>
                <a:ext uri="{FF2B5EF4-FFF2-40B4-BE49-F238E27FC236}">
                  <a16:creationId xmlns:a16="http://schemas.microsoft.com/office/drawing/2014/main" id="{95F27569-90D2-D3B0-E172-F3393CEA159C}"/>
                </a:ext>
              </a:extLst>
            </p:cNvPr>
            <p:cNvGrpSpPr/>
            <p:nvPr userDrawn="1"/>
          </p:nvGrpSpPr>
          <p:grpSpPr>
            <a:xfrm>
              <a:off x="6749905" y="3357980"/>
              <a:ext cx="2615622" cy="1307812"/>
              <a:chOff x="4134283" y="2775094"/>
              <a:chExt cx="2615622" cy="1307812"/>
            </a:xfrm>
          </p:grpSpPr>
          <p:sp>
            <p:nvSpPr>
              <p:cNvPr id="9" name="Arc 8">
                <a:extLst>
                  <a:ext uri="{FF2B5EF4-FFF2-40B4-BE49-F238E27FC236}">
                    <a16:creationId xmlns:a16="http://schemas.microsoft.com/office/drawing/2014/main" id="{78D106D0-F083-A044-5D3E-99D03C0C04A3}"/>
                  </a:ext>
                </a:extLst>
              </p:cNvPr>
              <p:cNvSpPr/>
              <p:nvPr userDrawn="1"/>
            </p:nvSpPr>
            <p:spPr>
              <a:xfrm>
                <a:off x="4134283" y="2775094"/>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 name="Arc 9">
                <a:extLst>
                  <a:ext uri="{FF2B5EF4-FFF2-40B4-BE49-F238E27FC236}">
                    <a16:creationId xmlns:a16="http://schemas.microsoft.com/office/drawing/2014/main" id="{0E88438E-4324-590F-143C-8F2AF64D60A4}"/>
                  </a:ext>
                </a:extLst>
              </p:cNvPr>
              <p:cNvSpPr/>
              <p:nvPr userDrawn="1"/>
            </p:nvSpPr>
            <p:spPr>
              <a:xfrm flipV="1">
                <a:off x="5442094" y="2775094"/>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sp>
        <p:nvSpPr>
          <p:cNvPr id="13" name="Text Placeholder 6">
            <a:extLst>
              <a:ext uri="{FF2B5EF4-FFF2-40B4-BE49-F238E27FC236}">
                <a16:creationId xmlns:a16="http://schemas.microsoft.com/office/drawing/2014/main" id="{8DCF427D-CCD6-828C-2DB4-669BCE8B561D}"/>
              </a:ext>
            </a:extLst>
          </p:cNvPr>
          <p:cNvSpPr>
            <a:spLocks noGrp="1"/>
          </p:cNvSpPr>
          <p:nvPr userDrawn="1">
            <p:ph type="body" sz="quarter" idx="38" hasCustomPrompt="1"/>
          </p:nvPr>
        </p:nvSpPr>
        <p:spPr>
          <a:xfrm>
            <a:off x="7417186"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700" b="1" dirty="0">
                <a:solidFill>
                  <a:schemeClr val="accent1"/>
                </a:solidFill>
              </a:defRPr>
            </a:lvl1pPr>
          </a:lstStyle>
          <a:p>
            <a:pPr lvl="0" algn="ctr" defTabSz="914400"/>
            <a:r>
              <a:rPr lang="en-US"/>
              <a:t>Text</a:t>
            </a:r>
          </a:p>
        </p:txBody>
      </p:sp>
      <p:sp>
        <p:nvSpPr>
          <p:cNvPr id="15" name="Text Placeholder 7">
            <a:extLst>
              <a:ext uri="{FF2B5EF4-FFF2-40B4-BE49-F238E27FC236}">
                <a16:creationId xmlns:a16="http://schemas.microsoft.com/office/drawing/2014/main" id="{8BE2AA73-FE32-2E96-C786-6F5F62D49ACC}"/>
              </a:ext>
            </a:extLst>
          </p:cNvPr>
          <p:cNvSpPr>
            <a:spLocks noGrp="1"/>
          </p:cNvSpPr>
          <p:nvPr>
            <p:ph type="body" sz="quarter" idx="39"/>
          </p:nvPr>
        </p:nvSpPr>
        <p:spPr>
          <a:xfrm>
            <a:off x="8817508" y="3925457"/>
            <a:ext cx="2586036" cy="832208"/>
          </a:xfrm>
        </p:spPr>
        <p:txBody>
          <a:bodyPr>
            <a:noAutofit/>
          </a:bodyPr>
          <a:lstStyle>
            <a:lvl1pPr algn="l">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6" name="Text Placeholder 6">
            <a:extLst>
              <a:ext uri="{FF2B5EF4-FFF2-40B4-BE49-F238E27FC236}">
                <a16:creationId xmlns:a16="http://schemas.microsoft.com/office/drawing/2014/main" id="{3F1E8BBE-0517-4DB5-4F7E-DA0E822124FC}"/>
              </a:ext>
            </a:extLst>
          </p:cNvPr>
          <p:cNvSpPr>
            <a:spLocks noGrp="1"/>
          </p:cNvSpPr>
          <p:nvPr>
            <p:ph type="body" sz="quarter" idx="40" hasCustomPrompt="1"/>
          </p:nvPr>
        </p:nvSpPr>
        <p:spPr>
          <a:xfrm>
            <a:off x="8817508" y="3247854"/>
            <a:ext cx="2586036" cy="643283"/>
          </a:xfrm>
        </p:spPr>
        <p:txBody>
          <a:bodyPr anchor="b">
            <a:noAutofit/>
          </a:bodyPr>
          <a:lstStyle>
            <a:lvl1pPr algn="l">
              <a:lnSpc>
                <a:spcPct val="100000"/>
              </a:lnSpc>
              <a:spcBef>
                <a:spcPts val="0"/>
              </a:spcBef>
              <a:defRPr sz="1800" b="1"/>
            </a:lvl1pPr>
          </a:lstStyle>
          <a:p>
            <a:pPr lvl="0"/>
            <a:r>
              <a:rPr lang="en-US"/>
              <a:t>Click to edit master</a:t>
            </a:r>
          </a:p>
        </p:txBody>
      </p:sp>
      <p:sp>
        <p:nvSpPr>
          <p:cNvPr id="17" name="Text Placeholder 7">
            <a:extLst>
              <a:ext uri="{FF2B5EF4-FFF2-40B4-BE49-F238E27FC236}">
                <a16:creationId xmlns:a16="http://schemas.microsoft.com/office/drawing/2014/main" id="{5AEB787C-A2EA-C726-133A-259B1A3EC554}"/>
              </a:ext>
            </a:extLst>
          </p:cNvPr>
          <p:cNvSpPr>
            <a:spLocks noGrp="1"/>
          </p:cNvSpPr>
          <p:nvPr>
            <p:ph type="body" sz="quarter" idx="41"/>
          </p:nvPr>
        </p:nvSpPr>
        <p:spPr>
          <a:xfrm>
            <a:off x="3857695" y="5453522"/>
            <a:ext cx="3077786" cy="832208"/>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8" name="Text Placeholder 6">
            <a:extLst>
              <a:ext uri="{FF2B5EF4-FFF2-40B4-BE49-F238E27FC236}">
                <a16:creationId xmlns:a16="http://schemas.microsoft.com/office/drawing/2014/main" id="{9E885A0A-11D5-2701-45CF-67730EF80328}"/>
              </a:ext>
            </a:extLst>
          </p:cNvPr>
          <p:cNvSpPr>
            <a:spLocks noGrp="1"/>
          </p:cNvSpPr>
          <p:nvPr>
            <p:ph type="body" sz="quarter" idx="42" hasCustomPrompt="1"/>
          </p:nvPr>
        </p:nvSpPr>
        <p:spPr>
          <a:xfrm>
            <a:off x="3857695" y="4775919"/>
            <a:ext cx="3077786" cy="643283"/>
          </a:xfrm>
        </p:spPr>
        <p:txBody>
          <a:bodyPr anchor="b">
            <a:noAutofit/>
          </a:bodyPr>
          <a:lstStyle>
            <a:lvl1pPr algn="ctr">
              <a:lnSpc>
                <a:spcPct val="100000"/>
              </a:lnSpc>
              <a:spcBef>
                <a:spcPts val="0"/>
              </a:spcBef>
              <a:defRPr sz="1800" b="1"/>
            </a:lvl1pPr>
          </a:lstStyle>
          <a:p>
            <a:pPr lvl="0"/>
            <a:r>
              <a:rPr lang="en-US"/>
              <a:t>Click to edit master</a:t>
            </a:r>
          </a:p>
        </p:txBody>
      </p:sp>
      <p:sp>
        <p:nvSpPr>
          <p:cNvPr id="19" name="Text Placeholder 7">
            <a:extLst>
              <a:ext uri="{FF2B5EF4-FFF2-40B4-BE49-F238E27FC236}">
                <a16:creationId xmlns:a16="http://schemas.microsoft.com/office/drawing/2014/main" id="{4EE37933-C74B-39A0-1A65-1390CDD39AD3}"/>
              </a:ext>
            </a:extLst>
          </p:cNvPr>
          <p:cNvSpPr>
            <a:spLocks noGrp="1"/>
          </p:cNvSpPr>
          <p:nvPr>
            <p:ph type="body" sz="quarter" idx="43"/>
          </p:nvPr>
        </p:nvSpPr>
        <p:spPr>
          <a:xfrm>
            <a:off x="5193908" y="2415646"/>
            <a:ext cx="3077786" cy="832208"/>
          </a:xfrm>
        </p:spPr>
        <p:txBody>
          <a:bodyPr>
            <a:noAutofit/>
          </a:bodyPr>
          <a:lstStyle>
            <a:lvl1pPr algn="ctr">
              <a:lnSpc>
                <a:spcPct val="100000"/>
              </a:lnSpc>
              <a:spcBef>
                <a:spcPts val="0"/>
              </a:spcBef>
              <a:defRPr sz="16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0" name="Text Placeholder 6">
            <a:extLst>
              <a:ext uri="{FF2B5EF4-FFF2-40B4-BE49-F238E27FC236}">
                <a16:creationId xmlns:a16="http://schemas.microsoft.com/office/drawing/2014/main" id="{7D529DE7-717B-5B8A-375A-4A4217E2111D}"/>
              </a:ext>
            </a:extLst>
          </p:cNvPr>
          <p:cNvSpPr>
            <a:spLocks noGrp="1"/>
          </p:cNvSpPr>
          <p:nvPr>
            <p:ph type="body" sz="quarter" idx="44" hasCustomPrompt="1"/>
          </p:nvPr>
        </p:nvSpPr>
        <p:spPr>
          <a:xfrm>
            <a:off x="5193908" y="1738043"/>
            <a:ext cx="3077786" cy="643283"/>
          </a:xfrm>
        </p:spPr>
        <p:txBody>
          <a:bodyPr anchor="b">
            <a:noAutofit/>
          </a:bodyPr>
          <a:lstStyle>
            <a:lvl1pPr algn="ctr">
              <a:lnSpc>
                <a:spcPct val="100000"/>
              </a:lnSpc>
              <a:spcBef>
                <a:spcPts val="0"/>
              </a:spcBef>
              <a:defRPr sz="1800" b="1"/>
            </a:lvl1pPr>
          </a:lstStyle>
          <a:p>
            <a:pPr lvl="0"/>
            <a:r>
              <a:rPr lang="en-US"/>
              <a:t>Click to edit master</a:t>
            </a:r>
          </a:p>
        </p:txBody>
      </p:sp>
    </p:spTree>
    <p:extLst>
      <p:ext uri="{BB962C8B-B14F-4D97-AF65-F5344CB8AC3E}">
        <p14:creationId xmlns:p14="http://schemas.microsoft.com/office/powerpoint/2010/main" val="88351006"/>
      </p:ext>
    </p:extLst>
  </p:cSld>
  <p:clrMapOvr>
    <a:masterClrMapping/>
  </p:clrMapOvr>
  <p:transition>
    <p:cover/>
  </p:transition>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meline I60V7">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4" name="Text Placeholder 6">
            <a:extLst>
              <a:ext uri="{FF2B5EF4-FFF2-40B4-BE49-F238E27FC236}">
                <a16:creationId xmlns:a16="http://schemas.microsoft.com/office/drawing/2014/main" id="{11596524-C63D-A1E8-4A0B-8CBD7E2FD6BA}"/>
              </a:ext>
            </a:extLst>
          </p:cNvPr>
          <p:cNvSpPr>
            <a:spLocks noGrp="1"/>
          </p:cNvSpPr>
          <p:nvPr>
            <p:ph type="body" sz="quarter" idx="31" hasCustomPrompt="1"/>
          </p:nvPr>
        </p:nvSpPr>
        <p:spPr>
          <a:xfrm>
            <a:off x="2820267"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60" name="Text Placeholder 6">
            <a:extLst>
              <a:ext uri="{FF2B5EF4-FFF2-40B4-BE49-F238E27FC236}">
                <a16:creationId xmlns:a16="http://schemas.microsoft.com/office/drawing/2014/main" id="{C50C57DB-A85B-86C2-041A-8F82ED06CDDB}"/>
              </a:ext>
            </a:extLst>
          </p:cNvPr>
          <p:cNvSpPr>
            <a:spLocks noGrp="1"/>
          </p:cNvSpPr>
          <p:nvPr userDrawn="1">
            <p:ph type="body" sz="quarter" idx="36" hasCustomPrompt="1"/>
          </p:nvPr>
        </p:nvSpPr>
        <p:spPr>
          <a:xfrm>
            <a:off x="4128078"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2" name="Text Placeholder 6">
            <a:extLst>
              <a:ext uri="{FF2B5EF4-FFF2-40B4-BE49-F238E27FC236}">
                <a16:creationId xmlns:a16="http://schemas.microsoft.com/office/drawing/2014/main" id="{FB3932ED-7DFC-8F1A-71CD-7B2944DAE2D2}"/>
              </a:ext>
            </a:extLst>
          </p:cNvPr>
          <p:cNvSpPr>
            <a:spLocks noGrp="1"/>
          </p:cNvSpPr>
          <p:nvPr userDrawn="1">
            <p:ph type="body" sz="quarter" idx="37" hasCustomPrompt="1"/>
          </p:nvPr>
        </p:nvSpPr>
        <p:spPr>
          <a:xfrm>
            <a:off x="5435889"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13" name="Text Placeholder 6">
            <a:extLst>
              <a:ext uri="{FF2B5EF4-FFF2-40B4-BE49-F238E27FC236}">
                <a16:creationId xmlns:a16="http://schemas.microsoft.com/office/drawing/2014/main" id="{8DCF427D-CCD6-828C-2DB4-669BCE8B561D}"/>
              </a:ext>
            </a:extLst>
          </p:cNvPr>
          <p:cNvSpPr>
            <a:spLocks noGrp="1"/>
          </p:cNvSpPr>
          <p:nvPr userDrawn="1">
            <p:ph type="body" sz="quarter" idx="38" hasCustomPrompt="1"/>
          </p:nvPr>
        </p:nvSpPr>
        <p:spPr>
          <a:xfrm>
            <a:off x="6743700"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6" name="Text Placeholder 6">
            <a:extLst>
              <a:ext uri="{FF2B5EF4-FFF2-40B4-BE49-F238E27FC236}">
                <a16:creationId xmlns:a16="http://schemas.microsoft.com/office/drawing/2014/main" id="{DCAFB0B1-1EF4-B799-4BD1-0823AEB6E462}"/>
              </a:ext>
            </a:extLst>
          </p:cNvPr>
          <p:cNvSpPr>
            <a:spLocks noGrp="1"/>
          </p:cNvSpPr>
          <p:nvPr>
            <p:ph type="body" sz="quarter" idx="39" hasCustomPrompt="1"/>
          </p:nvPr>
        </p:nvSpPr>
        <p:spPr>
          <a:xfrm>
            <a:off x="8051511"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grpSp>
        <p:nvGrpSpPr>
          <p:cNvPr id="23" name="Group 22">
            <a:extLst>
              <a:ext uri="{FF2B5EF4-FFF2-40B4-BE49-F238E27FC236}">
                <a16:creationId xmlns:a16="http://schemas.microsoft.com/office/drawing/2014/main" id="{9125C3D8-A158-9B36-F7C2-010D21D87B2A}"/>
              </a:ext>
            </a:extLst>
          </p:cNvPr>
          <p:cNvGrpSpPr/>
          <p:nvPr userDrawn="1"/>
        </p:nvGrpSpPr>
        <p:grpSpPr>
          <a:xfrm>
            <a:off x="2750272" y="3357980"/>
            <a:ext cx="6539055" cy="1307812"/>
            <a:chOff x="3480378" y="3357980"/>
            <a:chExt cx="6539055" cy="1307812"/>
          </a:xfrm>
        </p:grpSpPr>
        <p:sp>
          <p:nvSpPr>
            <p:cNvPr id="21" name="Arc 47">
              <a:extLst>
                <a:ext uri="{FF2B5EF4-FFF2-40B4-BE49-F238E27FC236}">
                  <a16:creationId xmlns:a16="http://schemas.microsoft.com/office/drawing/2014/main" id="{FF13ACB4-5EAC-6E24-4772-3CC881898752}"/>
                </a:ext>
              </a:extLst>
            </p:cNvPr>
            <p:cNvSpPr/>
            <p:nvPr userDrawn="1"/>
          </p:nvSpPr>
          <p:spPr>
            <a:xfrm>
              <a:off x="8711622"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 name="Arc 47">
              <a:extLst>
                <a:ext uri="{FF2B5EF4-FFF2-40B4-BE49-F238E27FC236}">
                  <a16:creationId xmlns:a16="http://schemas.microsoft.com/office/drawing/2014/main" id="{4DFCAD89-E639-B4AC-2D2E-780EBC33946B}"/>
                </a:ext>
              </a:extLst>
            </p:cNvPr>
            <p:cNvSpPr/>
            <p:nvPr userDrawn="1"/>
          </p:nvSpPr>
          <p:spPr>
            <a:xfrm>
              <a:off x="6096000"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Arc 48">
              <a:extLst>
                <a:ext uri="{FF2B5EF4-FFF2-40B4-BE49-F238E27FC236}">
                  <a16:creationId xmlns:a16="http://schemas.microsoft.com/office/drawing/2014/main" id="{47B1ADBE-455A-963E-1C2E-7F6C24DAA7AB}"/>
                </a:ext>
              </a:extLst>
            </p:cNvPr>
            <p:cNvSpPr/>
            <p:nvPr userDrawn="1"/>
          </p:nvSpPr>
          <p:spPr>
            <a:xfrm flipV="1">
              <a:off x="7403811"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8" name="Arc 47">
              <a:extLst>
                <a:ext uri="{FF2B5EF4-FFF2-40B4-BE49-F238E27FC236}">
                  <a16:creationId xmlns:a16="http://schemas.microsoft.com/office/drawing/2014/main" id="{2E0450EB-66B2-DC14-F393-BD8A7A0A9157}"/>
                </a:ext>
              </a:extLst>
            </p:cNvPr>
            <p:cNvSpPr/>
            <p:nvPr userDrawn="1"/>
          </p:nvSpPr>
          <p:spPr>
            <a:xfrm>
              <a:off x="3480378"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9" name="Arc 48">
              <a:extLst>
                <a:ext uri="{FF2B5EF4-FFF2-40B4-BE49-F238E27FC236}">
                  <a16:creationId xmlns:a16="http://schemas.microsoft.com/office/drawing/2014/main" id="{DD0AB41B-2216-D3DF-637B-CBCFC365A0AA}"/>
                </a:ext>
              </a:extLst>
            </p:cNvPr>
            <p:cNvSpPr/>
            <p:nvPr userDrawn="1"/>
          </p:nvSpPr>
          <p:spPr>
            <a:xfrm flipV="1">
              <a:off x="4788189"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0" name="Arc 29">
              <a:extLst>
                <a:ext uri="{FF2B5EF4-FFF2-40B4-BE49-F238E27FC236}">
                  <a16:creationId xmlns:a16="http://schemas.microsoft.com/office/drawing/2014/main" id="{0FEC80B5-0AC6-5468-8EEE-9CC67824A202}"/>
                </a:ext>
              </a:extLst>
            </p:cNvPr>
            <p:cNvSpPr/>
            <p:nvPr userDrawn="1"/>
          </p:nvSpPr>
          <p:spPr>
            <a:xfrm>
              <a:off x="3480378"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a:extLst>
                <a:ext uri="{FF2B5EF4-FFF2-40B4-BE49-F238E27FC236}">
                  <a16:creationId xmlns:a16="http://schemas.microsoft.com/office/drawing/2014/main" id="{4101E0C2-EB44-0B83-7434-2E13B56CA1E8}"/>
                </a:ext>
              </a:extLst>
            </p:cNvPr>
            <p:cNvSpPr/>
            <p:nvPr userDrawn="1"/>
          </p:nvSpPr>
          <p:spPr>
            <a:xfrm flipV="1">
              <a:off x="4788189"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Arc 8">
              <a:extLst>
                <a:ext uri="{FF2B5EF4-FFF2-40B4-BE49-F238E27FC236}">
                  <a16:creationId xmlns:a16="http://schemas.microsoft.com/office/drawing/2014/main" id="{78D106D0-F083-A044-5D3E-99D03C0C04A3}"/>
                </a:ext>
              </a:extLst>
            </p:cNvPr>
            <p:cNvSpPr/>
            <p:nvPr userDrawn="1"/>
          </p:nvSpPr>
          <p:spPr>
            <a:xfrm>
              <a:off x="6096000"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 name="Arc 9">
              <a:extLst>
                <a:ext uri="{FF2B5EF4-FFF2-40B4-BE49-F238E27FC236}">
                  <a16:creationId xmlns:a16="http://schemas.microsoft.com/office/drawing/2014/main" id="{0E88438E-4324-590F-143C-8F2AF64D60A4}"/>
                </a:ext>
              </a:extLst>
            </p:cNvPr>
            <p:cNvSpPr/>
            <p:nvPr userDrawn="1"/>
          </p:nvSpPr>
          <p:spPr>
            <a:xfrm flipV="1">
              <a:off x="7403811"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Arc 21">
              <a:extLst>
                <a:ext uri="{FF2B5EF4-FFF2-40B4-BE49-F238E27FC236}">
                  <a16:creationId xmlns:a16="http://schemas.microsoft.com/office/drawing/2014/main" id="{5933DD6D-7612-2211-9F85-2788C511AC3F}"/>
                </a:ext>
              </a:extLst>
            </p:cNvPr>
            <p:cNvSpPr/>
            <p:nvPr userDrawn="1"/>
          </p:nvSpPr>
          <p:spPr>
            <a:xfrm>
              <a:off x="8711622"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24" name="Text Placeholder 7">
            <a:extLst>
              <a:ext uri="{FF2B5EF4-FFF2-40B4-BE49-F238E27FC236}">
                <a16:creationId xmlns:a16="http://schemas.microsoft.com/office/drawing/2014/main" id="{0C80C2D5-FBC0-7694-D92B-796EAC59D258}"/>
              </a:ext>
            </a:extLst>
          </p:cNvPr>
          <p:cNvSpPr>
            <a:spLocks noGrp="1"/>
          </p:cNvSpPr>
          <p:nvPr>
            <p:ph type="body" sz="quarter" idx="33"/>
          </p:nvPr>
        </p:nvSpPr>
        <p:spPr>
          <a:xfrm>
            <a:off x="2373515" y="2381497"/>
            <a:ext cx="206132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5" name="Text Placeholder 6">
            <a:extLst>
              <a:ext uri="{FF2B5EF4-FFF2-40B4-BE49-F238E27FC236}">
                <a16:creationId xmlns:a16="http://schemas.microsoft.com/office/drawing/2014/main" id="{D9FC636E-821A-9F7D-C08A-511A6BA2850B}"/>
              </a:ext>
            </a:extLst>
          </p:cNvPr>
          <p:cNvSpPr>
            <a:spLocks noGrp="1"/>
          </p:cNvSpPr>
          <p:nvPr>
            <p:ph type="body" sz="quarter" idx="34" hasCustomPrompt="1"/>
          </p:nvPr>
        </p:nvSpPr>
        <p:spPr>
          <a:xfrm>
            <a:off x="2373515" y="1703894"/>
            <a:ext cx="206132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26" name="Text Placeholder 7">
            <a:extLst>
              <a:ext uri="{FF2B5EF4-FFF2-40B4-BE49-F238E27FC236}">
                <a16:creationId xmlns:a16="http://schemas.microsoft.com/office/drawing/2014/main" id="{A8A1D0B3-26E4-3001-57ED-EC984A5B03A0}"/>
              </a:ext>
            </a:extLst>
          </p:cNvPr>
          <p:cNvSpPr>
            <a:spLocks noGrp="1"/>
          </p:cNvSpPr>
          <p:nvPr>
            <p:ph type="body" sz="quarter" idx="40"/>
          </p:nvPr>
        </p:nvSpPr>
        <p:spPr>
          <a:xfrm>
            <a:off x="4989137" y="2381497"/>
            <a:ext cx="206132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7" name="Text Placeholder 6">
            <a:extLst>
              <a:ext uri="{FF2B5EF4-FFF2-40B4-BE49-F238E27FC236}">
                <a16:creationId xmlns:a16="http://schemas.microsoft.com/office/drawing/2014/main" id="{5F0020E0-506A-75A6-1201-AD6F6EF5717E}"/>
              </a:ext>
            </a:extLst>
          </p:cNvPr>
          <p:cNvSpPr>
            <a:spLocks noGrp="1"/>
          </p:cNvSpPr>
          <p:nvPr>
            <p:ph type="body" sz="quarter" idx="41" hasCustomPrompt="1"/>
          </p:nvPr>
        </p:nvSpPr>
        <p:spPr>
          <a:xfrm>
            <a:off x="4989137" y="1703894"/>
            <a:ext cx="206132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28" name="Text Placeholder 7">
            <a:extLst>
              <a:ext uri="{FF2B5EF4-FFF2-40B4-BE49-F238E27FC236}">
                <a16:creationId xmlns:a16="http://schemas.microsoft.com/office/drawing/2014/main" id="{7B02848F-53B4-F2FA-FC8A-E17300CE5569}"/>
              </a:ext>
            </a:extLst>
          </p:cNvPr>
          <p:cNvSpPr>
            <a:spLocks noGrp="1"/>
          </p:cNvSpPr>
          <p:nvPr>
            <p:ph type="body" sz="quarter" idx="42"/>
          </p:nvPr>
        </p:nvSpPr>
        <p:spPr>
          <a:xfrm>
            <a:off x="7604759" y="2381497"/>
            <a:ext cx="206132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9" name="Text Placeholder 6">
            <a:extLst>
              <a:ext uri="{FF2B5EF4-FFF2-40B4-BE49-F238E27FC236}">
                <a16:creationId xmlns:a16="http://schemas.microsoft.com/office/drawing/2014/main" id="{0F51AAA0-5B8F-462D-472E-7118D99CAE4A}"/>
              </a:ext>
            </a:extLst>
          </p:cNvPr>
          <p:cNvSpPr>
            <a:spLocks noGrp="1"/>
          </p:cNvSpPr>
          <p:nvPr>
            <p:ph type="body" sz="quarter" idx="43" hasCustomPrompt="1"/>
          </p:nvPr>
        </p:nvSpPr>
        <p:spPr>
          <a:xfrm>
            <a:off x="7604759" y="1703894"/>
            <a:ext cx="206132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32" name="Text Placeholder 7">
            <a:extLst>
              <a:ext uri="{FF2B5EF4-FFF2-40B4-BE49-F238E27FC236}">
                <a16:creationId xmlns:a16="http://schemas.microsoft.com/office/drawing/2014/main" id="{0650EE1F-926B-F03A-FD76-864F6578C2B4}"/>
              </a:ext>
            </a:extLst>
          </p:cNvPr>
          <p:cNvSpPr>
            <a:spLocks noGrp="1"/>
          </p:cNvSpPr>
          <p:nvPr>
            <p:ph type="body" sz="quarter" idx="44"/>
          </p:nvPr>
        </p:nvSpPr>
        <p:spPr>
          <a:xfrm>
            <a:off x="3680459" y="5455255"/>
            <a:ext cx="206132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3" name="Text Placeholder 6">
            <a:extLst>
              <a:ext uri="{FF2B5EF4-FFF2-40B4-BE49-F238E27FC236}">
                <a16:creationId xmlns:a16="http://schemas.microsoft.com/office/drawing/2014/main" id="{45886628-E69F-EA44-6727-D3B44CEF1FAD}"/>
              </a:ext>
            </a:extLst>
          </p:cNvPr>
          <p:cNvSpPr>
            <a:spLocks noGrp="1"/>
          </p:cNvSpPr>
          <p:nvPr>
            <p:ph type="body" sz="quarter" idx="45" hasCustomPrompt="1"/>
          </p:nvPr>
        </p:nvSpPr>
        <p:spPr>
          <a:xfrm>
            <a:off x="3680459" y="4777652"/>
            <a:ext cx="206132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37" name="Text Placeholder 7">
            <a:extLst>
              <a:ext uri="{FF2B5EF4-FFF2-40B4-BE49-F238E27FC236}">
                <a16:creationId xmlns:a16="http://schemas.microsoft.com/office/drawing/2014/main" id="{D2C2018F-11EE-504E-FB05-4A3F7F1B3543}"/>
              </a:ext>
            </a:extLst>
          </p:cNvPr>
          <p:cNvSpPr>
            <a:spLocks noGrp="1"/>
          </p:cNvSpPr>
          <p:nvPr>
            <p:ph type="body" sz="quarter" idx="46"/>
          </p:nvPr>
        </p:nvSpPr>
        <p:spPr>
          <a:xfrm>
            <a:off x="6297818" y="5455255"/>
            <a:ext cx="206132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8" name="Text Placeholder 6">
            <a:extLst>
              <a:ext uri="{FF2B5EF4-FFF2-40B4-BE49-F238E27FC236}">
                <a16:creationId xmlns:a16="http://schemas.microsoft.com/office/drawing/2014/main" id="{28F9AE6F-F3CC-00A2-7E50-0B576D2D0331}"/>
              </a:ext>
            </a:extLst>
          </p:cNvPr>
          <p:cNvSpPr>
            <a:spLocks noGrp="1"/>
          </p:cNvSpPr>
          <p:nvPr>
            <p:ph type="body" sz="quarter" idx="47" hasCustomPrompt="1"/>
          </p:nvPr>
        </p:nvSpPr>
        <p:spPr>
          <a:xfrm>
            <a:off x="6297818" y="4777652"/>
            <a:ext cx="2061326" cy="643283"/>
          </a:xfrm>
        </p:spPr>
        <p:txBody>
          <a:bodyPr anchor="b">
            <a:noAutofit/>
          </a:bodyPr>
          <a:lstStyle>
            <a:lvl1pPr algn="ctr">
              <a:lnSpc>
                <a:spcPct val="100000"/>
              </a:lnSpc>
              <a:spcBef>
                <a:spcPts val="0"/>
              </a:spcBef>
              <a:defRPr sz="1400" b="1"/>
            </a:lvl1pPr>
          </a:lstStyle>
          <a:p>
            <a:pPr lvl="0"/>
            <a:r>
              <a:rPr lang="en-US"/>
              <a:t>Click to edit master</a:t>
            </a:r>
          </a:p>
        </p:txBody>
      </p:sp>
    </p:spTree>
    <p:extLst>
      <p:ext uri="{BB962C8B-B14F-4D97-AF65-F5344CB8AC3E}">
        <p14:creationId xmlns:p14="http://schemas.microsoft.com/office/powerpoint/2010/main" val="123295844"/>
      </p:ext>
    </p:extLst>
  </p:cSld>
  <p:clrMapOvr>
    <a:masterClrMapping/>
  </p:clrMapOvr>
  <p:transition>
    <p:cover/>
  </p:transition>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meline I60V8">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
        <p:nvSpPr>
          <p:cNvPr id="34" name="Text Placeholder 6">
            <a:extLst>
              <a:ext uri="{FF2B5EF4-FFF2-40B4-BE49-F238E27FC236}">
                <a16:creationId xmlns:a16="http://schemas.microsoft.com/office/drawing/2014/main" id="{11596524-C63D-A1E8-4A0B-8CBD7E2FD6BA}"/>
              </a:ext>
            </a:extLst>
          </p:cNvPr>
          <p:cNvSpPr>
            <a:spLocks noGrp="1"/>
          </p:cNvSpPr>
          <p:nvPr>
            <p:ph type="body" sz="quarter" idx="31" hasCustomPrompt="1"/>
          </p:nvPr>
        </p:nvSpPr>
        <p:spPr>
          <a:xfrm>
            <a:off x="2175887"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60" name="Text Placeholder 6">
            <a:extLst>
              <a:ext uri="{FF2B5EF4-FFF2-40B4-BE49-F238E27FC236}">
                <a16:creationId xmlns:a16="http://schemas.microsoft.com/office/drawing/2014/main" id="{C50C57DB-A85B-86C2-041A-8F82ED06CDDB}"/>
              </a:ext>
            </a:extLst>
          </p:cNvPr>
          <p:cNvSpPr>
            <a:spLocks noGrp="1"/>
          </p:cNvSpPr>
          <p:nvPr userDrawn="1">
            <p:ph type="body" sz="quarter" idx="36" hasCustomPrompt="1"/>
          </p:nvPr>
        </p:nvSpPr>
        <p:spPr>
          <a:xfrm>
            <a:off x="3483698"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2" name="Text Placeholder 6">
            <a:extLst>
              <a:ext uri="{FF2B5EF4-FFF2-40B4-BE49-F238E27FC236}">
                <a16:creationId xmlns:a16="http://schemas.microsoft.com/office/drawing/2014/main" id="{FB3932ED-7DFC-8F1A-71CD-7B2944DAE2D2}"/>
              </a:ext>
            </a:extLst>
          </p:cNvPr>
          <p:cNvSpPr>
            <a:spLocks noGrp="1"/>
          </p:cNvSpPr>
          <p:nvPr userDrawn="1">
            <p:ph type="body" sz="quarter" idx="37" hasCustomPrompt="1"/>
          </p:nvPr>
        </p:nvSpPr>
        <p:spPr>
          <a:xfrm>
            <a:off x="4791509"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13" name="Text Placeholder 6">
            <a:extLst>
              <a:ext uri="{FF2B5EF4-FFF2-40B4-BE49-F238E27FC236}">
                <a16:creationId xmlns:a16="http://schemas.microsoft.com/office/drawing/2014/main" id="{8DCF427D-CCD6-828C-2DB4-669BCE8B561D}"/>
              </a:ext>
            </a:extLst>
          </p:cNvPr>
          <p:cNvSpPr>
            <a:spLocks noGrp="1"/>
          </p:cNvSpPr>
          <p:nvPr userDrawn="1">
            <p:ph type="body" sz="quarter" idx="38" hasCustomPrompt="1"/>
          </p:nvPr>
        </p:nvSpPr>
        <p:spPr>
          <a:xfrm>
            <a:off x="6099320"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6" name="Text Placeholder 6">
            <a:extLst>
              <a:ext uri="{FF2B5EF4-FFF2-40B4-BE49-F238E27FC236}">
                <a16:creationId xmlns:a16="http://schemas.microsoft.com/office/drawing/2014/main" id="{DCAFB0B1-1EF4-B799-4BD1-0823AEB6E462}"/>
              </a:ext>
            </a:extLst>
          </p:cNvPr>
          <p:cNvSpPr>
            <a:spLocks noGrp="1"/>
          </p:cNvSpPr>
          <p:nvPr>
            <p:ph type="body" sz="quarter" idx="39" hasCustomPrompt="1"/>
          </p:nvPr>
        </p:nvSpPr>
        <p:spPr>
          <a:xfrm>
            <a:off x="7407131"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sp>
        <p:nvSpPr>
          <p:cNvPr id="24" name="Text Placeholder 7">
            <a:extLst>
              <a:ext uri="{FF2B5EF4-FFF2-40B4-BE49-F238E27FC236}">
                <a16:creationId xmlns:a16="http://schemas.microsoft.com/office/drawing/2014/main" id="{0C80C2D5-FBC0-7694-D92B-796EAC59D258}"/>
              </a:ext>
            </a:extLst>
          </p:cNvPr>
          <p:cNvSpPr>
            <a:spLocks noGrp="1"/>
          </p:cNvSpPr>
          <p:nvPr userDrawn="1">
            <p:ph type="body" sz="quarter" idx="33"/>
          </p:nvPr>
        </p:nvSpPr>
        <p:spPr>
          <a:xfrm>
            <a:off x="1684830" y="2381497"/>
            <a:ext cx="214993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5" name="Text Placeholder 6">
            <a:extLst>
              <a:ext uri="{FF2B5EF4-FFF2-40B4-BE49-F238E27FC236}">
                <a16:creationId xmlns:a16="http://schemas.microsoft.com/office/drawing/2014/main" id="{D9FC636E-821A-9F7D-C08A-511A6BA2850B}"/>
              </a:ext>
            </a:extLst>
          </p:cNvPr>
          <p:cNvSpPr>
            <a:spLocks noGrp="1"/>
          </p:cNvSpPr>
          <p:nvPr userDrawn="1">
            <p:ph type="body" sz="quarter" idx="34" hasCustomPrompt="1"/>
          </p:nvPr>
        </p:nvSpPr>
        <p:spPr>
          <a:xfrm>
            <a:off x="1684830" y="1703894"/>
            <a:ext cx="214993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26" name="Text Placeholder 7">
            <a:extLst>
              <a:ext uri="{FF2B5EF4-FFF2-40B4-BE49-F238E27FC236}">
                <a16:creationId xmlns:a16="http://schemas.microsoft.com/office/drawing/2014/main" id="{A8A1D0B3-26E4-3001-57ED-EC984A5B03A0}"/>
              </a:ext>
            </a:extLst>
          </p:cNvPr>
          <p:cNvSpPr>
            <a:spLocks noGrp="1"/>
          </p:cNvSpPr>
          <p:nvPr userDrawn="1">
            <p:ph type="body" sz="quarter" idx="40"/>
          </p:nvPr>
        </p:nvSpPr>
        <p:spPr>
          <a:xfrm>
            <a:off x="4300452" y="2381497"/>
            <a:ext cx="214993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7" name="Text Placeholder 6">
            <a:extLst>
              <a:ext uri="{FF2B5EF4-FFF2-40B4-BE49-F238E27FC236}">
                <a16:creationId xmlns:a16="http://schemas.microsoft.com/office/drawing/2014/main" id="{5F0020E0-506A-75A6-1201-AD6F6EF5717E}"/>
              </a:ext>
            </a:extLst>
          </p:cNvPr>
          <p:cNvSpPr>
            <a:spLocks noGrp="1"/>
          </p:cNvSpPr>
          <p:nvPr userDrawn="1">
            <p:ph type="body" sz="quarter" idx="41" hasCustomPrompt="1"/>
          </p:nvPr>
        </p:nvSpPr>
        <p:spPr>
          <a:xfrm>
            <a:off x="4300452" y="1703894"/>
            <a:ext cx="214993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28" name="Text Placeholder 7">
            <a:extLst>
              <a:ext uri="{FF2B5EF4-FFF2-40B4-BE49-F238E27FC236}">
                <a16:creationId xmlns:a16="http://schemas.microsoft.com/office/drawing/2014/main" id="{7B02848F-53B4-F2FA-FC8A-E17300CE5569}"/>
              </a:ext>
            </a:extLst>
          </p:cNvPr>
          <p:cNvSpPr>
            <a:spLocks noGrp="1"/>
          </p:cNvSpPr>
          <p:nvPr userDrawn="1">
            <p:ph type="body" sz="quarter" idx="42"/>
          </p:nvPr>
        </p:nvSpPr>
        <p:spPr>
          <a:xfrm>
            <a:off x="6916074" y="2381497"/>
            <a:ext cx="214993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29" name="Text Placeholder 6">
            <a:extLst>
              <a:ext uri="{FF2B5EF4-FFF2-40B4-BE49-F238E27FC236}">
                <a16:creationId xmlns:a16="http://schemas.microsoft.com/office/drawing/2014/main" id="{0F51AAA0-5B8F-462D-472E-7118D99CAE4A}"/>
              </a:ext>
            </a:extLst>
          </p:cNvPr>
          <p:cNvSpPr>
            <a:spLocks noGrp="1"/>
          </p:cNvSpPr>
          <p:nvPr userDrawn="1">
            <p:ph type="body" sz="quarter" idx="43" hasCustomPrompt="1"/>
          </p:nvPr>
        </p:nvSpPr>
        <p:spPr>
          <a:xfrm>
            <a:off x="6916074" y="1703894"/>
            <a:ext cx="214993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32" name="Text Placeholder 7">
            <a:extLst>
              <a:ext uri="{FF2B5EF4-FFF2-40B4-BE49-F238E27FC236}">
                <a16:creationId xmlns:a16="http://schemas.microsoft.com/office/drawing/2014/main" id="{0650EE1F-926B-F03A-FD76-864F6578C2B4}"/>
              </a:ext>
            </a:extLst>
          </p:cNvPr>
          <p:cNvSpPr>
            <a:spLocks noGrp="1"/>
          </p:cNvSpPr>
          <p:nvPr userDrawn="1">
            <p:ph type="body" sz="quarter" idx="44"/>
          </p:nvPr>
        </p:nvSpPr>
        <p:spPr>
          <a:xfrm>
            <a:off x="2991774" y="5455255"/>
            <a:ext cx="214993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3" name="Text Placeholder 6">
            <a:extLst>
              <a:ext uri="{FF2B5EF4-FFF2-40B4-BE49-F238E27FC236}">
                <a16:creationId xmlns:a16="http://schemas.microsoft.com/office/drawing/2014/main" id="{45886628-E69F-EA44-6727-D3B44CEF1FAD}"/>
              </a:ext>
            </a:extLst>
          </p:cNvPr>
          <p:cNvSpPr>
            <a:spLocks noGrp="1"/>
          </p:cNvSpPr>
          <p:nvPr userDrawn="1">
            <p:ph type="body" sz="quarter" idx="45" hasCustomPrompt="1"/>
          </p:nvPr>
        </p:nvSpPr>
        <p:spPr>
          <a:xfrm>
            <a:off x="2991774" y="4777652"/>
            <a:ext cx="214993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37" name="Text Placeholder 7">
            <a:extLst>
              <a:ext uri="{FF2B5EF4-FFF2-40B4-BE49-F238E27FC236}">
                <a16:creationId xmlns:a16="http://schemas.microsoft.com/office/drawing/2014/main" id="{D2C2018F-11EE-504E-FB05-4A3F7F1B3543}"/>
              </a:ext>
            </a:extLst>
          </p:cNvPr>
          <p:cNvSpPr>
            <a:spLocks noGrp="1"/>
          </p:cNvSpPr>
          <p:nvPr userDrawn="1">
            <p:ph type="body" sz="quarter" idx="46"/>
          </p:nvPr>
        </p:nvSpPr>
        <p:spPr>
          <a:xfrm>
            <a:off x="5609133" y="5455255"/>
            <a:ext cx="214993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38" name="Text Placeholder 6">
            <a:extLst>
              <a:ext uri="{FF2B5EF4-FFF2-40B4-BE49-F238E27FC236}">
                <a16:creationId xmlns:a16="http://schemas.microsoft.com/office/drawing/2014/main" id="{28F9AE6F-F3CC-00A2-7E50-0B576D2D0331}"/>
              </a:ext>
            </a:extLst>
          </p:cNvPr>
          <p:cNvSpPr>
            <a:spLocks noGrp="1"/>
          </p:cNvSpPr>
          <p:nvPr userDrawn="1">
            <p:ph type="body" sz="quarter" idx="47" hasCustomPrompt="1"/>
          </p:nvPr>
        </p:nvSpPr>
        <p:spPr>
          <a:xfrm>
            <a:off x="5609133" y="4777652"/>
            <a:ext cx="2149936" cy="643283"/>
          </a:xfrm>
        </p:spPr>
        <p:txBody>
          <a:bodyPr anchor="b">
            <a:noAutofit/>
          </a:bodyPr>
          <a:lstStyle>
            <a:lvl1pPr algn="ctr">
              <a:lnSpc>
                <a:spcPct val="100000"/>
              </a:lnSpc>
              <a:spcBef>
                <a:spcPts val="0"/>
              </a:spcBef>
              <a:defRPr sz="1400" b="1"/>
            </a:lvl1pPr>
          </a:lstStyle>
          <a:p>
            <a:pPr lvl="0"/>
            <a:r>
              <a:rPr lang="en-US"/>
              <a:t>Click to edit master</a:t>
            </a:r>
          </a:p>
        </p:txBody>
      </p:sp>
      <p:sp>
        <p:nvSpPr>
          <p:cNvPr id="7" name="Text Placeholder 6">
            <a:extLst>
              <a:ext uri="{FF2B5EF4-FFF2-40B4-BE49-F238E27FC236}">
                <a16:creationId xmlns:a16="http://schemas.microsoft.com/office/drawing/2014/main" id="{C8CE35E0-2B49-B13B-6324-7B39107ADB69}"/>
              </a:ext>
            </a:extLst>
          </p:cNvPr>
          <p:cNvSpPr>
            <a:spLocks noGrp="1"/>
          </p:cNvSpPr>
          <p:nvPr>
            <p:ph type="body" sz="quarter" idx="48" hasCustomPrompt="1"/>
          </p:nvPr>
        </p:nvSpPr>
        <p:spPr>
          <a:xfrm>
            <a:off x="8714942" y="3789749"/>
            <a:ext cx="1167822" cy="444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lnSpc>
                <a:spcPct val="100000"/>
              </a:lnSpc>
              <a:spcBef>
                <a:spcPts val="0"/>
              </a:spcBef>
              <a:defRPr lang="en-US" sz="1300" b="1" dirty="0">
                <a:solidFill>
                  <a:schemeClr val="accent1"/>
                </a:solidFill>
              </a:defRPr>
            </a:lvl1pPr>
          </a:lstStyle>
          <a:p>
            <a:pPr lvl="0" algn="ctr" defTabSz="914400"/>
            <a:r>
              <a:rPr lang="en-US"/>
              <a:t>Text</a:t>
            </a:r>
          </a:p>
        </p:txBody>
      </p:sp>
      <p:grpSp>
        <p:nvGrpSpPr>
          <p:cNvPr id="17" name="Group 16">
            <a:extLst>
              <a:ext uri="{FF2B5EF4-FFF2-40B4-BE49-F238E27FC236}">
                <a16:creationId xmlns:a16="http://schemas.microsoft.com/office/drawing/2014/main" id="{8D6BAD6B-7A61-1403-4E7B-249085C402F5}"/>
              </a:ext>
            </a:extLst>
          </p:cNvPr>
          <p:cNvGrpSpPr/>
          <p:nvPr userDrawn="1"/>
        </p:nvGrpSpPr>
        <p:grpSpPr>
          <a:xfrm>
            <a:off x="2105892" y="3357980"/>
            <a:ext cx="7846866" cy="1307812"/>
            <a:chOff x="2105892" y="3357980"/>
            <a:chExt cx="7846866" cy="1307812"/>
          </a:xfrm>
        </p:grpSpPr>
        <p:sp>
          <p:nvSpPr>
            <p:cNvPr id="8" name="Arc 48">
              <a:extLst>
                <a:ext uri="{FF2B5EF4-FFF2-40B4-BE49-F238E27FC236}">
                  <a16:creationId xmlns:a16="http://schemas.microsoft.com/office/drawing/2014/main" id="{0B88129D-D7BA-FDEC-E960-B17B187EB65A}"/>
                </a:ext>
              </a:extLst>
            </p:cNvPr>
            <p:cNvSpPr/>
            <p:nvPr userDrawn="1"/>
          </p:nvSpPr>
          <p:spPr>
            <a:xfrm flipV="1">
              <a:off x="8644947"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Arc 47">
              <a:extLst>
                <a:ext uri="{FF2B5EF4-FFF2-40B4-BE49-F238E27FC236}">
                  <a16:creationId xmlns:a16="http://schemas.microsoft.com/office/drawing/2014/main" id="{FF13ACB4-5EAC-6E24-4772-3CC881898752}"/>
                </a:ext>
              </a:extLst>
            </p:cNvPr>
            <p:cNvSpPr/>
            <p:nvPr userDrawn="1"/>
          </p:nvSpPr>
          <p:spPr>
            <a:xfrm>
              <a:off x="7337136"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 name="Arc 47">
              <a:extLst>
                <a:ext uri="{FF2B5EF4-FFF2-40B4-BE49-F238E27FC236}">
                  <a16:creationId xmlns:a16="http://schemas.microsoft.com/office/drawing/2014/main" id="{4DFCAD89-E639-B4AC-2D2E-780EBC33946B}"/>
                </a:ext>
              </a:extLst>
            </p:cNvPr>
            <p:cNvSpPr/>
            <p:nvPr userDrawn="1"/>
          </p:nvSpPr>
          <p:spPr>
            <a:xfrm>
              <a:off x="4721514"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Arc 48">
              <a:extLst>
                <a:ext uri="{FF2B5EF4-FFF2-40B4-BE49-F238E27FC236}">
                  <a16:creationId xmlns:a16="http://schemas.microsoft.com/office/drawing/2014/main" id="{47B1ADBE-455A-963E-1C2E-7F6C24DAA7AB}"/>
                </a:ext>
              </a:extLst>
            </p:cNvPr>
            <p:cNvSpPr/>
            <p:nvPr userDrawn="1"/>
          </p:nvSpPr>
          <p:spPr>
            <a:xfrm flipV="1">
              <a:off x="6029325"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8" name="Arc 47">
              <a:extLst>
                <a:ext uri="{FF2B5EF4-FFF2-40B4-BE49-F238E27FC236}">
                  <a16:creationId xmlns:a16="http://schemas.microsoft.com/office/drawing/2014/main" id="{2E0450EB-66B2-DC14-F393-BD8A7A0A9157}"/>
                </a:ext>
              </a:extLst>
            </p:cNvPr>
            <p:cNvSpPr/>
            <p:nvPr userDrawn="1"/>
          </p:nvSpPr>
          <p:spPr>
            <a:xfrm>
              <a:off x="2105892"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9" name="Arc 48">
              <a:extLst>
                <a:ext uri="{FF2B5EF4-FFF2-40B4-BE49-F238E27FC236}">
                  <a16:creationId xmlns:a16="http://schemas.microsoft.com/office/drawing/2014/main" id="{DD0AB41B-2216-D3DF-637B-CBCFC365A0AA}"/>
                </a:ext>
              </a:extLst>
            </p:cNvPr>
            <p:cNvSpPr/>
            <p:nvPr userDrawn="1"/>
          </p:nvSpPr>
          <p:spPr>
            <a:xfrm flipV="1">
              <a:off x="3413703"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0" name="Arc 29">
              <a:extLst>
                <a:ext uri="{FF2B5EF4-FFF2-40B4-BE49-F238E27FC236}">
                  <a16:creationId xmlns:a16="http://schemas.microsoft.com/office/drawing/2014/main" id="{0FEC80B5-0AC6-5468-8EEE-9CC67824A202}"/>
                </a:ext>
              </a:extLst>
            </p:cNvPr>
            <p:cNvSpPr/>
            <p:nvPr userDrawn="1"/>
          </p:nvSpPr>
          <p:spPr>
            <a:xfrm>
              <a:off x="2105892"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a:extLst>
                <a:ext uri="{FF2B5EF4-FFF2-40B4-BE49-F238E27FC236}">
                  <a16:creationId xmlns:a16="http://schemas.microsoft.com/office/drawing/2014/main" id="{4101E0C2-EB44-0B83-7434-2E13B56CA1E8}"/>
                </a:ext>
              </a:extLst>
            </p:cNvPr>
            <p:cNvSpPr/>
            <p:nvPr userDrawn="1"/>
          </p:nvSpPr>
          <p:spPr>
            <a:xfrm flipV="1">
              <a:off x="3413703"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Arc 8">
              <a:extLst>
                <a:ext uri="{FF2B5EF4-FFF2-40B4-BE49-F238E27FC236}">
                  <a16:creationId xmlns:a16="http://schemas.microsoft.com/office/drawing/2014/main" id="{78D106D0-F083-A044-5D3E-99D03C0C04A3}"/>
                </a:ext>
              </a:extLst>
            </p:cNvPr>
            <p:cNvSpPr/>
            <p:nvPr userDrawn="1"/>
          </p:nvSpPr>
          <p:spPr>
            <a:xfrm>
              <a:off x="4721514"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 name="Arc 9">
              <a:extLst>
                <a:ext uri="{FF2B5EF4-FFF2-40B4-BE49-F238E27FC236}">
                  <a16:creationId xmlns:a16="http://schemas.microsoft.com/office/drawing/2014/main" id="{0E88438E-4324-590F-143C-8F2AF64D60A4}"/>
                </a:ext>
              </a:extLst>
            </p:cNvPr>
            <p:cNvSpPr/>
            <p:nvPr userDrawn="1"/>
          </p:nvSpPr>
          <p:spPr>
            <a:xfrm flipV="1">
              <a:off x="6029325"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Arc 21">
              <a:extLst>
                <a:ext uri="{FF2B5EF4-FFF2-40B4-BE49-F238E27FC236}">
                  <a16:creationId xmlns:a16="http://schemas.microsoft.com/office/drawing/2014/main" id="{5933DD6D-7612-2211-9F85-2788C511AC3F}"/>
                </a:ext>
              </a:extLst>
            </p:cNvPr>
            <p:cNvSpPr/>
            <p:nvPr userDrawn="1"/>
          </p:nvSpPr>
          <p:spPr>
            <a:xfrm>
              <a:off x="7337136"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Arc 13">
              <a:extLst>
                <a:ext uri="{FF2B5EF4-FFF2-40B4-BE49-F238E27FC236}">
                  <a16:creationId xmlns:a16="http://schemas.microsoft.com/office/drawing/2014/main" id="{DD8DDBD1-C1C9-128B-3560-884EFB107189}"/>
                </a:ext>
              </a:extLst>
            </p:cNvPr>
            <p:cNvSpPr/>
            <p:nvPr userDrawn="1"/>
          </p:nvSpPr>
          <p:spPr>
            <a:xfrm flipV="1">
              <a:off x="8644947"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15" name="Text Placeholder 7">
            <a:extLst>
              <a:ext uri="{FF2B5EF4-FFF2-40B4-BE49-F238E27FC236}">
                <a16:creationId xmlns:a16="http://schemas.microsoft.com/office/drawing/2014/main" id="{98C3B9CF-3DEB-1DB6-592C-EB811F6ED219}"/>
              </a:ext>
            </a:extLst>
          </p:cNvPr>
          <p:cNvSpPr>
            <a:spLocks noGrp="1"/>
          </p:cNvSpPr>
          <p:nvPr>
            <p:ph type="body" sz="quarter" idx="49"/>
          </p:nvPr>
        </p:nvSpPr>
        <p:spPr>
          <a:xfrm>
            <a:off x="8224755" y="5455255"/>
            <a:ext cx="2149936" cy="816353"/>
          </a:xfrm>
        </p:spPr>
        <p:txBody>
          <a:bodyPr>
            <a:noAutofit/>
          </a:bodyPr>
          <a:lstStyle>
            <a:lvl1pPr algn="ctr">
              <a:lnSpc>
                <a:spcPct val="100000"/>
              </a:lnSpc>
              <a:spcBef>
                <a:spcPts val="0"/>
              </a:spcBef>
              <a:defRPr sz="1200"/>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p:txBody>
      </p:sp>
      <p:sp>
        <p:nvSpPr>
          <p:cNvPr id="16" name="Text Placeholder 6">
            <a:extLst>
              <a:ext uri="{FF2B5EF4-FFF2-40B4-BE49-F238E27FC236}">
                <a16:creationId xmlns:a16="http://schemas.microsoft.com/office/drawing/2014/main" id="{FE18F4F4-1879-89F2-51E9-259761972131}"/>
              </a:ext>
            </a:extLst>
          </p:cNvPr>
          <p:cNvSpPr>
            <a:spLocks noGrp="1"/>
          </p:cNvSpPr>
          <p:nvPr>
            <p:ph type="body" sz="quarter" idx="50" hasCustomPrompt="1"/>
          </p:nvPr>
        </p:nvSpPr>
        <p:spPr>
          <a:xfrm>
            <a:off x="8224755" y="4777652"/>
            <a:ext cx="2149936" cy="643283"/>
          </a:xfrm>
        </p:spPr>
        <p:txBody>
          <a:bodyPr anchor="b">
            <a:noAutofit/>
          </a:bodyPr>
          <a:lstStyle>
            <a:lvl1pPr algn="ctr">
              <a:lnSpc>
                <a:spcPct val="100000"/>
              </a:lnSpc>
              <a:spcBef>
                <a:spcPts val="0"/>
              </a:spcBef>
              <a:defRPr sz="1400" b="1"/>
            </a:lvl1pPr>
          </a:lstStyle>
          <a:p>
            <a:pPr lvl="0"/>
            <a:r>
              <a:rPr lang="en-US"/>
              <a:t>Click to edit master</a:t>
            </a:r>
          </a:p>
        </p:txBody>
      </p:sp>
    </p:spTree>
    <p:extLst>
      <p:ext uri="{BB962C8B-B14F-4D97-AF65-F5344CB8AC3E}">
        <p14:creationId xmlns:p14="http://schemas.microsoft.com/office/powerpoint/2010/main" val="1117215601"/>
      </p:ext>
    </p:extLst>
  </p:cSld>
  <p:clrMapOvr>
    <a:masterClrMapping/>
  </p:clrMapOvr>
  <p:transition>
    <p:cover/>
  </p:transition>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Title 1">
            <a:extLst>
              <a:ext uri="{FF2B5EF4-FFF2-40B4-BE49-F238E27FC236}">
                <a16:creationId xmlns:a16="http://schemas.microsoft.com/office/drawing/2014/main" id="{C473C5E4-D933-2FBD-3307-9533856ABEEF}"/>
              </a:ext>
            </a:extLst>
          </p:cNvPr>
          <p:cNvSpPr>
            <a:spLocks noGrp="1"/>
          </p:cNvSpPr>
          <p:nvPr>
            <p:ph type="title"/>
          </p:nvPr>
        </p:nvSpPr>
        <p:spPr>
          <a:xfrm>
            <a:off x="599016" y="583764"/>
            <a:ext cx="10490623" cy="960000"/>
          </a:xfrm>
        </p:spPr>
        <p:txBody>
          <a:bodyPr anchor="t">
            <a:noAutofit/>
          </a:bodyPr>
          <a:lstStyle/>
          <a:p>
            <a:r>
              <a:rPr lang="en-US"/>
              <a:t>Click to edit Master title style</a:t>
            </a:r>
            <a:endParaRPr lang="en-UZ"/>
          </a:p>
        </p:txBody>
      </p:sp>
    </p:spTree>
    <p:extLst>
      <p:ext uri="{BB962C8B-B14F-4D97-AF65-F5344CB8AC3E}">
        <p14:creationId xmlns:p14="http://schemas.microsoft.com/office/powerpoint/2010/main" val="2835252342"/>
      </p:ext>
    </p:extLst>
  </p:cSld>
  <p:clrMapOvr>
    <a:masterClrMapping/>
  </p:clrMapOvr>
  <p:transition>
    <p:cove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ED2E36-BADF-8412-F354-96F2041DC9D9}"/>
              </a:ext>
            </a:extLst>
          </p:cNvPr>
          <p:cNvSpPr>
            <a:spLocks noGrp="1"/>
          </p:cNvSpPr>
          <p:nvPr>
            <p:ph type="ftr" sz="quarter" idx="10"/>
          </p:nvPr>
        </p:nvSpPr>
        <p:spPr/>
        <p:txBody>
          <a:bodyPr/>
          <a:lstStyle/>
          <a:p>
            <a:r>
              <a:rPr lang="en-ID"/>
              <a:t>PRESENTATION TITLE</a:t>
            </a:r>
          </a:p>
        </p:txBody>
      </p:sp>
      <p:sp>
        <p:nvSpPr>
          <p:cNvPr id="4" name="Slide Number Placeholder 3">
            <a:extLst>
              <a:ext uri="{FF2B5EF4-FFF2-40B4-BE49-F238E27FC236}">
                <a16:creationId xmlns:a16="http://schemas.microsoft.com/office/drawing/2014/main" id="{E9A1D5FD-C837-C92F-8E5D-69F199301246}"/>
              </a:ext>
            </a:extLst>
          </p:cNvPr>
          <p:cNvSpPr>
            <a:spLocks noGrp="1"/>
          </p:cNvSpPr>
          <p:nvPr>
            <p:ph type="sldNum" sz="quarter" idx="11"/>
          </p:nvPr>
        </p:nvSpPr>
        <p:spPr/>
        <p:txBody>
          <a:bodyPr/>
          <a:lstStyle/>
          <a:p>
            <a:fld id="{CF6F24BE-8BEB-403A-BDCC-38E201D0662D}" type="slidenum">
              <a:rPr lang="en-ID" smtClean="0"/>
              <a:pPr/>
              <a:t>‹#›</a:t>
            </a:fld>
            <a:endParaRPr lang="en-ID"/>
          </a:p>
        </p:txBody>
      </p:sp>
    </p:spTree>
    <p:extLst>
      <p:ext uri="{BB962C8B-B14F-4D97-AF65-F5344CB8AC3E}">
        <p14:creationId xmlns:p14="http://schemas.microsoft.com/office/powerpoint/2010/main" val="3705890074"/>
      </p:ext>
    </p:extLst>
  </p:cSld>
  <p:clrMapOvr>
    <a:masterClrMapping/>
  </p:clrMapOvr>
  <p:transition>
    <p:cove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0"/>
            <a:ext cx="1066667" cy="400000"/>
          </a:xfrm>
          <a:prstGeom prst="rect">
            <a:avLst/>
          </a:prstGeom>
          <a:extLst>
            <a:ext uri="{C572A759-6A51-4108-AA02-DFA0A04FC94B}">
              <ma14:wrappingTextBoxFlag xmlns="" xmlns:ma14="http://schemas.microsoft.com/office/mac/drawingml/2011/main" val="0"/>
            </a:ext>
          </a:extLst>
        </p:spPr>
        <p:txBody>
          <a:bodyPr/>
          <a:lstStyle>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507260769"/>
      </p:ext>
    </p:extLst>
  </p:cSld>
  <p:clrMapOvr>
    <a:masterClrMapping/>
  </p:clrMapOvr>
  <p:transition>
    <p:cove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Relationship Id="rId15" Type="http://schemas.openxmlformats.org/officeDocument/2006/relationships/slideLayout" Target="../slideLayouts/slideLayout25.xml"/><Relationship Id="rId16" Type="http://schemas.openxmlformats.org/officeDocument/2006/relationships/slideLayout" Target="../slideLayouts/slideLayout26.xml"/><Relationship Id="rId17" Type="http://schemas.openxmlformats.org/officeDocument/2006/relationships/slideLayout" Target="../slideLayouts/slideLayout27.xml"/><Relationship Id="rId18" Type="http://schemas.openxmlformats.org/officeDocument/2006/relationships/slideLayout" Target="../slideLayouts/slideLayout28.xml"/><Relationship Id="rId19" Type="http://schemas.openxmlformats.org/officeDocument/2006/relationships/slideLayout" Target="../slideLayouts/slideLayout29.xml"/><Relationship Id="rId20" Type="http://schemas.openxmlformats.org/officeDocument/2006/relationships/slideLayout" Target="../slideLayouts/slideLayout30.xml"/><Relationship Id="rId21" Type="http://schemas.openxmlformats.org/officeDocument/2006/relationships/slideLayout" Target="../slideLayouts/slideLayout31.xml"/><Relationship Id="rId22" Type="http://schemas.openxmlformats.org/officeDocument/2006/relationships/slideLayout" Target="../slideLayouts/slideLayout32.xml"/><Relationship Id="rId23" Type="http://schemas.openxmlformats.org/officeDocument/2006/relationships/slideLayout" Target="../slideLayouts/slideLayout33.xml"/><Relationship Id="rId24" Type="http://schemas.openxmlformats.org/officeDocument/2006/relationships/slideLayout" Target="../slideLayouts/slideLayout34.xml"/><Relationship Id="rId25" Type="http://schemas.openxmlformats.org/officeDocument/2006/relationships/slideLayout" Target="../slideLayouts/slideLayout35.xml"/><Relationship Id="rId26" Type="http://schemas.openxmlformats.org/officeDocument/2006/relationships/slideLayout" Target="../slideLayouts/slideLayout36.xml"/><Relationship Id="rId27" Type="http://schemas.openxmlformats.org/officeDocument/2006/relationships/slideLayout" Target="../slideLayouts/slideLayout37.xml"/><Relationship Id="rId28" Type="http://schemas.openxmlformats.org/officeDocument/2006/relationships/slideLayout" Target="../slideLayouts/slideLayout38.xml"/><Relationship Id="rId29" Type="http://schemas.openxmlformats.org/officeDocument/2006/relationships/slideLayout" Target="../slideLayouts/slideLayout39.xml"/><Relationship Id="rId30" Type="http://schemas.openxmlformats.org/officeDocument/2006/relationships/slideLayout" Target="../slideLayouts/slideLayout40.xml"/><Relationship Id="rId31" Type="http://schemas.openxmlformats.org/officeDocument/2006/relationships/slideLayout" Target="../slideLayouts/slideLayout41.xml"/><Relationship Id="rId32" Type="http://schemas.openxmlformats.org/officeDocument/2006/relationships/slideLayout" Target="../slideLayouts/slideLayout42.xml"/><Relationship Id="rId33" Type="http://schemas.openxmlformats.org/officeDocument/2006/relationships/slideLayout" Target="../slideLayouts/slideLayout43.xml"/><Relationship Id="rId34" Type="http://schemas.openxmlformats.org/officeDocument/2006/relationships/slideLayout" Target="../slideLayouts/slideLayout44.xml"/><Relationship Id="rId35" Type="http://schemas.openxmlformats.org/officeDocument/2006/relationships/slideLayout" Target="../slideLayouts/slideLayout45.xml"/><Relationship Id="rId36" Type="http://schemas.openxmlformats.org/officeDocument/2006/relationships/slideLayout" Target="../slideLayouts/slideLayout46.xml"/><Relationship Id="rId37" Type="http://schemas.openxmlformats.org/officeDocument/2006/relationships/slideLayout" Target="../slideLayouts/slideLayout47.xml"/><Relationship Id="rId38" Type="http://schemas.openxmlformats.org/officeDocument/2006/relationships/slideLayout" Target="../slideLayouts/slideLayout48.xml"/><Relationship Id="rId39" Type="http://schemas.openxmlformats.org/officeDocument/2006/relationships/slideLayout" Target="../slideLayouts/slideLayout49.xml"/><Relationship Id="rId40" Type="http://schemas.openxmlformats.org/officeDocument/2006/relationships/slideLayout" Target="../slideLayouts/slideLayout50.xml"/><Relationship Id="rId41" Type="http://schemas.openxmlformats.org/officeDocument/2006/relationships/slideLayout" Target="../slideLayouts/slideLayout51.xml"/><Relationship Id="rId42" Type="http://schemas.openxmlformats.org/officeDocument/2006/relationships/slideLayout" Target="../slideLayouts/slideLayout52.xml"/><Relationship Id="rId43" Type="http://schemas.openxmlformats.org/officeDocument/2006/relationships/slideLayout" Target="../slideLayouts/slideLayout53.xml"/><Relationship Id="rId44" Type="http://schemas.openxmlformats.org/officeDocument/2006/relationships/slideLayout" Target="../slideLayouts/slideLayout54.xml"/><Relationship Id="rId45" Type="http://schemas.openxmlformats.org/officeDocument/2006/relationships/slideLayout" Target="../slideLayouts/slideLayout55.xml"/><Relationship Id="rId46" Type="http://schemas.openxmlformats.org/officeDocument/2006/relationships/theme" Target="../theme/theme2.xml"/><Relationship Id="rId4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Group 6"/>
          <p:cNvGrpSpPr/>
          <p:nvPr/>
        </p:nvGrpSpPr>
        <p:grpSpPr>
          <a:xfrm>
            <a:off x="0" y="6494093"/>
            <a:ext cx="12192000" cy="373092"/>
            <a:chOff x="0" y="0"/>
            <a:chExt cx="12192000" cy="373091"/>
          </a:xfrm>
        </p:grpSpPr>
        <p:sp>
          <p:nvSpPr>
            <p:cNvPr id="2" name="Rectangle 7"/>
            <p:cNvSpPr/>
            <p:nvPr/>
          </p:nvSpPr>
          <p:spPr>
            <a:xfrm>
              <a:off x="0" y="0"/>
              <a:ext cx="12192000" cy="109728"/>
            </a:xfrm>
            <a:prstGeom prst="rect">
              <a:avLst/>
            </a:prstGeom>
            <a:solidFill>
              <a:srgbClr val="F2652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 name="Rectangle 8"/>
            <p:cNvSpPr/>
            <p:nvPr/>
          </p:nvSpPr>
          <p:spPr>
            <a:xfrm>
              <a:off x="0" y="98771"/>
              <a:ext cx="12192000" cy="274321"/>
            </a:xfrm>
            <a:prstGeom prst="rect">
              <a:avLst/>
            </a:prstGeom>
            <a:solidFill>
              <a:srgbClr val="22377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tangle 1"/>
          <p:cNvSpPr/>
          <p:nvPr/>
        </p:nvSpPr>
        <p:spPr>
          <a:xfrm>
            <a:off x="0" y="0"/>
            <a:ext cx="12192000" cy="6486525"/>
          </a:xfrm>
          <a:prstGeom prst="rect">
            <a:avLst/>
          </a:prstGeom>
          <a:solidFill>
            <a:srgbClr val="223771"/>
          </a:solidFill>
          <a:ln w="12700">
            <a:solidFill>
              <a:srgbClr val="32538F"/>
            </a:solidFill>
            <a:miter/>
          </a:ln>
        </p:spPr>
        <p:txBody>
          <a:bodyPr lIns="45719" rIns="45719" anchor="ctr"/>
          <a:lstStyle/>
          <a:p>
            <a:pPr algn="ctr">
              <a:defRPr>
                <a:solidFill>
                  <a:srgbClr val="FFFFFF"/>
                </a:solidFill>
              </a:defRPr>
            </a:pPr>
            <a:endParaRPr/>
          </a:p>
        </p:txBody>
      </p:sp>
      <p:sp>
        <p:nvSpPr>
          <p:cNvPr id="6" name="Văn bản Tiêu đề"/>
          <p:cNvSpPr txBox="1">
            <a:spLocks noGrp="1"/>
          </p:cNvSpPr>
          <p:nvPr>
            <p:ph type="title"/>
          </p:nvPr>
        </p:nvSpPr>
        <p:spPr>
          <a:xfrm>
            <a:off x="741217" y="3243261"/>
            <a:ext cx="10515601" cy="132556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Văn bản Tiêu đề</a:t>
            </a:r>
          </a:p>
        </p:txBody>
      </p:sp>
      <p:sp>
        <p:nvSpPr>
          <p:cNvPr id="7" name="Số Trang chiếu"/>
          <p:cNvSpPr txBox="1">
            <a:spLocks noGrp="1"/>
          </p:cNvSpPr>
          <p:nvPr>
            <p:ph type="sldNum" sz="quarter" idx="2"/>
          </p:nvPr>
        </p:nvSpPr>
        <p:spPr>
          <a:xfrm>
            <a:off x="11933376" y="6597321"/>
            <a:ext cx="258624" cy="248306"/>
          </a:xfrm>
          <a:prstGeom prst="rect">
            <a:avLst/>
          </a:prstGeom>
          <a:ln w="12700">
            <a:miter lim="400000"/>
          </a:ln>
        </p:spPr>
        <p:txBody>
          <a:bodyPr wrap="none" lIns="45719" rIns="45719" anchor="ctr">
            <a:spAutoFit/>
          </a:bodyPr>
          <a:lstStyle>
            <a:lvl1pPr algn="r">
              <a:defRPr sz="1200">
                <a:solidFill>
                  <a:srgbClr val="FFFFFF"/>
                </a:solidFill>
              </a:defRPr>
            </a:lvl1pPr>
          </a:lstStyle>
          <a:p>
            <a:fld id="{86CB4B4D-7CA3-9044-876B-883B54F8677D}" type="slidenum">
              <a:t>‹#›</a:t>
            </a:fld>
            <a:endParaRPr/>
          </a:p>
        </p:txBody>
      </p:sp>
      <p:pic>
        <p:nvPicPr>
          <p:cNvPr id="8" name="Picture 4" descr="Picture 4"/>
          <p:cNvPicPr>
            <a:picLocks noChangeAspect="1"/>
          </p:cNvPicPr>
          <p:nvPr/>
        </p:nvPicPr>
        <p:blipFill>
          <a:blip r:embed="rId12"/>
          <a:stretch>
            <a:fillRect/>
          </a:stretch>
        </p:blipFill>
        <p:spPr>
          <a:xfrm>
            <a:off x="2760517" y="112742"/>
            <a:ext cx="6688283" cy="2070039"/>
          </a:xfrm>
          <a:prstGeom prst="rect">
            <a:avLst/>
          </a:prstGeom>
          <a:ln w="12700">
            <a:miter lim="400000"/>
          </a:ln>
        </p:spPr>
      </p:pic>
      <p:sp>
        <p:nvSpPr>
          <p:cNvPr id="9" name="Nội dung mức một…"/>
          <p:cNvSpPr txBox="1">
            <a:spLocks noGrp="1"/>
          </p:cNvSpPr>
          <p:nvPr>
            <p:ph type="body" idx="1"/>
          </p:nvPr>
        </p:nvSpPr>
        <p:spPr>
          <a:xfrm>
            <a:off x="609600" y="1600200"/>
            <a:ext cx="10972800" cy="452596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lstStyle/>
          <a:p>
            <a:r>
              <a:t>Nội dung mức một</a:t>
            </a:r>
          </a:p>
          <a:p>
            <a:pPr lvl="1"/>
            <a:r>
              <a:t>Nội dung mức hai</a:t>
            </a:r>
          </a:p>
          <a:p>
            <a:pPr lvl="2"/>
            <a:r>
              <a:t>Nội dung mức ba</a:t>
            </a:r>
          </a:p>
          <a:p>
            <a:pPr lvl="3"/>
            <a:r>
              <a:t>Nội dung mức bốn</a:t>
            </a:r>
          </a:p>
          <a:p>
            <a:pPr lvl="4"/>
            <a:r>
              <a:t>Nội dung mức năm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cover/>
  </p:transition>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Arial"/>
          <a:ea typeface="Arial"/>
          <a:cs typeface="Arial"/>
          <a:sym typeface="Arial"/>
        </a:defRPr>
      </a:lvl9pPr>
    </p:titleStyle>
    <p:bodyStyle>
      <a:lvl1pPr marL="0" marR="0" indent="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1pPr>
      <a:lvl2pPr marL="0" marR="0" indent="45720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2pPr>
      <a:lvl3pPr marL="0" marR="0" indent="91440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3pPr>
      <a:lvl4pPr marL="0" marR="0" indent="137160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4pPr>
      <a:lvl5pPr marL="0" marR="0" indent="182880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5pPr>
      <a:lvl6pPr marL="0" marR="0" indent="228600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6pPr>
      <a:lvl7pPr marL="0" marR="0" indent="274320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7pPr>
      <a:lvl8pPr marL="0" marR="0" indent="320040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8pPr>
      <a:lvl9pPr marL="0" marR="0" indent="3657600" algn="l" defTabSz="914400" rtl="0" latinLnBrk="0">
        <a:lnSpc>
          <a:spcPct val="90000"/>
        </a:lnSpc>
        <a:spcBef>
          <a:spcPts val="1000"/>
        </a:spcBef>
        <a:spcAft>
          <a:spcPts val="0"/>
        </a:spcAft>
        <a:buClrTx/>
        <a:buSzTx/>
        <a:buFont typeface="Arial"/>
        <a:buNone/>
        <a:tabLst/>
        <a:defRPr sz="2800" b="0" i="0" u="none" strike="noStrike" cap="none" spc="0" baseline="0">
          <a:solidFill>
            <a:srgbClr val="000000"/>
          </a:solidFill>
          <a:uFillTx/>
          <a:latin typeface="Arial"/>
          <a:ea typeface="Arial"/>
          <a:cs typeface="Arial"/>
          <a:sym typeface="Arial"/>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1A7B8A4-ABCC-D9A5-163D-95AADEB96E20}"/>
              </a:ext>
            </a:extLst>
          </p:cNvPr>
          <p:cNvSpPr/>
          <p:nvPr userDrawn="1"/>
        </p:nvSpPr>
        <p:spPr>
          <a:xfrm>
            <a:off x="11582400" y="0"/>
            <a:ext cx="6096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2" name="Title Placeholder 1"/>
          <p:cNvSpPr>
            <a:spLocks noGrp="1"/>
          </p:cNvSpPr>
          <p:nvPr>
            <p:ph type="title"/>
          </p:nvPr>
        </p:nvSpPr>
        <p:spPr>
          <a:xfrm>
            <a:off x="599017" y="583764"/>
            <a:ext cx="10369550" cy="96000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599017" y="1991065"/>
            <a:ext cx="10369550" cy="4283171"/>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rot="16200000">
            <a:off x="10053420" y="2182593"/>
            <a:ext cx="3667561" cy="469900"/>
          </a:xfrm>
          <a:prstGeom prst="rect">
            <a:avLst/>
          </a:prstGeom>
        </p:spPr>
        <p:txBody>
          <a:bodyPr vert="horz" lIns="91440" tIns="45720" rIns="91440" bIns="45720" rtlCol="0" anchor="ctr">
            <a:noAutofit/>
          </a:bodyPr>
          <a:lstStyle>
            <a:lvl1pPr algn="r">
              <a:defRPr sz="1400" b="1">
                <a:solidFill>
                  <a:srgbClr val="FFFFFF"/>
                </a:solidFill>
              </a:defRPr>
            </a:lvl1pPr>
          </a:lstStyle>
          <a:p>
            <a:r>
              <a:rPr lang="en-ID"/>
              <a:t>PRESENTATION TITLE</a:t>
            </a:r>
          </a:p>
        </p:txBody>
      </p:sp>
      <p:sp>
        <p:nvSpPr>
          <p:cNvPr id="6" name="Slide Number Placeholder 5"/>
          <p:cNvSpPr>
            <a:spLocks noGrp="1"/>
          </p:cNvSpPr>
          <p:nvPr>
            <p:ph type="sldNum" sz="quarter" idx="4"/>
          </p:nvPr>
        </p:nvSpPr>
        <p:spPr>
          <a:xfrm>
            <a:off x="11652251" y="6274237"/>
            <a:ext cx="469900" cy="447240"/>
          </a:xfrm>
          <a:prstGeom prst="rect">
            <a:avLst/>
          </a:prstGeom>
        </p:spPr>
        <p:txBody>
          <a:bodyPr vert="horz" lIns="91440" tIns="45720" rIns="91440" bIns="45720" rtlCol="0" anchor="ctr"/>
          <a:lstStyle>
            <a:lvl1pPr algn="ctr">
              <a:defRPr sz="1210" b="1">
                <a:solidFill>
                  <a:srgbClr val="FFFFFF"/>
                </a:solidFill>
              </a:defRPr>
            </a:lvl1pPr>
          </a:lstStyle>
          <a:p>
            <a:fld id="{CF6F24BE-8BEB-403A-BDCC-38E201D0662D}" type="slidenum">
              <a:rPr lang="en-ID" smtClean="0"/>
              <a:pPr/>
              <a:t>‹#›</a:t>
            </a:fld>
            <a:endParaRPr lang="en-ID"/>
          </a:p>
        </p:txBody>
      </p:sp>
      <p:grpSp>
        <p:nvGrpSpPr>
          <p:cNvPr id="15" name="Group 14" hidden="1">
            <a:extLst>
              <a:ext uri="{FF2B5EF4-FFF2-40B4-BE49-F238E27FC236}">
                <a16:creationId xmlns:a16="http://schemas.microsoft.com/office/drawing/2014/main" id="{E8A7A7DB-D06A-9E04-647C-935D72423EA4}"/>
              </a:ext>
            </a:extLst>
          </p:cNvPr>
          <p:cNvGrpSpPr/>
          <p:nvPr userDrawn="1"/>
        </p:nvGrpSpPr>
        <p:grpSpPr>
          <a:xfrm>
            <a:off x="0" y="0"/>
            <a:ext cx="12192000" cy="6858000"/>
            <a:chOff x="0" y="0"/>
            <a:chExt cx="12192000" cy="6858000"/>
          </a:xfrm>
        </p:grpSpPr>
        <p:grpSp>
          <p:nvGrpSpPr>
            <p:cNvPr id="13" name="Group 12" hidden="1">
              <a:extLst>
                <a:ext uri="{FF2B5EF4-FFF2-40B4-BE49-F238E27FC236}">
                  <a16:creationId xmlns:a16="http://schemas.microsoft.com/office/drawing/2014/main" id="{E8FFD08A-01F6-92AC-60C1-63A02381F986}"/>
                </a:ext>
              </a:extLst>
            </p:cNvPr>
            <p:cNvGrpSpPr/>
            <p:nvPr userDrawn="1"/>
          </p:nvGrpSpPr>
          <p:grpSpPr>
            <a:xfrm>
              <a:off x="0" y="0"/>
              <a:ext cx="12192000" cy="6858000"/>
              <a:chOff x="0" y="0"/>
              <a:chExt cx="5166360" cy="6858000"/>
            </a:xfrm>
            <a:noFill/>
          </p:grpSpPr>
          <p:sp>
            <p:nvSpPr>
              <p:cNvPr id="4" name="Rectangle 3" hidden="1">
                <a:extLst>
                  <a:ext uri="{FF2B5EF4-FFF2-40B4-BE49-F238E27FC236}">
                    <a16:creationId xmlns:a16="http://schemas.microsoft.com/office/drawing/2014/main" id="{5F55D3C7-0B49-9E34-8A27-779EE266DA3C}"/>
                  </a:ext>
                </a:extLst>
              </p:cNvPr>
              <p:cNvSpPr/>
              <p:nvPr userDrawn="1"/>
            </p:nvSpPr>
            <p:spPr>
              <a:xfrm>
                <a:off x="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hidden="1">
                <a:extLst>
                  <a:ext uri="{FF2B5EF4-FFF2-40B4-BE49-F238E27FC236}">
                    <a16:creationId xmlns:a16="http://schemas.microsoft.com/office/drawing/2014/main" id="{BF486BE4-FC86-7A17-A4A6-656B465283F0}"/>
                  </a:ext>
                </a:extLst>
              </p:cNvPr>
              <p:cNvSpPr/>
              <p:nvPr userDrawn="1"/>
            </p:nvSpPr>
            <p:spPr>
              <a:xfrm>
                <a:off x="86106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hidden="1">
                <a:extLst>
                  <a:ext uri="{FF2B5EF4-FFF2-40B4-BE49-F238E27FC236}">
                    <a16:creationId xmlns:a16="http://schemas.microsoft.com/office/drawing/2014/main" id="{7E4F38FF-D653-05CD-A6EA-59CB41CAF1CD}"/>
                  </a:ext>
                </a:extLst>
              </p:cNvPr>
              <p:cNvSpPr/>
              <p:nvPr userDrawn="1"/>
            </p:nvSpPr>
            <p:spPr>
              <a:xfrm>
                <a:off x="172212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hidden="1">
                <a:extLst>
                  <a:ext uri="{FF2B5EF4-FFF2-40B4-BE49-F238E27FC236}">
                    <a16:creationId xmlns:a16="http://schemas.microsoft.com/office/drawing/2014/main" id="{9D4D2104-6519-B24C-0E03-5652129DD200}"/>
                  </a:ext>
                </a:extLst>
              </p:cNvPr>
              <p:cNvSpPr/>
              <p:nvPr userDrawn="1"/>
            </p:nvSpPr>
            <p:spPr>
              <a:xfrm>
                <a:off x="258318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hidden="1">
                <a:extLst>
                  <a:ext uri="{FF2B5EF4-FFF2-40B4-BE49-F238E27FC236}">
                    <a16:creationId xmlns:a16="http://schemas.microsoft.com/office/drawing/2014/main" id="{8C9E0EEF-D486-3DC7-11E1-5C30690FF785}"/>
                  </a:ext>
                </a:extLst>
              </p:cNvPr>
              <p:cNvSpPr/>
              <p:nvPr userDrawn="1"/>
            </p:nvSpPr>
            <p:spPr>
              <a:xfrm>
                <a:off x="344424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hidden="1">
                <a:extLst>
                  <a:ext uri="{FF2B5EF4-FFF2-40B4-BE49-F238E27FC236}">
                    <a16:creationId xmlns:a16="http://schemas.microsoft.com/office/drawing/2014/main" id="{725EB44B-C31D-7964-2966-5A8C1E79BEAD}"/>
                  </a:ext>
                </a:extLst>
              </p:cNvPr>
              <p:cNvSpPr/>
              <p:nvPr userDrawn="1"/>
            </p:nvSpPr>
            <p:spPr>
              <a:xfrm>
                <a:off x="430530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4" name="Frame 13" hidden="1">
              <a:extLst>
                <a:ext uri="{FF2B5EF4-FFF2-40B4-BE49-F238E27FC236}">
                  <a16:creationId xmlns:a16="http://schemas.microsoft.com/office/drawing/2014/main" id="{27D769FA-83D3-DE86-7B15-B224F27C25A4}"/>
                </a:ext>
              </a:extLst>
            </p:cNvPr>
            <p:cNvSpPr/>
            <p:nvPr userDrawn="1"/>
          </p:nvSpPr>
          <p:spPr>
            <a:xfrm>
              <a:off x="0" y="0"/>
              <a:ext cx="12192000" cy="6858000"/>
            </a:xfrm>
            <a:prstGeom prst="frame">
              <a:avLst>
                <a:gd name="adj1" fmla="val 861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16" name="Rectangle 15" hidden="1">
            <a:extLst>
              <a:ext uri="{FF2B5EF4-FFF2-40B4-BE49-F238E27FC236}">
                <a16:creationId xmlns:a16="http://schemas.microsoft.com/office/drawing/2014/main" id="{1964F525-AC6D-6C87-37E3-71EC390023C9}"/>
              </a:ext>
            </a:extLst>
          </p:cNvPr>
          <p:cNvSpPr/>
          <p:nvPr userDrawn="1"/>
        </p:nvSpPr>
        <p:spPr>
          <a:xfrm>
            <a:off x="11089640" y="-1057275"/>
            <a:ext cx="365760" cy="914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Picture 16">
            <a:extLst>
              <a:ext uri="{FF2B5EF4-FFF2-40B4-BE49-F238E27FC236}">
                <a16:creationId xmlns:a16="http://schemas.microsoft.com/office/drawing/2014/main" id="{176701E7-DA78-11E2-1CBC-BFA01955B12B}"/>
              </a:ext>
            </a:extLst>
          </p:cNvPr>
          <p:cNvPicPr>
            <a:picLocks noChangeAspect="1"/>
          </p:cNvPicPr>
          <p:nvPr userDrawn="1"/>
        </p:nvPicPr>
        <p:blipFill>
          <a:blip r:embed="rId47">
            <a:extLst>
              <a:ext uri="{28A0092B-C50C-407E-A947-70E740481C1C}">
                <a14:useLocalDpi xmlns:a14="http://schemas.microsoft.com/office/drawing/2010/main" val="0"/>
              </a:ext>
            </a:extLst>
          </a:blip>
          <a:stretch>
            <a:fillRect/>
          </a:stretch>
        </p:blipFill>
        <p:spPr>
          <a:xfrm>
            <a:off x="9039225" y="6400800"/>
            <a:ext cx="2543175" cy="457200"/>
          </a:xfrm>
          <a:prstGeom prst="rect">
            <a:avLst/>
          </a:prstGeom>
        </p:spPr>
      </p:pic>
    </p:spTree>
    <p:extLst>
      <p:ext uri="{BB962C8B-B14F-4D97-AF65-F5344CB8AC3E}">
        <p14:creationId xmlns:p14="http://schemas.microsoft.com/office/powerpoint/2010/main" val="4143850075"/>
      </p:ext>
    </p:extLst>
  </p:cSld>
  <p:clrMap bg1="lt1" tx1="dk1" bg2="lt2" tx2="dk2" accent1="accent1" accent2="accent2" accent3="accent3" accent4="accent4" accent5="accent5" accent6="accent6" hlink="hlink" folHlink="folHlink"/>
  <p:sldLayoutIdLst>
    <p:sldLayoutId id="2147483721" r:id="rId1"/>
    <p:sldLayoutId id="2147483677" r:id="rId2"/>
    <p:sldLayoutId id="2147483724" r:id="rId3"/>
    <p:sldLayoutId id="2147483700" r:id="rId4"/>
    <p:sldLayoutId id="2147483722" r:id="rId5"/>
    <p:sldLayoutId id="2147483723" r:id="rId6"/>
    <p:sldLayoutId id="2147483702" r:id="rId7"/>
    <p:sldLayoutId id="2147483720" r:id="rId8"/>
    <p:sldLayoutId id="2147483707" r:id="rId9"/>
    <p:sldLayoutId id="2147483725" r:id="rId10"/>
    <p:sldLayoutId id="2147483726" r:id="rId11"/>
    <p:sldLayoutId id="2147483714" r:id="rId12"/>
    <p:sldLayoutId id="2147483715" r:id="rId13"/>
    <p:sldLayoutId id="2147483713" r:id="rId14"/>
    <p:sldLayoutId id="2147483727" r:id="rId15"/>
    <p:sldLayoutId id="2147483728" r:id="rId16"/>
    <p:sldLayoutId id="2147483701" r:id="rId17"/>
    <p:sldLayoutId id="2147483679"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710" r:id="rId28"/>
    <p:sldLayoutId id="2147483693" r:id="rId29"/>
    <p:sldLayoutId id="2147483697" r:id="rId30"/>
    <p:sldLayoutId id="2147483698" r:id="rId31"/>
    <p:sldLayoutId id="2147483699" r:id="rId32"/>
    <p:sldLayoutId id="2147483711" r:id="rId33"/>
    <p:sldLayoutId id="2147483712" r:id="rId34"/>
    <p:sldLayoutId id="2147483694" r:id="rId35"/>
    <p:sldLayoutId id="2147483704" r:id="rId36"/>
    <p:sldLayoutId id="2147483705" r:id="rId37"/>
    <p:sldLayoutId id="2147483706" r:id="rId38"/>
    <p:sldLayoutId id="2147483716" r:id="rId39"/>
    <p:sldLayoutId id="2147483717" r:id="rId40"/>
    <p:sldLayoutId id="2147483718" r:id="rId41"/>
    <p:sldLayoutId id="2147483719" r:id="rId42"/>
    <p:sldLayoutId id="2147483703" r:id="rId43"/>
    <p:sldLayoutId id="2147483695" r:id="rId44"/>
    <p:sldLayoutId id="2147483729" r:id="rId45"/>
  </p:sldLayoutIdLst>
  <p:transition>
    <p:cover/>
  </p:transition>
  <p:hf hd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46" rtl="0" eaLnBrk="1" latinLnBrk="0" hangingPunct="1">
        <a:lnSpc>
          <a:spcPct val="130000"/>
        </a:lnSpc>
        <a:spcBef>
          <a:spcPts val="1000"/>
        </a:spcBef>
        <a:buFont typeface="Arial" panose="020B0604020202020204" pitchFamily="34" charset="0"/>
        <a:buNone/>
        <a:defRPr sz="1200" kern="1200">
          <a:solidFill>
            <a:schemeClr val="tx1">
              <a:lumMod val="85000"/>
              <a:lumOff val="15000"/>
            </a:schemeClr>
          </a:solidFill>
          <a:latin typeface="+mn-lt"/>
          <a:ea typeface="+mn-ea"/>
          <a:cs typeface="+mn-cs"/>
        </a:defRPr>
      </a:lvl1pPr>
      <a:lvl2pPr marL="457223" indent="0" algn="l" defTabSz="914446" rtl="0" eaLnBrk="1" latinLnBrk="0" hangingPunct="1">
        <a:lnSpc>
          <a:spcPct val="130000"/>
        </a:lnSpc>
        <a:spcBef>
          <a:spcPts val="500"/>
        </a:spcBef>
        <a:buFont typeface="Arial" panose="020B0604020202020204" pitchFamily="34" charset="0"/>
        <a:buNone/>
        <a:defRPr sz="933" kern="1200">
          <a:solidFill>
            <a:schemeClr val="tx1">
              <a:lumMod val="85000"/>
              <a:lumOff val="15000"/>
            </a:schemeClr>
          </a:solidFill>
          <a:latin typeface="+mn-lt"/>
          <a:ea typeface="+mn-ea"/>
          <a:cs typeface="+mn-cs"/>
        </a:defRPr>
      </a:lvl2pPr>
      <a:lvl3pPr marL="914446" indent="0" algn="l" defTabSz="914446" rtl="0" eaLnBrk="1" latinLnBrk="0" hangingPunct="1">
        <a:lnSpc>
          <a:spcPct val="130000"/>
        </a:lnSpc>
        <a:spcBef>
          <a:spcPts val="500"/>
        </a:spcBef>
        <a:buFont typeface="Arial" panose="020B0604020202020204" pitchFamily="34" charset="0"/>
        <a:buNone/>
        <a:defRPr sz="800" kern="1200">
          <a:solidFill>
            <a:schemeClr val="tx1">
              <a:lumMod val="85000"/>
              <a:lumOff val="15000"/>
            </a:schemeClr>
          </a:solidFill>
          <a:latin typeface="+mn-lt"/>
          <a:ea typeface="+mn-ea"/>
          <a:cs typeface="+mn-cs"/>
        </a:defRPr>
      </a:lvl3pPr>
      <a:lvl4pPr marL="1371669" indent="0" algn="l" defTabSz="914446" rtl="0" eaLnBrk="1" latinLnBrk="0" hangingPunct="1">
        <a:lnSpc>
          <a:spcPct val="130000"/>
        </a:lnSpc>
        <a:spcBef>
          <a:spcPts val="500"/>
        </a:spcBef>
        <a:buFont typeface="Arial" panose="020B0604020202020204" pitchFamily="34" charset="0"/>
        <a:buNone/>
        <a:defRPr sz="733" kern="1200">
          <a:solidFill>
            <a:schemeClr val="tx1">
              <a:lumMod val="85000"/>
              <a:lumOff val="15000"/>
            </a:schemeClr>
          </a:solidFill>
          <a:latin typeface="+mn-lt"/>
          <a:ea typeface="+mn-ea"/>
          <a:cs typeface="+mn-cs"/>
        </a:defRPr>
      </a:lvl4pPr>
      <a:lvl5pPr marL="1828891" indent="0" algn="l" defTabSz="914446" rtl="0" eaLnBrk="1" latinLnBrk="0" hangingPunct="1">
        <a:lnSpc>
          <a:spcPct val="130000"/>
        </a:lnSpc>
        <a:spcBef>
          <a:spcPts val="500"/>
        </a:spcBef>
        <a:buFont typeface="Arial" panose="020B0604020202020204" pitchFamily="34" charset="0"/>
        <a:buNone/>
        <a:defRPr sz="733" kern="1200">
          <a:solidFill>
            <a:schemeClr val="tx1">
              <a:lumMod val="85000"/>
              <a:lumOff val="15000"/>
            </a:schemeClr>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0" userDrawn="1">
          <p15:clr>
            <a:srgbClr val="F26B43"/>
          </p15:clr>
        </p15:guide>
        <p15:guide id="2" orient="horz" pos="2160" userDrawn="1">
          <p15:clr>
            <a:srgbClr val="F26B43"/>
          </p15:clr>
        </p15:guide>
        <p15:guide id="3" pos="10364">
          <p15:clr>
            <a:srgbClr val="F26B43"/>
          </p15:clr>
        </p15:guide>
        <p15:guide id="4" pos="3840" userDrawn="1">
          <p15:clr>
            <a:srgbClr val="F26B43"/>
          </p15:clr>
        </p15:guide>
        <p15:guide id="5" pos="1277" userDrawn="1">
          <p15:clr>
            <a:srgbClr val="F26B43"/>
          </p15:clr>
        </p15:guide>
        <p15:guide id="6" pos="5110" userDrawn="1">
          <p15:clr>
            <a:srgbClr val="F26B43"/>
          </p15:clr>
        </p15:guide>
        <p15:guide id="7" pos="6403" userDrawn="1">
          <p15:clr>
            <a:srgbClr val="F26B43"/>
          </p15:clr>
        </p15:guide>
        <p15:guide id="8" pos="370" userDrawn="1">
          <p15:clr>
            <a:srgbClr val="F26B43"/>
          </p15:clr>
        </p15:guide>
        <p15:guide id="9" pos="7287" userDrawn="1">
          <p15:clr>
            <a:srgbClr val="F26B43"/>
          </p15:clr>
        </p15:guide>
        <p15:guide id="10" orient="horz" pos="368" userDrawn="1">
          <p15:clr>
            <a:srgbClr val="F26B43"/>
          </p15:clr>
        </p15:guide>
        <p15:guide id="11" orient="horz" pos="3952" userDrawn="1">
          <p15:clr>
            <a:srgbClr val="F26B43"/>
          </p15:clr>
        </p15:guide>
        <p15:guide id="12" pos="7219"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12848"/>
            <a:ext cx="10360152" cy="292608"/>
          </a:xfrm>
          <a:prstGeom prst="rect">
            <a:avLst/>
          </a:prstGeom>
          <a:noFill/>
        </p:spPr>
        <p:txBody>
          <a:bodyPr wrap="none" lIns="0" tIns="0" rIns="0" bIns="0" anchor="t">
            <a:spAutoFit/>
          </a:bodyPr>
          <a:lstStyle/>
          <a:p>
            <a:pPr algn="ctr">
              <a:lnSpc>
                <a:spcPct val="100000"/>
              </a:lnSpc>
              <a:spcBef>
                <a:spcPts val="0"/>
              </a:spcBef>
              <a:spcAft>
                <a:spcPts val="0"/>
              </a:spcAft>
            </a:pPr>
            <a:r>
              <a:rPr sz="1300" b="1" i="0">
                <a:solidFill>
                  <a:srgbClr val="F29F5B"/>
                </a:solidFill>
                <a:latin typeface="Calibri"/>
              </a:rPr>
              <a:t>ĐỒ ÁN TỐT NGHIỆP ĐẠI HỌC  •  NGÀNH KHOA HỌC MÁY TÍNH</a:t>
            </a:r>
          </a:p>
        </p:txBody>
      </p:sp>
      <p:sp>
        <p:nvSpPr>
          <p:cNvPr id="3" name="TextBox 2"/>
          <p:cNvSpPr txBox="1"/>
          <p:nvPr/>
        </p:nvSpPr>
        <p:spPr>
          <a:xfrm>
            <a:off x="914400" y="2542032"/>
            <a:ext cx="10360152" cy="1060704"/>
          </a:xfrm>
          <a:prstGeom prst="rect">
            <a:avLst/>
          </a:prstGeom>
          <a:noFill/>
        </p:spPr>
        <p:txBody>
          <a:bodyPr wrap="square" lIns="0" tIns="0" rIns="0" bIns="0" anchor="t">
            <a:spAutoFit/>
          </a:bodyPr>
          <a:lstStyle/>
          <a:p>
            <a:pPr algn="ctr">
              <a:lnSpc>
                <a:spcPct val="112000"/>
              </a:lnSpc>
              <a:spcBef>
                <a:spcPts val="0"/>
              </a:spcBef>
              <a:spcAft>
                <a:spcPts val="0"/>
              </a:spcAft>
            </a:pPr>
            <a:r>
              <a:rPr sz="3000" b="1" i="0">
                <a:solidFill>
                  <a:srgbClr val="FFFFFF"/>
                </a:solidFill>
                <a:latin typeface="Calibri"/>
              </a:rPr>
              <a:t>HỌC TĂNG CƯỜNG ĐỂ TỐI ƯU HÓA KHẢ NĂNG</a:t>
            </a:r>
          </a:p>
          <a:p>
            <a:pPr algn="ctr">
              <a:lnSpc>
                <a:spcPct val="112000"/>
              </a:lnSpc>
              <a:spcBef>
                <a:spcPts val="0"/>
              </a:spcBef>
              <a:spcAft>
                <a:spcPts val="0"/>
              </a:spcAft>
            </a:pPr>
            <a:r>
              <a:rPr sz="3000" b="1" i="0">
                <a:solidFill>
                  <a:srgbClr val="FFFFFF"/>
                </a:solidFill>
                <a:latin typeface="Calibri"/>
              </a:rPr>
              <a:t>TƯƠNG TÁC CỦA AI TRONG GAME</a:t>
            </a:r>
          </a:p>
        </p:txBody>
      </p:sp>
      <p:sp>
        <p:nvSpPr>
          <p:cNvPr id="4" name="TextBox 3"/>
          <p:cNvSpPr txBox="1"/>
          <p:nvPr/>
        </p:nvSpPr>
        <p:spPr>
          <a:xfrm>
            <a:off x="1463040" y="3602736"/>
            <a:ext cx="9262872" cy="347472"/>
          </a:xfrm>
          <a:prstGeom prst="rect">
            <a:avLst/>
          </a:prstGeom>
          <a:noFill/>
        </p:spPr>
        <p:txBody>
          <a:bodyPr wrap="none" lIns="0" tIns="0" rIns="0" bIns="0" anchor="t">
            <a:spAutoFit/>
          </a:bodyPr>
          <a:lstStyle/>
          <a:p>
            <a:pPr algn="ctr">
              <a:lnSpc>
                <a:spcPct val="100000"/>
              </a:lnSpc>
              <a:spcBef>
                <a:spcPts val="0"/>
              </a:spcBef>
              <a:spcAft>
                <a:spcPts val="0"/>
              </a:spcAft>
            </a:pPr>
            <a:r>
              <a:rPr sz="1400" b="0" i="1">
                <a:solidFill>
                  <a:srgbClr val="CFD8EC"/>
                </a:solidFill>
                <a:latin typeface="Calibri"/>
              </a:rPr>
              <a:t>Đồ án tập trung vào xây dựng và kiểm chứng môi trường học tăng cường cho game 3D.</a:t>
            </a:r>
          </a:p>
        </p:txBody>
      </p:sp>
      <p:sp>
        <p:nvSpPr>
          <p:cNvPr id="5" name="Rounded Rectangle 4"/>
          <p:cNvSpPr/>
          <p:nvPr/>
        </p:nvSpPr>
        <p:spPr>
          <a:xfrm>
            <a:off x="2173208" y="4005072"/>
            <a:ext cx="2432304" cy="14813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nv_football.png"/>
          <p:cNvPicPr>
            <a:picLocks noChangeAspect="1"/>
          </p:cNvPicPr>
          <p:nvPr/>
        </p:nvPicPr>
        <p:blipFill>
          <a:blip r:embed="rId2"/>
          <a:stretch>
            <a:fillRect/>
          </a:stretch>
        </p:blipFill>
        <p:spPr>
          <a:xfrm>
            <a:off x="2246360" y="4102798"/>
            <a:ext cx="2286000" cy="1285875"/>
          </a:xfrm>
          <a:prstGeom prst="rect">
            <a:avLst/>
          </a:prstGeom>
        </p:spPr>
      </p:pic>
      <p:sp>
        <p:nvSpPr>
          <p:cNvPr id="7" name="TextBox 6"/>
          <p:cNvSpPr txBox="1"/>
          <p:nvPr/>
        </p:nvSpPr>
        <p:spPr>
          <a:xfrm>
            <a:off x="2173208" y="5522976"/>
            <a:ext cx="2432304" cy="237744"/>
          </a:xfrm>
          <a:prstGeom prst="rect">
            <a:avLst/>
          </a:prstGeom>
          <a:noFill/>
        </p:spPr>
        <p:txBody>
          <a:bodyPr wrap="none" lIns="0" tIns="0" rIns="0" bIns="0" anchor="t">
            <a:spAutoFit/>
          </a:bodyPr>
          <a:lstStyle/>
          <a:p>
            <a:pPr algn="ctr">
              <a:lnSpc>
                <a:spcPct val="100000"/>
              </a:lnSpc>
              <a:spcBef>
                <a:spcPts val="0"/>
              </a:spcBef>
              <a:spcAft>
                <a:spcPts val="0"/>
              </a:spcAft>
            </a:pPr>
            <a:r>
              <a:rPr sz="1100" b="1" i="0">
                <a:solidFill>
                  <a:srgbClr val="CFD8EC"/>
                </a:solidFill>
                <a:latin typeface="Calibri"/>
              </a:rPr>
              <a:t>Football Table</a:t>
            </a:r>
          </a:p>
        </p:txBody>
      </p:sp>
      <p:sp>
        <p:nvSpPr>
          <p:cNvPr id="8" name="Rounded Rectangle 7"/>
          <p:cNvSpPr/>
          <p:nvPr/>
        </p:nvSpPr>
        <p:spPr>
          <a:xfrm>
            <a:off x="4879832" y="4005072"/>
            <a:ext cx="2432304" cy="14813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env_puzzle.png"/>
          <p:cNvPicPr>
            <a:picLocks noChangeAspect="1"/>
          </p:cNvPicPr>
          <p:nvPr/>
        </p:nvPicPr>
        <p:blipFill>
          <a:blip r:embed="rId3"/>
          <a:stretch>
            <a:fillRect/>
          </a:stretch>
        </p:blipFill>
        <p:spPr>
          <a:xfrm>
            <a:off x="4952984" y="4102798"/>
            <a:ext cx="2286000" cy="1285875"/>
          </a:xfrm>
          <a:prstGeom prst="rect">
            <a:avLst/>
          </a:prstGeom>
        </p:spPr>
      </p:pic>
      <p:sp>
        <p:nvSpPr>
          <p:cNvPr id="10" name="TextBox 9"/>
          <p:cNvSpPr txBox="1"/>
          <p:nvPr/>
        </p:nvSpPr>
        <p:spPr>
          <a:xfrm>
            <a:off x="4879832" y="5522976"/>
            <a:ext cx="2432304" cy="237744"/>
          </a:xfrm>
          <a:prstGeom prst="rect">
            <a:avLst/>
          </a:prstGeom>
          <a:noFill/>
        </p:spPr>
        <p:txBody>
          <a:bodyPr wrap="none" lIns="0" tIns="0" rIns="0" bIns="0" anchor="t">
            <a:spAutoFit/>
          </a:bodyPr>
          <a:lstStyle/>
          <a:p>
            <a:pPr algn="ctr">
              <a:lnSpc>
                <a:spcPct val="100000"/>
              </a:lnSpc>
              <a:spcBef>
                <a:spcPts val="0"/>
              </a:spcBef>
              <a:spcAft>
                <a:spcPts val="0"/>
              </a:spcAft>
            </a:pPr>
            <a:r>
              <a:rPr sz="1100" b="1" i="0">
                <a:solidFill>
                  <a:srgbClr val="CFD8EC"/>
                </a:solidFill>
                <a:latin typeface="Calibri"/>
              </a:rPr>
              <a:t>Capture The Flag</a:t>
            </a:r>
          </a:p>
        </p:txBody>
      </p:sp>
      <p:sp>
        <p:nvSpPr>
          <p:cNvPr id="11" name="Rounded Rectangle 10"/>
          <p:cNvSpPr/>
          <p:nvPr/>
        </p:nvSpPr>
        <p:spPr>
          <a:xfrm>
            <a:off x="7586456" y="4005072"/>
            <a:ext cx="2432304" cy="14813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nv_crossroad.png"/>
          <p:cNvPicPr>
            <a:picLocks noChangeAspect="1"/>
          </p:cNvPicPr>
          <p:nvPr/>
        </p:nvPicPr>
        <p:blipFill>
          <a:blip r:embed="rId4"/>
          <a:stretch>
            <a:fillRect/>
          </a:stretch>
        </p:blipFill>
        <p:spPr>
          <a:xfrm>
            <a:off x="7659608" y="4102798"/>
            <a:ext cx="2286000" cy="1285875"/>
          </a:xfrm>
          <a:prstGeom prst="rect">
            <a:avLst/>
          </a:prstGeom>
        </p:spPr>
      </p:pic>
      <p:sp>
        <p:nvSpPr>
          <p:cNvPr id="13" name="TextBox 12"/>
          <p:cNvSpPr txBox="1"/>
          <p:nvPr/>
        </p:nvSpPr>
        <p:spPr>
          <a:xfrm>
            <a:off x="7586456" y="5522976"/>
            <a:ext cx="2432304" cy="237744"/>
          </a:xfrm>
          <a:prstGeom prst="rect">
            <a:avLst/>
          </a:prstGeom>
          <a:noFill/>
        </p:spPr>
        <p:txBody>
          <a:bodyPr wrap="none" lIns="0" tIns="0" rIns="0" bIns="0" anchor="t">
            <a:spAutoFit/>
          </a:bodyPr>
          <a:lstStyle/>
          <a:p>
            <a:pPr algn="ctr">
              <a:lnSpc>
                <a:spcPct val="100000"/>
              </a:lnSpc>
              <a:spcBef>
                <a:spcPts val="0"/>
              </a:spcBef>
              <a:spcAft>
                <a:spcPts val="0"/>
              </a:spcAft>
            </a:pPr>
            <a:r>
              <a:rPr sz="1100" b="1" i="0">
                <a:solidFill>
                  <a:srgbClr val="CFD8EC"/>
                </a:solidFill>
                <a:latin typeface="Calibri"/>
              </a:rPr>
              <a:t>Cross The Road</a:t>
            </a:r>
          </a:p>
        </p:txBody>
      </p:sp>
      <p:sp>
        <p:nvSpPr>
          <p:cNvPr id="14" name="TextBox 13"/>
          <p:cNvSpPr txBox="1"/>
          <p:nvPr/>
        </p:nvSpPr>
        <p:spPr>
          <a:xfrm>
            <a:off x="914400" y="5815584"/>
            <a:ext cx="10360152" cy="640080"/>
          </a:xfrm>
          <a:prstGeom prst="rect">
            <a:avLst/>
          </a:prstGeom>
          <a:noFill/>
        </p:spPr>
        <p:txBody>
          <a:bodyPr wrap="square" lIns="0" tIns="0" rIns="0" bIns="0" anchor="t">
            <a:spAutoFit/>
          </a:bodyPr>
          <a:lstStyle/>
          <a:p>
            <a:pPr algn="ctr">
              <a:lnSpc>
                <a:spcPct val="115000"/>
              </a:lnSpc>
              <a:spcBef>
                <a:spcPts val="0"/>
              </a:spcBef>
              <a:spcAft>
                <a:spcPts val="300"/>
              </a:spcAft>
            </a:pPr>
            <a:r>
              <a:rPr sz="1400" b="0" i="0">
                <a:solidFill>
                  <a:srgbClr val="CFD8EC"/>
                </a:solidFill>
                <a:latin typeface="Calibri"/>
              </a:rPr>
              <a:t>Sinh viên thực hiện: </a:t>
            </a:r>
            <a:r>
              <a:rPr sz="1400" b="1" i="0">
                <a:solidFill>
                  <a:srgbClr val="FFFFFF"/>
                </a:solidFill>
                <a:latin typeface="Calibri"/>
              </a:rPr>
              <a:t>Văn Thị Minh Huyền</a:t>
            </a:r>
            <a:r>
              <a:rPr sz="1400" b="0" i="0">
                <a:solidFill>
                  <a:srgbClr val="CFD8EC"/>
                </a:solidFill>
                <a:latin typeface="Calibri"/>
              </a:rPr>
              <a:t>   ·   MSSV: </a:t>
            </a:r>
            <a:r>
              <a:rPr sz="1400" b="1" i="0">
                <a:solidFill>
                  <a:srgbClr val="FFFFFF"/>
                </a:solidFill>
                <a:latin typeface="Calibri"/>
              </a:rPr>
              <a:t>22010329</a:t>
            </a:r>
            <a:r>
              <a:rPr sz="1400" b="0" i="0">
                <a:solidFill>
                  <a:srgbClr val="CFD8EC"/>
                </a:solidFill>
                <a:latin typeface="Calibri"/>
              </a:rPr>
              <a:t>   ·   Khóa: </a:t>
            </a:r>
            <a:r>
              <a:rPr sz="1400" b="1" i="0">
                <a:solidFill>
                  <a:srgbClr val="FFFFFF"/>
                </a:solidFill>
                <a:latin typeface="Calibri"/>
              </a:rPr>
              <a:t>K16</a:t>
            </a:r>
          </a:p>
          <a:p>
            <a:pPr algn="ctr">
              <a:lnSpc>
                <a:spcPct val="115000"/>
              </a:lnSpc>
              <a:spcBef>
                <a:spcPts val="0"/>
              </a:spcBef>
              <a:spcAft>
                <a:spcPts val="0"/>
              </a:spcAft>
            </a:pPr>
            <a:r>
              <a:rPr sz="1400" b="0" i="0">
                <a:solidFill>
                  <a:srgbClr val="CFD8EC"/>
                </a:solidFill>
                <a:latin typeface="Calibri"/>
              </a:rPr>
              <a:t>Giảng viên hướng dẫn: </a:t>
            </a:r>
            <a:r>
              <a:rPr sz="1400" b="1" i="0">
                <a:solidFill>
                  <a:srgbClr val="FFFFFF"/>
                </a:solidFill>
                <a:latin typeface="Calibri"/>
              </a:rPr>
              <a:t>ThS. Nguyễn Văn Sơn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Bối cảnh — phần khó không nằm ở thuật toán</a:t>
            </a:r>
          </a:p>
        </p:txBody>
      </p:sp>
      <p:sp>
        <p:nvSpPr>
          <p:cNvPr id="3" name="Rounded Rectangle 2"/>
          <p:cNvSpPr/>
          <p:nvPr/>
        </p:nvSpPr>
        <p:spPr>
          <a:xfrm>
            <a:off x="502920" y="1060704"/>
            <a:ext cx="5157216"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5157216"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Vì sao khâu xây dựng môi trường mới là phần khó thật sự</a:t>
            </a:r>
          </a:p>
        </p:txBody>
      </p:sp>
      <p:sp>
        <p:nvSpPr>
          <p:cNvPr id="5" name="Rounded Rectangle 4"/>
          <p:cNvSpPr/>
          <p:nvPr/>
        </p:nvSpPr>
        <p:spPr>
          <a:xfrm>
            <a:off x="502920" y="1609344"/>
            <a:ext cx="5760720" cy="148132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0664" y="1773936"/>
            <a:ext cx="5285231" cy="1152144"/>
          </a:xfrm>
          <a:prstGeom prst="rect">
            <a:avLst/>
          </a:prstGeom>
          <a:noFill/>
        </p:spPr>
        <p:txBody>
          <a:bodyPr wrap="square" lIns="0" tIns="0" rIns="0" bIns="0" anchor="ctr">
            <a:spAutoFit/>
          </a:bodyPr>
          <a:lstStyle/>
          <a:p>
            <a:pPr algn="l">
              <a:lnSpc>
                <a:spcPct val="100000"/>
              </a:lnSpc>
              <a:spcBef>
                <a:spcPts val="0"/>
              </a:spcBef>
              <a:spcAft>
                <a:spcPts val="500"/>
              </a:spcAft>
            </a:pPr>
            <a:r>
              <a:rPr sz="1600" b="1" i="0">
                <a:solidFill>
                  <a:srgbClr val="223771"/>
                </a:solidFill>
                <a:latin typeface="Calibri"/>
              </a:rPr>
              <a:t>Thuật toán là tài sản dùng chung</a:t>
            </a:r>
          </a:p>
          <a:p>
            <a:pPr algn="l">
              <a:lnSpc>
                <a:spcPct val="108000"/>
              </a:lnSpc>
              <a:spcBef>
                <a:spcPts val="0"/>
              </a:spcBef>
              <a:spcAft>
                <a:spcPts val="0"/>
              </a:spcAft>
            </a:pPr>
            <a:r>
              <a:rPr sz="1400" b="0" i="0">
                <a:solidFill>
                  <a:srgbClr val="2B2B2B"/>
                </a:solidFill>
                <a:latin typeface="Calibri"/>
              </a:rPr>
              <a:t>PPO, SAC và MA-POCA có sẵn trong ML-Agents. Đổi thuật toán chỉ là sửa một tệp YAML, và đổi bài toán vẫn dùng lại được gần như nguyên vẹn.</a:t>
            </a:r>
          </a:p>
        </p:txBody>
      </p:sp>
      <p:sp>
        <p:nvSpPr>
          <p:cNvPr id="7" name="Rounded Rectangle 6"/>
          <p:cNvSpPr/>
          <p:nvPr/>
        </p:nvSpPr>
        <p:spPr>
          <a:xfrm>
            <a:off x="502920" y="3182112"/>
            <a:ext cx="5760720" cy="148132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0664" y="3346704"/>
            <a:ext cx="5285231" cy="1152144"/>
          </a:xfrm>
          <a:prstGeom prst="rect">
            <a:avLst/>
          </a:prstGeom>
          <a:noFill/>
        </p:spPr>
        <p:txBody>
          <a:bodyPr wrap="square" lIns="0" tIns="0" rIns="0" bIns="0" anchor="ctr">
            <a:spAutoFit/>
          </a:bodyPr>
          <a:lstStyle/>
          <a:p>
            <a:pPr algn="l">
              <a:lnSpc>
                <a:spcPct val="100000"/>
              </a:lnSpc>
              <a:spcBef>
                <a:spcPts val="0"/>
              </a:spcBef>
              <a:spcAft>
                <a:spcPts val="500"/>
              </a:spcAft>
            </a:pPr>
            <a:r>
              <a:rPr sz="1600" b="1" i="0">
                <a:solidFill>
                  <a:srgbClr val="223771"/>
                </a:solidFill>
                <a:latin typeface="Calibri"/>
              </a:rPr>
              <a:t>Môi trường là tài sản riêng</a:t>
            </a:r>
          </a:p>
          <a:p>
            <a:pPr algn="l">
              <a:lnSpc>
                <a:spcPct val="108000"/>
              </a:lnSpc>
              <a:spcBef>
                <a:spcPts val="0"/>
              </a:spcBef>
              <a:spcAft>
                <a:spcPts val="0"/>
              </a:spcAft>
            </a:pPr>
            <a:r>
              <a:rPr sz="1400" b="0" i="0">
                <a:solidFill>
                  <a:srgbClr val="2B2B2B"/>
                </a:solidFill>
                <a:latin typeface="Calibri"/>
              </a:rPr>
              <a:t>Mỗi môi trường mẫu được đặc tả cho đúng bài toán của người viết ra nó. Đổi cơ chế game thì quan sát, hành động và phần thưởng gần như không kế thừa được gì.</a:t>
            </a:r>
          </a:p>
        </p:txBody>
      </p:sp>
      <p:sp>
        <p:nvSpPr>
          <p:cNvPr id="9" name="Rounded Rectangle 8"/>
          <p:cNvSpPr/>
          <p:nvPr/>
        </p:nvSpPr>
        <p:spPr>
          <a:xfrm>
            <a:off x="502920" y="4754880"/>
            <a:ext cx="5760720" cy="148132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664" y="4919472"/>
            <a:ext cx="5285231" cy="1152144"/>
          </a:xfrm>
          <a:prstGeom prst="rect">
            <a:avLst/>
          </a:prstGeom>
          <a:noFill/>
        </p:spPr>
        <p:txBody>
          <a:bodyPr wrap="square" lIns="0" tIns="0" rIns="0" bIns="0" anchor="ctr">
            <a:spAutoFit/>
          </a:bodyPr>
          <a:lstStyle/>
          <a:p>
            <a:pPr algn="l">
              <a:lnSpc>
                <a:spcPct val="100000"/>
              </a:lnSpc>
              <a:spcBef>
                <a:spcPts val="0"/>
              </a:spcBef>
              <a:spcAft>
                <a:spcPts val="500"/>
              </a:spcAft>
            </a:pPr>
            <a:r>
              <a:rPr sz="1600" b="1" i="0">
                <a:solidFill>
                  <a:srgbClr val="223771"/>
                </a:solidFill>
                <a:latin typeface="Calibri"/>
              </a:rPr>
              <a:t>Đặc tả sai không báo lỗi</a:t>
            </a:r>
          </a:p>
          <a:p>
            <a:pPr algn="l">
              <a:lnSpc>
                <a:spcPct val="108000"/>
              </a:lnSpc>
              <a:spcBef>
                <a:spcPts val="0"/>
              </a:spcBef>
              <a:spcAft>
                <a:spcPts val="0"/>
              </a:spcAft>
            </a:pPr>
            <a:r>
              <a:rPr sz="1400" b="0" i="0">
                <a:solidFill>
                  <a:srgbClr val="2B2B2B"/>
                </a:solidFill>
                <a:latin typeface="Calibri"/>
              </a:rPr>
              <a:t>Chương trình vẫn chạy, đường cong vẫn được vẽ ra. Tác nhân chỉ đơn giản là học một hành vi khác với hành vi ta muốn — và không có thông báo nào cho biết điều đó.</a:t>
            </a:r>
          </a:p>
        </p:txBody>
      </p:sp>
      <p:sp>
        <p:nvSpPr>
          <p:cNvPr id="11" name="Rounded Rectangle 10"/>
          <p:cNvSpPr/>
          <p:nvPr/>
        </p:nvSpPr>
        <p:spPr>
          <a:xfrm>
            <a:off x="6537960" y="1609344"/>
            <a:ext cx="5166360" cy="340156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757416" y="1755648"/>
            <a:ext cx="4727448" cy="292608"/>
          </a:xfrm>
          <a:prstGeom prst="rect">
            <a:avLst/>
          </a:prstGeom>
          <a:noFill/>
        </p:spPr>
        <p:txBody>
          <a:bodyPr wrap="none" lIns="0" tIns="0" rIns="0" bIns="0" anchor="t">
            <a:spAutoFit/>
          </a:bodyPr>
          <a:lstStyle/>
          <a:p>
            <a:pPr algn="ctr">
              <a:lnSpc>
                <a:spcPct val="100000"/>
              </a:lnSpc>
              <a:spcBef>
                <a:spcPts val="0"/>
              </a:spcBef>
              <a:spcAft>
                <a:spcPts val="0"/>
              </a:spcAft>
            </a:pPr>
            <a:r>
              <a:rPr sz="1250" b="1" i="0">
                <a:solidFill>
                  <a:srgbClr val="F26522"/>
                </a:solidFill>
                <a:latin typeface="Calibri"/>
              </a:rPr>
              <a:t>VÒNG LẶP HỌC TĂNG CƯỜNG</a:t>
            </a:r>
          </a:p>
        </p:txBody>
      </p:sp>
      <p:sp>
        <p:nvSpPr>
          <p:cNvPr id="13" name="Rounded Rectangle 12"/>
          <p:cNvSpPr/>
          <p:nvPr/>
        </p:nvSpPr>
        <p:spPr>
          <a:xfrm>
            <a:off x="7498080" y="2157984"/>
            <a:ext cx="3246120" cy="566928"/>
          </a:xfrm>
          <a:prstGeom prst="roundRect">
            <a:avLst>
              <a:gd name="adj" fmla="val 12000"/>
            </a:avLst>
          </a:prstGeom>
          <a:solidFill>
            <a:srgbClr val="FFFFFF"/>
          </a:solidFill>
          <a:ln w="12700">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89520" y="2212848"/>
            <a:ext cx="3063239" cy="457200"/>
          </a:xfrm>
          <a:prstGeom prst="rect">
            <a:avLst/>
          </a:prstGeom>
          <a:noFill/>
        </p:spPr>
        <p:txBody>
          <a:bodyPr wrap="square" lIns="0" tIns="0" rIns="0" bIns="0" anchor="ctr">
            <a:spAutoFit/>
          </a:bodyPr>
          <a:lstStyle/>
          <a:p>
            <a:pPr algn="ctr">
              <a:lnSpc>
                <a:spcPct val="100000"/>
              </a:lnSpc>
              <a:spcBef>
                <a:spcPts val="0"/>
              </a:spcBef>
              <a:spcAft>
                <a:spcPts val="100"/>
              </a:spcAft>
            </a:pPr>
            <a:r>
              <a:rPr sz="1250" b="1" i="0">
                <a:solidFill>
                  <a:srgbClr val="223771"/>
                </a:solidFill>
                <a:latin typeface="Calibri"/>
              </a:rPr>
              <a:t>TÁC NHÂN</a:t>
            </a:r>
          </a:p>
          <a:p>
            <a:pPr algn="ctr">
              <a:lnSpc>
                <a:spcPct val="100000"/>
              </a:lnSpc>
              <a:spcBef>
                <a:spcPts val="0"/>
              </a:spcBef>
              <a:spcAft>
                <a:spcPts val="0"/>
              </a:spcAft>
            </a:pPr>
            <a:r>
              <a:rPr sz="1050" b="0" i="0">
                <a:solidFill>
                  <a:srgbClr val="666E7E"/>
                </a:solidFill>
                <a:latin typeface="Calibri"/>
              </a:rPr>
              <a:t>mạng chính sách π(a|s)</a:t>
            </a:r>
          </a:p>
        </p:txBody>
      </p:sp>
      <p:sp>
        <p:nvSpPr>
          <p:cNvPr id="15" name="Down Arrow 14"/>
          <p:cNvSpPr/>
          <p:nvPr/>
        </p:nvSpPr>
        <p:spPr>
          <a:xfrm>
            <a:off x="9029700" y="2779776"/>
            <a:ext cx="182880" cy="292608"/>
          </a:xfrm>
          <a:prstGeom prst="down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498080" y="3127248"/>
            <a:ext cx="3246120" cy="566928"/>
          </a:xfrm>
          <a:prstGeom prst="roundRect">
            <a:avLst>
              <a:gd name="adj" fmla="val 12000"/>
            </a:avLst>
          </a:prstGeom>
          <a:solidFill>
            <a:srgbClr val="FFFFFF"/>
          </a:solidFill>
          <a:ln w="12700">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89520" y="3182112"/>
            <a:ext cx="3063239" cy="457200"/>
          </a:xfrm>
          <a:prstGeom prst="rect">
            <a:avLst/>
          </a:prstGeom>
          <a:noFill/>
        </p:spPr>
        <p:txBody>
          <a:bodyPr wrap="square" lIns="0" tIns="0" rIns="0" bIns="0" anchor="ctr">
            <a:spAutoFit/>
          </a:bodyPr>
          <a:lstStyle/>
          <a:p>
            <a:pPr algn="ctr">
              <a:lnSpc>
                <a:spcPct val="100000"/>
              </a:lnSpc>
              <a:spcBef>
                <a:spcPts val="0"/>
              </a:spcBef>
              <a:spcAft>
                <a:spcPts val="100"/>
              </a:spcAft>
            </a:pPr>
            <a:r>
              <a:rPr sz="1250" b="1" i="0">
                <a:solidFill>
                  <a:srgbClr val="223771"/>
                </a:solidFill>
                <a:latin typeface="Calibri"/>
              </a:rPr>
              <a:t>MÔI TRƯỜNG UNITY</a:t>
            </a:r>
          </a:p>
          <a:p>
            <a:pPr algn="ctr">
              <a:lnSpc>
                <a:spcPct val="100000"/>
              </a:lnSpc>
              <a:spcBef>
                <a:spcPts val="0"/>
              </a:spcBef>
              <a:spcAft>
                <a:spcPts val="0"/>
              </a:spcAft>
            </a:pPr>
            <a:r>
              <a:rPr sz="1050" b="0" i="0">
                <a:solidFill>
                  <a:srgbClr val="666E7E"/>
                </a:solidFill>
                <a:latin typeface="Calibri"/>
              </a:rPr>
              <a:t>cơ chế game · vật lý · va chạm</a:t>
            </a:r>
          </a:p>
        </p:txBody>
      </p:sp>
      <p:sp>
        <p:nvSpPr>
          <p:cNvPr id="18" name="Down Arrow 17"/>
          <p:cNvSpPr/>
          <p:nvPr/>
        </p:nvSpPr>
        <p:spPr>
          <a:xfrm>
            <a:off x="9029700" y="3749039"/>
            <a:ext cx="182880" cy="292608"/>
          </a:xfrm>
          <a:prstGeom prst="down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7498080" y="4096512"/>
            <a:ext cx="3246120" cy="566928"/>
          </a:xfrm>
          <a:prstGeom prst="roundRect">
            <a:avLst>
              <a:gd name="adj" fmla="val 12000"/>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589520" y="4151376"/>
            <a:ext cx="3063239" cy="457200"/>
          </a:xfrm>
          <a:prstGeom prst="rect">
            <a:avLst/>
          </a:prstGeom>
          <a:noFill/>
        </p:spPr>
        <p:txBody>
          <a:bodyPr wrap="square" lIns="0" tIns="0" rIns="0" bIns="0" anchor="ctr">
            <a:spAutoFit/>
          </a:bodyPr>
          <a:lstStyle/>
          <a:p>
            <a:pPr algn="ctr">
              <a:lnSpc>
                <a:spcPct val="100000"/>
              </a:lnSpc>
              <a:spcBef>
                <a:spcPts val="0"/>
              </a:spcBef>
              <a:spcAft>
                <a:spcPts val="100"/>
              </a:spcAft>
            </a:pPr>
            <a:r>
              <a:rPr sz="1250" b="1" i="0">
                <a:solidFill>
                  <a:srgbClr val="FFFFFF"/>
                </a:solidFill>
                <a:latin typeface="Calibri"/>
              </a:rPr>
              <a:t>HÀM PHẦN THƯỞNG</a:t>
            </a:r>
          </a:p>
          <a:p>
            <a:pPr algn="ctr">
              <a:lnSpc>
                <a:spcPct val="100000"/>
              </a:lnSpc>
              <a:spcBef>
                <a:spcPts val="0"/>
              </a:spcBef>
              <a:spcAft>
                <a:spcPts val="0"/>
              </a:spcAft>
            </a:pPr>
            <a:r>
              <a:rPr sz="1050" b="0" i="0">
                <a:solidFill>
                  <a:srgbClr val="E8ECF3"/>
                </a:solidFill>
                <a:latin typeface="Calibri"/>
              </a:rPr>
              <a:t>tín hiệu duy nhất định nghĩa mục tiêu</a:t>
            </a:r>
          </a:p>
        </p:txBody>
      </p:sp>
      <p:sp>
        <p:nvSpPr>
          <p:cNvPr id="21" name="TextBox 20"/>
          <p:cNvSpPr txBox="1"/>
          <p:nvPr/>
        </p:nvSpPr>
        <p:spPr>
          <a:xfrm>
            <a:off x="9267444" y="2761488"/>
            <a:ext cx="1463040" cy="201168"/>
          </a:xfrm>
          <a:prstGeom prst="rect">
            <a:avLst/>
          </a:prstGeom>
          <a:noFill/>
        </p:spPr>
        <p:txBody>
          <a:bodyPr wrap="none" lIns="0" tIns="0" rIns="0" bIns="0" anchor="t">
            <a:spAutoFit/>
          </a:bodyPr>
          <a:lstStyle/>
          <a:p>
            <a:pPr algn="l">
              <a:lnSpc>
                <a:spcPct val="100000"/>
              </a:lnSpc>
              <a:spcBef>
                <a:spcPts val="0"/>
              </a:spcBef>
              <a:spcAft>
                <a:spcPts val="0"/>
              </a:spcAft>
            </a:pPr>
            <a:r>
              <a:rPr sz="1000" b="0" i="1">
                <a:solidFill>
                  <a:srgbClr val="666E7E"/>
                </a:solidFill>
                <a:latin typeface="Calibri"/>
              </a:rPr>
              <a:t>hành động aₜ</a:t>
            </a:r>
          </a:p>
        </p:txBody>
      </p:sp>
      <p:sp>
        <p:nvSpPr>
          <p:cNvPr id="22" name="TextBox 21"/>
          <p:cNvSpPr txBox="1"/>
          <p:nvPr/>
        </p:nvSpPr>
        <p:spPr>
          <a:xfrm>
            <a:off x="9267444" y="3730752"/>
            <a:ext cx="1737360" cy="201168"/>
          </a:xfrm>
          <a:prstGeom prst="rect">
            <a:avLst/>
          </a:prstGeom>
          <a:noFill/>
        </p:spPr>
        <p:txBody>
          <a:bodyPr wrap="none" lIns="0" tIns="0" rIns="0" bIns="0" anchor="t">
            <a:spAutoFit/>
          </a:bodyPr>
          <a:lstStyle/>
          <a:p>
            <a:pPr algn="l">
              <a:lnSpc>
                <a:spcPct val="100000"/>
              </a:lnSpc>
              <a:spcBef>
                <a:spcPts val="0"/>
              </a:spcBef>
              <a:spcAft>
                <a:spcPts val="0"/>
              </a:spcAft>
            </a:pPr>
            <a:r>
              <a:rPr sz="1000" b="0" i="1">
                <a:solidFill>
                  <a:srgbClr val="666E7E"/>
                </a:solidFill>
                <a:latin typeface="Calibri"/>
              </a:rPr>
              <a:t>trạng thái sₜ₊₁</a:t>
            </a:r>
          </a:p>
        </p:txBody>
      </p:sp>
      <p:sp>
        <p:nvSpPr>
          <p:cNvPr id="23" name="Rectangle 22"/>
          <p:cNvSpPr/>
          <p:nvPr/>
        </p:nvSpPr>
        <p:spPr>
          <a:xfrm>
            <a:off x="6922008" y="2423160"/>
            <a:ext cx="45720" cy="1984248"/>
          </a:xfrm>
          <a:prstGeom prst="rect">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922008" y="4361688"/>
            <a:ext cx="576072" cy="45720"/>
          </a:xfrm>
          <a:prstGeom prst="rect">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2008" y="2423160"/>
            <a:ext cx="411480" cy="45720"/>
          </a:xfrm>
          <a:prstGeom prst="rect">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ight Arrow 25"/>
          <p:cNvSpPr/>
          <p:nvPr/>
        </p:nvSpPr>
        <p:spPr>
          <a:xfrm>
            <a:off x="7315200" y="2313432"/>
            <a:ext cx="219456" cy="256032"/>
          </a:xfrm>
          <a:prstGeom prst="right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757416" y="4718304"/>
            <a:ext cx="4727448" cy="256032"/>
          </a:xfrm>
          <a:prstGeom prst="rect">
            <a:avLst/>
          </a:prstGeom>
          <a:noFill/>
        </p:spPr>
        <p:txBody>
          <a:bodyPr wrap="none" lIns="0" tIns="0" rIns="0" bIns="0" anchor="t">
            <a:spAutoFit/>
          </a:bodyPr>
          <a:lstStyle/>
          <a:p>
            <a:pPr algn="ctr">
              <a:lnSpc>
                <a:spcPct val="100000"/>
              </a:lnSpc>
              <a:spcBef>
                <a:spcPts val="0"/>
              </a:spcBef>
              <a:spcAft>
                <a:spcPts val="0"/>
              </a:spcAft>
            </a:pPr>
            <a:r>
              <a:rPr sz="1050" b="0" i="1">
                <a:solidFill>
                  <a:srgbClr val="666E7E"/>
                </a:solidFill>
                <a:latin typeface="Calibri"/>
              </a:rPr>
              <a:t>quan sát sₜ₊₁ và phần thưởng rₜ₊₁ quay lại tác nhân</a:t>
            </a:r>
          </a:p>
        </p:txBody>
      </p:sp>
      <p:sp>
        <p:nvSpPr>
          <p:cNvPr id="28" name="Rounded Rectangle 27"/>
          <p:cNvSpPr/>
          <p:nvPr/>
        </p:nvSpPr>
        <p:spPr>
          <a:xfrm>
            <a:off x="6537960" y="5138928"/>
            <a:ext cx="5166360" cy="1170432"/>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775704" y="5138928"/>
            <a:ext cx="4690872" cy="1170432"/>
          </a:xfrm>
          <a:prstGeom prst="rect">
            <a:avLst/>
          </a:prstGeom>
          <a:noFill/>
        </p:spPr>
        <p:txBody>
          <a:bodyPr wrap="square" lIns="0" tIns="0" rIns="0" bIns="0" anchor="ctr">
            <a:spAutoFit/>
          </a:bodyPr>
          <a:lstStyle/>
          <a:p>
            <a:pPr algn="l">
              <a:lnSpc>
                <a:spcPct val="100000"/>
              </a:lnSpc>
              <a:spcBef>
                <a:spcPts val="0"/>
              </a:spcBef>
              <a:spcAft>
                <a:spcPts val="500"/>
              </a:spcAft>
            </a:pPr>
            <a:r>
              <a:rPr sz="1500" b="1" i="0">
                <a:solidFill>
                  <a:srgbClr val="F26522"/>
                </a:solidFill>
                <a:latin typeface="Calibri"/>
              </a:rPr>
              <a:t>Đo trên chính đồ án này</a:t>
            </a:r>
          </a:p>
          <a:p>
            <a:pPr algn="l">
              <a:lnSpc>
                <a:spcPct val="106000"/>
              </a:lnSpc>
              <a:spcBef>
                <a:spcPts val="0"/>
              </a:spcBef>
              <a:spcAft>
                <a:spcPts val="0"/>
              </a:spcAft>
            </a:pPr>
            <a:r>
              <a:rPr sz="1350" b="0" i="0">
                <a:solidFill>
                  <a:srgbClr val="2B2B2B"/>
                </a:solidFill>
                <a:latin typeface="Calibri"/>
              </a:rPr>
              <a:t>Thiết kế ba môi trường: hơn 30 trang.  ·  Cấu hình cả năm thuật toán: 3 trang tệp YAML. Đó cũng là tỉ lệ công sức mà một dự án học tăng cường thực tế phải trả.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Mục tiêu và đóng góp</a:t>
            </a:r>
          </a:p>
        </p:txBody>
      </p:sp>
      <p:sp>
        <p:nvSpPr>
          <p:cNvPr id="3" name="Rounded Rectangle 2"/>
          <p:cNvSpPr/>
          <p:nvPr/>
        </p:nvSpPr>
        <p:spPr>
          <a:xfrm>
            <a:off x="502920" y="1060704"/>
            <a:ext cx="4315968"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4315968"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Bốn mục tiêu, đo được bằng sản phẩm bàn giao</a:t>
            </a:r>
          </a:p>
        </p:txBody>
      </p:sp>
      <p:sp>
        <p:nvSpPr>
          <p:cNvPr id="5" name="Rounded Rectangle 4"/>
          <p:cNvSpPr/>
          <p:nvPr/>
        </p:nvSpPr>
        <p:spPr>
          <a:xfrm>
            <a:off x="502920" y="1609344"/>
            <a:ext cx="5413248" cy="1792224"/>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58952" y="2304288"/>
            <a:ext cx="402336" cy="402336"/>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7" name="TextBox 6"/>
          <p:cNvSpPr txBox="1"/>
          <p:nvPr/>
        </p:nvSpPr>
        <p:spPr>
          <a:xfrm>
            <a:off x="1325880" y="1792224"/>
            <a:ext cx="4334256" cy="1426464"/>
          </a:xfrm>
          <a:prstGeom prst="rect">
            <a:avLst/>
          </a:prstGeom>
          <a:noFill/>
        </p:spPr>
        <p:txBody>
          <a:bodyPr wrap="square" lIns="0" tIns="0" rIns="0" bIns="0" anchor="ctr">
            <a:spAutoFit/>
          </a:bodyPr>
          <a:lstStyle/>
          <a:p>
            <a:pPr algn="l">
              <a:lnSpc>
                <a:spcPct val="100000"/>
              </a:lnSpc>
              <a:spcBef>
                <a:spcPts val="0"/>
              </a:spcBef>
              <a:spcAft>
                <a:spcPts val="500"/>
              </a:spcAft>
            </a:pPr>
            <a:r>
              <a:rPr sz="1650" b="1" i="0">
                <a:solidFill>
                  <a:srgbClr val="223771"/>
                </a:solidFill>
                <a:latin typeface="Calibri"/>
              </a:rPr>
              <a:t>Xây dựng ba môi trường Unity ML-Agents</a:t>
            </a:r>
          </a:p>
          <a:p>
            <a:pPr algn="l">
              <a:lnSpc>
                <a:spcPct val="106000"/>
              </a:lnSpc>
              <a:spcBef>
                <a:spcPts val="0"/>
              </a:spcBef>
              <a:spcAft>
                <a:spcPts val="0"/>
              </a:spcAft>
            </a:pPr>
            <a:r>
              <a:rPr sz="1450" b="0" i="0">
                <a:solidFill>
                  <a:srgbClr val="2B2B2B"/>
                </a:solidFill>
                <a:latin typeface="Calibri"/>
              </a:rPr>
              <a:t>Ba dạng bài toán khác nhau: đối kháng, hợp tác và điều hướng đơn tác nhân.</a:t>
            </a:r>
          </a:p>
        </p:txBody>
      </p:sp>
      <p:sp>
        <p:nvSpPr>
          <p:cNvPr id="8" name="Rounded Rectangle 7"/>
          <p:cNvSpPr/>
          <p:nvPr/>
        </p:nvSpPr>
        <p:spPr>
          <a:xfrm>
            <a:off x="6291072" y="1609344"/>
            <a:ext cx="5413248" cy="1792224"/>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547104" y="2304288"/>
            <a:ext cx="402336" cy="402336"/>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10" name="TextBox 9"/>
          <p:cNvSpPr txBox="1"/>
          <p:nvPr/>
        </p:nvSpPr>
        <p:spPr>
          <a:xfrm>
            <a:off x="7114032" y="1792224"/>
            <a:ext cx="4334256" cy="1426464"/>
          </a:xfrm>
          <a:prstGeom prst="rect">
            <a:avLst/>
          </a:prstGeom>
          <a:noFill/>
        </p:spPr>
        <p:txBody>
          <a:bodyPr wrap="square" lIns="0" tIns="0" rIns="0" bIns="0" anchor="ctr">
            <a:spAutoFit/>
          </a:bodyPr>
          <a:lstStyle/>
          <a:p>
            <a:pPr algn="l">
              <a:lnSpc>
                <a:spcPct val="100000"/>
              </a:lnSpc>
              <a:spcBef>
                <a:spcPts val="0"/>
              </a:spcBef>
              <a:spcAft>
                <a:spcPts val="500"/>
              </a:spcAft>
            </a:pPr>
            <a:r>
              <a:rPr sz="1650" b="1" i="0">
                <a:solidFill>
                  <a:srgbClr val="223771"/>
                </a:solidFill>
                <a:latin typeface="Calibri"/>
              </a:rPr>
              <a:t>Kiểm chứng bằng năm thuật toán</a:t>
            </a:r>
          </a:p>
          <a:p>
            <a:pPr algn="l">
              <a:lnSpc>
                <a:spcPct val="106000"/>
              </a:lnSpc>
              <a:spcBef>
                <a:spcPts val="0"/>
              </a:spcBef>
              <a:spcAft>
                <a:spcPts val="0"/>
              </a:spcAft>
            </a:pPr>
            <a:r>
              <a:rPr sz="1450" b="0" i="0">
                <a:solidFill>
                  <a:srgbClr val="2B2B2B"/>
                </a:solidFill>
                <a:latin typeface="Calibri"/>
              </a:rPr>
              <a:t>PPO, SAC, MA-POCA, MAPPO và DQN đóng vai phép thử độc lập cho từng môi trường.</a:t>
            </a:r>
          </a:p>
        </p:txBody>
      </p:sp>
      <p:sp>
        <p:nvSpPr>
          <p:cNvPr id="11" name="Rounded Rectangle 10"/>
          <p:cNvSpPr/>
          <p:nvPr/>
        </p:nvSpPr>
        <p:spPr>
          <a:xfrm>
            <a:off x="502920" y="3584448"/>
            <a:ext cx="5413248" cy="1792224"/>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58952" y="4279392"/>
            <a:ext cx="402336" cy="402336"/>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13" name="TextBox 12"/>
          <p:cNvSpPr txBox="1"/>
          <p:nvPr/>
        </p:nvSpPr>
        <p:spPr>
          <a:xfrm>
            <a:off x="1325880" y="3767328"/>
            <a:ext cx="4334256" cy="1426464"/>
          </a:xfrm>
          <a:prstGeom prst="rect">
            <a:avLst/>
          </a:prstGeom>
          <a:noFill/>
        </p:spPr>
        <p:txBody>
          <a:bodyPr wrap="square" lIns="0" tIns="0" rIns="0" bIns="0" anchor="ctr">
            <a:spAutoFit/>
          </a:bodyPr>
          <a:lstStyle/>
          <a:p>
            <a:pPr algn="l">
              <a:lnSpc>
                <a:spcPct val="100000"/>
              </a:lnSpc>
              <a:spcBef>
                <a:spcPts val="0"/>
              </a:spcBef>
              <a:spcAft>
                <a:spcPts val="500"/>
              </a:spcAft>
            </a:pPr>
            <a:r>
              <a:rPr sz="1650" b="1" i="0">
                <a:solidFill>
                  <a:srgbClr val="223771"/>
                </a:solidFill>
                <a:latin typeface="Calibri"/>
              </a:rPr>
              <a:t>Đóng gói để dùng lại được</a:t>
            </a:r>
          </a:p>
          <a:p>
            <a:pPr algn="l">
              <a:lnSpc>
                <a:spcPct val="106000"/>
              </a:lnSpc>
              <a:spcBef>
                <a:spcPts val="0"/>
              </a:spcBef>
              <a:spcAft>
                <a:spcPts val="0"/>
              </a:spcAft>
            </a:pPr>
            <a:r>
              <a:rPr sz="1450" b="0" i="0">
                <a:solidFill>
                  <a:srgbClr val="2B2B2B"/>
                </a:solidFill>
                <a:latin typeface="Calibri"/>
              </a:rPr>
              <a:t>Gói Unity Package Manager kèm 15 cấu hình đã chạy thật và bộ công cụ Editor.</a:t>
            </a:r>
          </a:p>
        </p:txBody>
      </p:sp>
      <p:sp>
        <p:nvSpPr>
          <p:cNvPr id="14" name="Rounded Rectangle 13"/>
          <p:cNvSpPr/>
          <p:nvPr/>
        </p:nvSpPr>
        <p:spPr>
          <a:xfrm>
            <a:off x="6291072" y="3584448"/>
            <a:ext cx="5413248" cy="1792224"/>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547104" y="4279392"/>
            <a:ext cx="402336" cy="402336"/>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16" name="TextBox 15"/>
          <p:cNvSpPr txBox="1"/>
          <p:nvPr/>
        </p:nvSpPr>
        <p:spPr>
          <a:xfrm>
            <a:off x="7114032" y="3767328"/>
            <a:ext cx="4334256" cy="1426464"/>
          </a:xfrm>
          <a:prstGeom prst="rect">
            <a:avLst/>
          </a:prstGeom>
          <a:noFill/>
        </p:spPr>
        <p:txBody>
          <a:bodyPr wrap="square" lIns="0" tIns="0" rIns="0" bIns="0" anchor="ctr">
            <a:spAutoFit/>
          </a:bodyPr>
          <a:lstStyle/>
          <a:p>
            <a:pPr algn="l">
              <a:lnSpc>
                <a:spcPct val="100000"/>
              </a:lnSpc>
              <a:spcBef>
                <a:spcPts val="0"/>
              </a:spcBef>
              <a:spcAft>
                <a:spcPts val="500"/>
              </a:spcAft>
            </a:pPr>
            <a:r>
              <a:rPr sz="1650" b="1" i="0">
                <a:solidFill>
                  <a:srgbClr val="223771"/>
                </a:solidFill>
                <a:latin typeface="Calibri"/>
              </a:rPr>
              <a:t>Xây ứng dụng demo trực quan</a:t>
            </a:r>
          </a:p>
          <a:p>
            <a:pPr algn="l">
              <a:lnSpc>
                <a:spcPct val="106000"/>
              </a:lnSpc>
              <a:spcBef>
                <a:spcPts val="0"/>
              </a:spcBef>
              <a:spcAft>
                <a:spcPts val="0"/>
              </a:spcAft>
            </a:pPr>
            <a:r>
              <a:rPr sz="1450" b="0" i="0">
                <a:solidFill>
                  <a:srgbClr val="2B2B2B"/>
                </a:solidFill>
                <a:latin typeface="Calibri"/>
              </a:rPr>
              <a:t>Nạp 15 mô hình ONNX tại thời gian chạy, ba chế độ chơi và hai tab số liệu.</a:t>
            </a:r>
          </a:p>
        </p:txBody>
      </p:sp>
      <p:sp>
        <p:nvSpPr>
          <p:cNvPr id="17" name="Rounded Rectangle 16"/>
          <p:cNvSpPr/>
          <p:nvPr/>
        </p:nvSpPr>
        <p:spPr>
          <a:xfrm>
            <a:off x="502920" y="5614416"/>
            <a:ext cx="11201400" cy="804672"/>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20" y="5614416"/>
            <a:ext cx="10744200" cy="804672"/>
          </a:xfrm>
          <a:prstGeom prst="rect">
            <a:avLst/>
          </a:prstGeom>
          <a:noFill/>
        </p:spPr>
        <p:txBody>
          <a:bodyPr wrap="square" lIns="0" tIns="0" rIns="0" bIns="0" anchor="ctr">
            <a:spAutoFit/>
          </a:bodyPr>
          <a:lstStyle/>
          <a:p>
            <a:pPr algn="l">
              <a:lnSpc>
                <a:spcPct val="110000"/>
              </a:lnSpc>
              <a:spcBef>
                <a:spcPts val="0"/>
              </a:spcBef>
              <a:spcAft>
                <a:spcPts val="0"/>
              </a:spcAft>
            </a:pPr>
            <a:r>
              <a:rPr sz="1400" b="1" i="0">
                <a:solidFill>
                  <a:srgbClr val="F26522"/>
                </a:solidFill>
                <a:latin typeface="Calibri"/>
              </a:rPr>
              <a:t>Phạm vi:  </a:t>
            </a:r>
            <a:r>
              <a:rPr sz="1400" b="0" i="0">
                <a:solidFill>
                  <a:srgbClr val="2B2B2B"/>
                </a:solidFill>
                <a:latin typeface="Calibri"/>
              </a:rPr>
              <a:t>ba môi trường Unity 3D, năm thuật toán đóng vai phép thử. </a:t>
            </a:r>
            <a:r>
              <a:rPr sz="1400" b="1" i="0">
                <a:solidFill>
                  <a:srgbClr val="F26522"/>
                </a:solidFill>
                <a:latin typeface="Calibri"/>
              </a:rPr>
              <a:t>Không bao gồm:  </a:t>
            </a:r>
            <a:r>
              <a:rPr sz="1400" b="0" i="0">
                <a:solidFill>
                  <a:srgbClr val="2B2B2B"/>
                </a:solidFill>
                <a:latin typeface="Calibri"/>
              </a:rPr>
              <a:t>đồ họa, âm thanh hay một sản phẩm game thương mại — đồ án cũng không đề xuất thuật toán mới.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Kiến trúc tổng thể — một đường ống đo duy nhất</a:t>
            </a:r>
          </a:p>
        </p:txBody>
      </p:sp>
      <p:sp>
        <p:nvSpPr>
          <p:cNvPr id="3" name="Rounded Rectangle 2"/>
          <p:cNvSpPr/>
          <p:nvPr/>
        </p:nvSpPr>
        <p:spPr>
          <a:xfrm>
            <a:off x="502920" y="1060704"/>
            <a:ext cx="4937760"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4937760"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Từ cơ chế game tới mô hình chạy được trong ứng dụng</a:t>
            </a:r>
          </a:p>
        </p:txBody>
      </p:sp>
      <p:sp>
        <p:nvSpPr>
          <p:cNvPr id="5" name="Rounded Rectangle 4"/>
          <p:cNvSpPr/>
          <p:nvPr/>
        </p:nvSpPr>
        <p:spPr>
          <a:xfrm>
            <a:off x="502920" y="1645920"/>
            <a:ext cx="2020824" cy="1335024"/>
          </a:xfrm>
          <a:prstGeom prst="roundRect">
            <a:avLst>
              <a:gd name="adj" fmla="val 9000"/>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755648"/>
            <a:ext cx="1837943" cy="1115568"/>
          </a:xfrm>
          <a:prstGeom prst="rect">
            <a:avLst/>
          </a:prstGeom>
          <a:noFill/>
        </p:spPr>
        <p:txBody>
          <a:bodyPr wrap="square" lIns="0" tIns="0" rIns="0" bIns="0" anchor="ctr">
            <a:spAutoFit/>
          </a:bodyPr>
          <a:lstStyle/>
          <a:p>
            <a:pPr algn="ctr">
              <a:lnSpc>
                <a:spcPct val="102000"/>
              </a:lnSpc>
              <a:spcBef>
                <a:spcPts val="0"/>
              </a:spcBef>
              <a:spcAft>
                <a:spcPts val="500"/>
              </a:spcAft>
            </a:pPr>
            <a:r>
              <a:rPr sz="1300" b="1" i="0">
                <a:solidFill>
                  <a:srgbClr val="FFFFFF"/>
                </a:solidFill>
                <a:latin typeface="Calibri"/>
              </a:rPr>
              <a:t>MÔI TRƯỜNG UNITY</a:t>
            </a:r>
          </a:p>
          <a:p>
            <a:pPr algn="ctr">
              <a:lnSpc>
                <a:spcPct val="102000"/>
              </a:lnSpc>
              <a:spcBef>
                <a:spcPts val="0"/>
              </a:spcBef>
              <a:spcAft>
                <a:spcPts val="0"/>
              </a:spcAft>
            </a:pPr>
            <a:r>
              <a:rPr sz="1100" b="0" i="0">
                <a:solidFill>
                  <a:srgbClr val="E8ECF3"/>
                </a:solidFill>
                <a:latin typeface="Calibri"/>
              </a:rPr>
              <a:t>quan sát · hành động · reward</a:t>
            </a:r>
          </a:p>
        </p:txBody>
      </p:sp>
      <p:sp>
        <p:nvSpPr>
          <p:cNvPr id="7" name="Right Arrow 6"/>
          <p:cNvSpPr/>
          <p:nvPr/>
        </p:nvSpPr>
        <p:spPr>
          <a:xfrm>
            <a:off x="2551175" y="2185416"/>
            <a:ext cx="210312" cy="256032"/>
          </a:xfrm>
          <a:prstGeom prst="right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788920" y="1645920"/>
            <a:ext cx="2020824" cy="1335024"/>
          </a:xfrm>
          <a:prstGeom prst="roundRect">
            <a:avLst>
              <a:gd name="adj" fmla="val 9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880360" y="1755648"/>
            <a:ext cx="1837943" cy="1115568"/>
          </a:xfrm>
          <a:prstGeom prst="rect">
            <a:avLst/>
          </a:prstGeom>
          <a:noFill/>
        </p:spPr>
        <p:txBody>
          <a:bodyPr wrap="square" lIns="0" tIns="0" rIns="0" bIns="0" anchor="ctr">
            <a:spAutoFit/>
          </a:bodyPr>
          <a:lstStyle/>
          <a:p>
            <a:pPr algn="ctr">
              <a:lnSpc>
                <a:spcPct val="102000"/>
              </a:lnSpc>
              <a:spcBef>
                <a:spcPts val="0"/>
              </a:spcBef>
              <a:spcAft>
                <a:spcPts val="500"/>
              </a:spcAft>
            </a:pPr>
            <a:r>
              <a:rPr sz="1300" b="1" i="0">
                <a:solidFill>
                  <a:srgbClr val="223771"/>
                </a:solidFill>
                <a:latin typeface="Calibri"/>
              </a:rPr>
              <a:t>ML-AGENTS TRAINER</a:t>
            </a:r>
          </a:p>
          <a:p>
            <a:pPr algn="ctr">
              <a:lnSpc>
                <a:spcPct val="102000"/>
              </a:lnSpc>
              <a:spcBef>
                <a:spcPts val="0"/>
              </a:spcBef>
              <a:spcAft>
                <a:spcPts val="0"/>
              </a:spcAft>
            </a:pPr>
            <a:r>
              <a:rPr sz="1100" b="0" i="0">
                <a:solidFill>
                  <a:srgbClr val="666E7E"/>
                </a:solidFill>
                <a:latin typeface="Calibri"/>
              </a:rPr>
              <a:t>năm thuật toán phép thử</a:t>
            </a:r>
          </a:p>
        </p:txBody>
      </p:sp>
      <p:sp>
        <p:nvSpPr>
          <p:cNvPr id="10" name="Right Arrow 9"/>
          <p:cNvSpPr/>
          <p:nvPr/>
        </p:nvSpPr>
        <p:spPr>
          <a:xfrm>
            <a:off x="4837176" y="2185416"/>
            <a:ext cx="210312" cy="256032"/>
          </a:xfrm>
          <a:prstGeom prst="right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074920" y="1645920"/>
            <a:ext cx="2020824" cy="1335024"/>
          </a:xfrm>
          <a:prstGeom prst="roundRect">
            <a:avLst>
              <a:gd name="adj" fmla="val 9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166359" y="1755648"/>
            <a:ext cx="1837943" cy="1115568"/>
          </a:xfrm>
          <a:prstGeom prst="rect">
            <a:avLst/>
          </a:prstGeom>
          <a:noFill/>
        </p:spPr>
        <p:txBody>
          <a:bodyPr wrap="square" lIns="0" tIns="0" rIns="0" bIns="0" anchor="ctr">
            <a:spAutoFit/>
          </a:bodyPr>
          <a:lstStyle/>
          <a:p>
            <a:pPr algn="ctr">
              <a:lnSpc>
                <a:spcPct val="102000"/>
              </a:lnSpc>
              <a:spcBef>
                <a:spcPts val="0"/>
              </a:spcBef>
              <a:spcAft>
                <a:spcPts val="500"/>
              </a:spcAft>
            </a:pPr>
            <a:r>
              <a:rPr sz="1300" b="1" i="0">
                <a:solidFill>
                  <a:srgbClr val="223771"/>
                </a:solidFill>
                <a:latin typeface="Calibri"/>
              </a:rPr>
              <a:t>TENSORBOARD</a:t>
            </a:r>
          </a:p>
          <a:p>
            <a:pPr algn="ctr">
              <a:lnSpc>
                <a:spcPct val="102000"/>
              </a:lnSpc>
              <a:spcBef>
                <a:spcPts val="0"/>
              </a:spcBef>
              <a:spcAft>
                <a:spcPts val="0"/>
              </a:spcAft>
            </a:pPr>
            <a:r>
              <a:rPr sz="1100" b="0" i="0">
                <a:solidFill>
                  <a:srgbClr val="666E7E"/>
                </a:solidFill>
                <a:latin typeface="Calibri"/>
              </a:rPr>
              <a:t>reward · entropy · độ dài</a:t>
            </a:r>
          </a:p>
        </p:txBody>
      </p:sp>
      <p:sp>
        <p:nvSpPr>
          <p:cNvPr id="13" name="Right Arrow 12"/>
          <p:cNvSpPr/>
          <p:nvPr/>
        </p:nvSpPr>
        <p:spPr>
          <a:xfrm>
            <a:off x="7123176" y="2185416"/>
            <a:ext cx="210312" cy="256032"/>
          </a:xfrm>
          <a:prstGeom prst="right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7360920" y="1645920"/>
            <a:ext cx="2020824" cy="1335024"/>
          </a:xfrm>
          <a:prstGeom prst="roundRect">
            <a:avLst>
              <a:gd name="adj" fmla="val 9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52360" y="1755648"/>
            <a:ext cx="1837943" cy="1115568"/>
          </a:xfrm>
          <a:prstGeom prst="rect">
            <a:avLst/>
          </a:prstGeom>
          <a:noFill/>
        </p:spPr>
        <p:txBody>
          <a:bodyPr wrap="square" lIns="0" tIns="0" rIns="0" bIns="0" anchor="ctr">
            <a:spAutoFit/>
          </a:bodyPr>
          <a:lstStyle/>
          <a:p>
            <a:pPr algn="ctr">
              <a:lnSpc>
                <a:spcPct val="102000"/>
              </a:lnSpc>
              <a:spcBef>
                <a:spcPts val="0"/>
              </a:spcBef>
              <a:spcAft>
                <a:spcPts val="500"/>
              </a:spcAft>
            </a:pPr>
            <a:r>
              <a:rPr sz="1300" b="1" i="0">
                <a:solidFill>
                  <a:srgbClr val="223771"/>
                </a:solidFill>
                <a:latin typeface="Calibri"/>
              </a:rPr>
              <a:t>XUẤT ONNX</a:t>
            </a:r>
          </a:p>
          <a:p>
            <a:pPr algn="ctr">
              <a:lnSpc>
                <a:spcPct val="102000"/>
              </a:lnSpc>
              <a:spcBef>
                <a:spcPts val="0"/>
              </a:spcBef>
              <a:spcAft>
                <a:spcPts val="0"/>
              </a:spcAft>
            </a:pPr>
            <a:r>
              <a:rPr sz="1100" b="0" i="0">
                <a:solidFill>
                  <a:srgbClr val="666E7E"/>
                </a:solidFill>
                <a:latin typeface="Calibri"/>
              </a:rPr>
              <a:t>15 mô hình đã huấn luyện</a:t>
            </a:r>
          </a:p>
        </p:txBody>
      </p:sp>
      <p:sp>
        <p:nvSpPr>
          <p:cNvPr id="16" name="Right Arrow 15"/>
          <p:cNvSpPr/>
          <p:nvPr/>
        </p:nvSpPr>
        <p:spPr>
          <a:xfrm>
            <a:off x="9409176" y="2185416"/>
            <a:ext cx="210312" cy="256032"/>
          </a:xfrm>
          <a:prstGeom prst="right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9646920" y="1645920"/>
            <a:ext cx="2020824" cy="1335024"/>
          </a:xfrm>
          <a:prstGeom prst="roundRect">
            <a:avLst>
              <a:gd name="adj" fmla="val 9000"/>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38360" y="1755648"/>
            <a:ext cx="1837943" cy="1115568"/>
          </a:xfrm>
          <a:prstGeom prst="rect">
            <a:avLst/>
          </a:prstGeom>
          <a:noFill/>
        </p:spPr>
        <p:txBody>
          <a:bodyPr wrap="square" lIns="0" tIns="0" rIns="0" bIns="0" anchor="ctr">
            <a:spAutoFit/>
          </a:bodyPr>
          <a:lstStyle/>
          <a:p>
            <a:pPr algn="ctr">
              <a:lnSpc>
                <a:spcPct val="102000"/>
              </a:lnSpc>
              <a:spcBef>
                <a:spcPts val="0"/>
              </a:spcBef>
              <a:spcAft>
                <a:spcPts val="500"/>
              </a:spcAft>
            </a:pPr>
            <a:r>
              <a:rPr sz="1300" b="1" i="0">
                <a:solidFill>
                  <a:srgbClr val="FFFFFF"/>
                </a:solidFill>
                <a:latin typeface="Calibri"/>
              </a:rPr>
              <a:t>ỨNG DỤNG DEMO</a:t>
            </a:r>
          </a:p>
          <a:p>
            <a:pPr algn="ctr">
              <a:lnSpc>
                <a:spcPct val="102000"/>
              </a:lnSpc>
              <a:spcBef>
                <a:spcPts val="0"/>
              </a:spcBef>
              <a:spcAft>
                <a:spcPts val="0"/>
              </a:spcAft>
            </a:pPr>
            <a:r>
              <a:rPr sz="1100" b="0" i="0">
                <a:solidFill>
                  <a:srgbClr val="E8ECF3"/>
                </a:solidFill>
                <a:latin typeface="Calibri"/>
              </a:rPr>
              <a:t>ba chế độ · hai tab số liệu</a:t>
            </a:r>
          </a:p>
        </p:txBody>
      </p:sp>
      <p:sp>
        <p:nvSpPr>
          <p:cNvPr id="19" name="Rounded Rectangle 18"/>
          <p:cNvSpPr/>
          <p:nvPr/>
        </p:nvSpPr>
        <p:spPr>
          <a:xfrm>
            <a:off x="502920" y="3255264"/>
            <a:ext cx="3611880" cy="1810512"/>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0664" y="3419856"/>
            <a:ext cx="3136392" cy="1481328"/>
          </a:xfrm>
          <a:prstGeom prst="rect">
            <a:avLst/>
          </a:prstGeom>
          <a:noFill/>
        </p:spPr>
        <p:txBody>
          <a:bodyPr wrap="square" lIns="0" tIns="0" rIns="0" bIns="0" anchor="ctr">
            <a:spAutoFit/>
          </a:bodyPr>
          <a:lstStyle/>
          <a:p>
            <a:pPr algn="l">
              <a:lnSpc>
                <a:spcPct val="100000"/>
              </a:lnSpc>
              <a:spcBef>
                <a:spcPts val="0"/>
              </a:spcBef>
              <a:spcAft>
                <a:spcPts val="500"/>
              </a:spcAft>
            </a:pPr>
            <a:r>
              <a:rPr sz="1550" b="1" i="0">
                <a:solidFill>
                  <a:srgbClr val="223771"/>
                </a:solidFill>
                <a:latin typeface="Calibri"/>
              </a:rPr>
              <a:t>ML-Agents 4.0.2</a:t>
            </a:r>
          </a:p>
          <a:p>
            <a:pPr algn="l">
              <a:lnSpc>
                <a:spcPct val="108000"/>
              </a:lnSpc>
              <a:spcBef>
                <a:spcPts val="0"/>
              </a:spcBef>
              <a:spcAft>
                <a:spcPts val="0"/>
              </a:spcAft>
            </a:pPr>
            <a:r>
              <a:rPr sz="1350" b="0" i="0">
                <a:solidFill>
                  <a:srgbClr val="2B2B2B"/>
                </a:solidFill>
                <a:latin typeface="Calibri"/>
              </a:rPr>
              <a:t>Bản phát hành chỉ đăng ký sẵn ba trainer: ppo, poca và sac. Ba thuật toán này chạy trực tiếp bằng tệp cấu hình.</a:t>
            </a:r>
          </a:p>
        </p:txBody>
      </p:sp>
      <p:sp>
        <p:nvSpPr>
          <p:cNvPr id="21" name="Rounded Rectangle 20"/>
          <p:cNvSpPr/>
          <p:nvPr/>
        </p:nvSpPr>
        <p:spPr>
          <a:xfrm>
            <a:off x="4297680" y="3255264"/>
            <a:ext cx="3611880" cy="1810512"/>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35424" y="3419856"/>
            <a:ext cx="3136392" cy="1481328"/>
          </a:xfrm>
          <a:prstGeom prst="rect">
            <a:avLst/>
          </a:prstGeom>
          <a:noFill/>
        </p:spPr>
        <p:txBody>
          <a:bodyPr wrap="square" lIns="0" tIns="0" rIns="0" bIns="0" anchor="ctr">
            <a:spAutoFit/>
          </a:bodyPr>
          <a:lstStyle/>
          <a:p>
            <a:pPr algn="l">
              <a:lnSpc>
                <a:spcPct val="100000"/>
              </a:lnSpc>
              <a:spcBef>
                <a:spcPts val="0"/>
              </a:spcBef>
              <a:spcAft>
                <a:spcPts val="500"/>
              </a:spcAft>
            </a:pPr>
            <a:r>
              <a:rPr sz="1550" b="1" i="0">
                <a:solidFill>
                  <a:srgbClr val="223771"/>
                </a:solidFill>
                <a:latin typeface="Calibri"/>
              </a:rPr>
              <a:t>Trainer mở rộng cho MAPPO và DQN</a:t>
            </a:r>
          </a:p>
          <a:p>
            <a:pPr algn="l">
              <a:lnSpc>
                <a:spcPct val="108000"/>
              </a:lnSpc>
              <a:spcBef>
                <a:spcPts val="0"/>
              </a:spcBef>
              <a:spcAft>
                <a:spcPts val="0"/>
              </a:spcAft>
            </a:pPr>
            <a:r>
              <a:rPr sz="1350" b="0" i="0">
                <a:solidFill>
                  <a:srgbClr val="2B2B2B"/>
                </a:solidFill>
                <a:latin typeface="Calibri"/>
              </a:rPr>
              <a:t>Hai thuật toán còn lại được đăng ký thêm theo tên, dùng chung gRPC, TensorBoard và đường xuất ONNX của ML-Agents.</a:t>
            </a:r>
          </a:p>
        </p:txBody>
      </p:sp>
      <p:sp>
        <p:nvSpPr>
          <p:cNvPr id="23" name="Rounded Rectangle 22"/>
          <p:cNvSpPr/>
          <p:nvPr/>
        </p:nvSpPr>
        <p:spPr>
          <a:xfrm>
            <a:off x="8092440" y="3255264"/>
            <a:ext cx="3611880" cy="1810512"/>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30184" y="3419856"/>
            <a:ext cx="3136392" cy="1481328"/>
          </a:xfrm>
          <a:prstGeom prst="rect">
            <a:avLst/>
          </a:prstGeom>
          <a:noFill/>
        </p:spPr>
        <p:txBody>
          <a:bodyPr wrap="square" lIns="0" tIns="0" rIns="0" bIns="0" anchor="ctr">
            <a:spAutoFit/>
          </a:bodyPr>
          <a:lstStyle/>
          <a:p>
            <a:pPr algn="l">
              <a:lnSpc>
                <a:spcPct val="100000"/>
              </a:lnSpc>
              <a:spcBef>
                <a:spcPts val="0"/>
              </a:spcBef>
              <a:spcAft>
                <a:spcPts val="500"/>
              </a:spcAft>
            </a:pPr>
            <a:r>
              <a:rPr sz="1550" b="1" i="0">
                <a:solidFill>
                  <a:srgbClr val="223771"/>
                </a:solidFill>
                <a:latin typeface="Calibri"/>
              </a:rPr>
              <a:t>Vì sao phải chung một đường ống</a:t>
            </a:r>
          </a:p>
          <a:p>
            <a:pPr algn="l">
              <a:lnSpc>
                <a:spcPct val="108000"/>
              </a:lnSpc>
              <a:spcBef>
                <a:spcPts val="0"/>
              </a:spcBef>
              <a:spcAft>
                <a:spcPts val="0"/>
              </a:spcAft>
            </a:pPr>
            <a:r>
              <a:rPr sz="1350" b="0" i="0">
                <a:solidFill>
                  <a:srgbClr val="2B2B2B"/>
                </a:solidFill>
                <a:latin typeface="Calibri"/>
              </a:rPr>
              <a:t>Chỉ khi cả năm cùng thu quỹ đạo, cùng ghi nhật ký và cùng xuất mô hình theo một cách, chênh lệch đo được mới nói về môi trường.</a:t>
            </a:r>
          </a:p>
        </p:txBody>
      </p:sp>
      <p:sp>
        <p:nvSpPr>
          <p:cNvPr id="25" name="Rounded Rectangle 24"/>
          <p:cNvSpPr/>
          <p:nvPr/>
        </p:nvSpPr>
        <p:spPr>
          <a:xfrm>
            <a:off x="502920" y="5230368"/>
            <a:ext cx="11201400" cy="969264"/>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5230368"/>
            <a:ext cx="10707624" cy="969264"/>
          </a:xfrm>
          <a:prstGeom prst="rect">
            <a:avLst/>
          </a:prstGeom>
          <a:noFill/>
        </p:spPr>
        <p:txBody>
          <a:bodyPr wrap="square" lIns="0" tIns="0" rIns="0" bIns="0" anchor="ctr">
            <a:spAutoFit/>
          </a:bodyPr>
          <a:lstStyle/>
          <a:p>
            <a:pPr algn="l">
              <a:lnSpc>
                <a:spcPct val="112000"/>
              </a:lnSpc>
              <a:spcBef>
                <a:spcPts val="0"/>
              </a:spcBef>
              <a:spcAft>
                <a:spcPts val="0"/>
              </a:spcAft>
            </a:pPr>
            <a:r>
              <a:rPr sz="1400" b="1" i="0">
                <a:solidFill>
                  <a:srgbClr val="223771"/>
                </a:solidFill>
                <a:latin typeface="Calibri"/>
              </a:rPr>
              <a:t>Mỗi lần chạy dùng 8 khu vực huấn luyện song song trong cùng một cảnh Unity. </a:t>
            </a:r>
            <a:r>
              <a:rPr sz="1400" b="0" i="0">
                <a:solidFill>
                  <a:srgbClr val="2B2B2B"/>
                </a:solidFill>
                <a:latin typeface="Calibri"/>
              </a:rPr>
              <a:t>Mọi số liệu báo cáo đều trích thẳng từ TensorBoard, không làm mượt — biểu đồ nào có làm mượt đều ghi rõ ở chú thích.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Ba môi trường đại diện ba dạng bài toán</a:t>
            </a:r>
          </a:p>
        </p:txBody>
      </p:sp>
      <p:sp>
        <p:nvSpPr>
          <p:cNvPr id="3" name="Rounded Rectangle 2"/>
          <p:cNvSpPr/>
          <p:nvPr/>
        </p:nvSpPr>
        <p:spPr>
          <a:xfrm>
            <a:off x="502920" y="1060704"/>
            <a:ext cx="5449824"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5449824"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Ba dạng bài toán, ba nhóm thách thức thiết kế khác hẳn nhau</a:t>
            </a:r>
          </a:p>
        </p:txBody>
      </p:sp>
      <p:sp>
        <p:nvSpPr>
          <p:cNvPr id="5" name="Rounded Rectangle 4"/>
          <p:cNvSpPr/>
          <p:nvPr/>
        </p:nvSpPr>
        <p:spPr>
          <a:xfrm>
            <a:off x="502920" y="1609344"/>
            <a:ext cx="3611880" cy="431596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667512" y="1773936"/>
            <a:ext cx="3282696"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env_football.png"/>
          <p:cNvPicPr>
            <a:picLocks noChangeAspect="1"/>
          </p:cNvPicPr>
          <p:nvPr/>
        </p:nvPicPr>
        <p:blipFill>
          <a:blip r:embed="rId2"/>
          <a:stretch>
            <a:fillRect/>
          </a:stretch>
        </p:blipFill>
        <p:spPr>
          <a:xfrm>
            <a:off x="713232" y="1836515"/>
            <a:ext cx="3191256" cy="1795081"/>
          </a:xfrm>
          <a:prstGeom prst="rect">
            <a:avLst/>
          </a:prstGeom>
        </p:spPr>
      </p:pic>
      <p:sp>
        <p:nvSpPr>
          <p:cNvPr id="8" name="TextBox 7"/>
          <p:cNvSpPr txBox="1"/>
          <p:nvPr/>
        </p:nvSpPr>
        <p:spPr>
          <a:xfrm>
            <a:off x="740664" y="3785615"/>
            <a:ext cx="3136392" cy="310896"/>
          </a:xfrm>
          <a:prstGeom prst="rect">
            <a:avLst/>
          </a:prstGeom>
          <a:noFill/>
        </p:spPr>
        <p:txBody>
          <a:bodyPr wrap="none" lIns="0" tIns="0" rIns="0" bIns="0" anchor="t">
            <a:spAutoFit/>
          </a:bodyPr>
          <a:lstStyle/>
          <a:p>
            <a:pPr algn="l">
              <a:lnSpc>
                <a:spcPct val="100000"/>
              </a:lnSpc>
              <a:spcBef>
                <a:spcPts val="0"/>
              </a:spcBef>
              <a:spcAft>
                <a:spcPts val="0"/>
              </a:spcAft>
            </a:pPr>
            <a:r>
              <a:rPr sz="1700" b="1" i="0">
                <a:solidFill>
                  <a:srgbClr val="223771"/>
                </a:solidFill>
                <a:latin typeface="Calibri"/>
              </a:rPr>
              <a:t>Football Table</a:t>
            </a:r>
          </a:p>
        </p:txBody>
      </p:sp>
      <p:sp>
        <p:nvSpPr>
          <p:cNvPr id="9" name="TextBox 8"/>
          <p:cNvSpPr txBox="1"/>
          <p:nvPr/>
        </p:nvSpPr>
        <p:spPr>
          <a:xfrm>
            <a:off x="740664" y="4114800"/>
            <a:ext cx="3136392" cy="256032"/>
          </a:xfrm>
          <a:prstGeom prst="rect">
            <a:avLst/>
          </a:prstGeom>
          <a:noFill/>
        </p:spPr>
        <p:txBody>
          <a:bodyPr wrap="none" lIns="0" tIns="0" rIns="0" bIns="0" anchor="t">
            <a:spAutoFit/>
          </a:bodyPr>
          <a:lstStyle/>
          <a:p>
            <a:pPr algn="l">
              <a:lnSpc>
                <a:spcPct val="100000"/>
              </a:lnSpc>
              <a:spcBef>
                <a:spcPts val="0"/>
              </a:spcBef>
              <a:spcAft>
                <a:spcPts val="0"/>
              </a:spcAft>
            </a:pPr>
            <a:r>
              <a:rPr sz="1150" b="1" i="0">
                <a:solidFill>
                  <a:srgbClr val="2E86C1"/>
                </a:solidFill>
                <a:latin typeface="Calibri"/>
              </a:rPr>
              <a:t>ĐỐI KHÁNG 1-1</a:t>
            </a:r>
          </a:p>
        </p:txBody>
      </p:sp>
      <p:sp>
        <p:nvSpPr>
          <p:cNvPr id="10" name="TextBox 9"/>
          <p:cNvSpPr txBox="1"/>
          <p:nvPr/>
        </p:nvSpPr>
        <p:spPr>
          <a:xfrm>
            <a:off x="740664" y="4443984"/>
            <a:ext cx="3136392" cy="1335024"/>
          </a:xfrm>
          <a:prstGeom prst="rect">
            <a:avLst/>
          </a:prstGeom>
          <a:noFill/>
        </p:spPr>
        <p:txBody>
          <a:bodyPr wrap="square" lIns="0" tIns="0" rIns="0" bIns="0">
            <a:spAutoFit/>
          </a:bodyPr>
          <a:lstStyle/>
          <a:p>
            <a:pPr marL="219456" indent="-219456">
              <a:lnSpc>
                <a:spcPct val="108000"/>
              </a:lnSpc>
              <a:spcBef>
                <a:spcPts val="0"/>
              </a:spcBef>
              <a:spcAft>
                <a:spcPts val="700"/>
              </a:spcAft>
              <a:buClr>
                <a:srgbClr val="F26522"/>
              </a:buClr>
              <a:buFont typeface="Calibri"/>
              <a:buChar char="–"/>
            </a:pPr>
            <a:r>
              <a:rPr sz="1350">
                <a:solidFill>
                  <a:srgbClr val="2B2B2B"/>
                </a:solidFill>
                <a:latin typeface="Calibri"/>
              </a:rPr>
              <a:t>Hành động liên tục 8 chiều · quan sát 60 giá trị</a:t>
            </a:r>
          </a:p>
          <a:p>
            <a:pPr marL="219456" indent="-219456">
              <a:lnSpc>
                <a:spcPct val="108000"/>
              </a:lnSpc>
              <a:spcBef>
                <a:spcPts val="0"/>
              </a:spcBef>
              <a:spcAft>
                <a:spcPts val="700"/>
              </a:spcAft>
              <a:buClr>
                <a:srgbClr val="F26522"/>
              </a:buClr>
              <a:buFont typeface="Calibri"/>
              <a:buChar char="–"/>
            </a:pPr>
            <a:r>
              <a:rPr sz="1350">
                <a:solidFill>
                  <a:srgbClr val="2B2B2B"/>
                </a:solidFill>
                <a:latin typeface="Calibri"/>
              </a:rPr>
              <a:t>Cơ chế tự chơi, đo tiến bộ bằng chỉ số ELO</a:t>
            </a:r>
          </a:p>
          <a:p>
            <a:pPr marL="219456" indent="-219456">
              <a:lnSpc>
                <a:spcPct val="108000"/>
              </a:lnSpc>
              <a:spcBef>
                <a:spcPts val="0"/>
              </a:spcBef>
              <a:spcAft>
                <a:spcPts val="0"/>
              </a:spcAft>
              <a:buClr>
                <a:srgbClr val="F26522"/>
              </a:buClr>
              <a:buFont typeface="Calibri"/>
              <a:buChar char="–"/>
            </a:pPr>
            <a:r>
              <a:rPr sz="1350">
                <a:solidFill>
                  <a:srgbClr val="2B2B2B"/>
                </a:solidFill>
                <a:latin typeface="Calibri"/>
              </a:rPr>
              <a:t>Thách thức: gán công lao trong tự chơi</a:t>
            </a:r>
          </a:p>
        </p:txBody>
      </p:sp>
      <p:sp>
        <p:nvSpPr>
          <p:cNvPr id="11" name="Rounded Rectangle 10"/>
          <p:cNvSpPr/>
          <p:nvPr/>
        </p:nvSpPr>
        <p:spPr>
          <a:xfrm>
            <a:off x="4297680" y="1609344"/>
            <a:ext cx="3611880" cy="431596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462272" y="1773936"/>
            <a:ext cx="3282696"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env_puzzle.png"/>
          <p:cNvPicPr>
            <a:picLocks noChangeAspect="1"/>
          </p:cNvPicPr>
          <p:nvPr/>
        </p:nvPicPr>
        <p:blipFill>
          <a:blip r:embed="rId3"/>
          <a:stretch>
            <a:fillRect/>
          </a:stretch>
        </p:blipFill>
        <p:spPr>
          <a:xfrm>
            <a:off x="4507992" y="1836515"/>
            <a:ext cx="3191256" cy="1795081"/>
          </a:xfrm>
          <a:prstGeom prst="rect">
            <a:avLst/>
          </a:prstGeom>
        </p:spPr>
      </p:pic>
      <p:sp>
        <p:nvSpPr>
          <p:cNvPr id="14" name="TextBox 13"/>
          <p:cNvSpPr txBox="1"/>
          <p:nvPr/>
        </p:nvSpPr>
        <p:spPr>
          <a:xfrm>
            <a:off x="4535424" y="3785615"/>
            <a:ext cx="3136392" cy="310896"/>
          </a:xfrm>
          <a:prstGeom prst="rect">
            <a:avLst/>
          </a:prstGeom>
          <a:noFill/>
        </p:spPr>
        <p:txBody>
          <a:bodyPr wrap="none" lIns="0" tIns="0" rIns="0" bIns="0" anchor="t">
            <a:spAutoFit/>
          </a:bodyPr>
          <a:lstStyle/>
          <a:p>
            <a:pPr algn="l">
              <a:lnSpc>
                <a:spcPct val="100000"/>
              </a:lnSpc>
              <a:spcBef>
                <a:spcPts val="0"/>
              </a:spcBef>
              <a:spcAft>
                <a:spcPts val="0"/>
              </a:spcAft>
            </a:pPr>
            <a:r>
              <a:rPr sz="1700" b="1" i="0">
                <a:solidFill>
                  <a:srgbClr val="223771"/>
                </a:solidFill>
                <a:latin typeface="Calibri"/>
              </a:rPr>
              <a:t>Capture The Flag</a:t>
            </a:r>
          </a:p>
        </p:txBody>
      </p:sp>
      <p:sp>
        <p:nvSpPr>
          <p:cNvPr id="15" name="TextBox 14"/>
          <p:cNvSpPr txBox="1"/>
          <p:nvPr/>
        </p:nvSpPr>
        <p:spPr>
          <a:xfrm>
            <a:off x="4535424" y="4114800"/>
            <a:ext cx="3136392" cy="256032"/>
          </a:xfrm>
          <a:prstGeom prst="rect">
            <a:avLst/>
          </a:prstGeom>
          <a:noFill/>
        </p:spPr>
        <p:txBody>
          <a:bodyPr wrap="none" lIns="0" tIns="0" rIns="0" bIns="0" anchor="t">
            <a:spAutoFit/>
          </a:bodyPr>
          <a:lstStyle/>
          <a:p>
            <a:pPr algn="l">
              <a:lnSpc>
                <a:spcPct val="100000"/>
              </a:lnSpc>
              <a:spcBef>
                <a:spcPts val="0"/>
              </a:spcBef>
              <a:spcAft>
                <a:spcPts val="0"/>
              </a:spcAft>
            </a:pPr>
            <a:r>
              <a:rPr sz="1150" b="1" i="0">
                <a:solidFill>
                  <a:srgbClr val="7D3C98"/>
                </a:solidFill>
                <a:latin typeface="Calibri"/>
              </a:rPr>
              <a:t>HỢP TÁC HAI TÁC NHÂN</a:t>
            </a:r>
          </a:p>
        </p:txBody>
      </p:sp>
      <p:sp>
        <p:nvSpPr>
          <p:cNvPr id="16" name="TextBox 15"/>
          <p:cNvSpPr txBox="1"/>
          <p:nvPr/>
        </p:nvSpPr>
        <p:spPr>
          <a:xfrm>
            <a:off x="4535424" y="4443984"/>
            <a:ext cx="3136392" cy="1335024"/>
          </a:xfrm>
          <a:prstGeom prst="rect">
            <a:avLst/>
          </a:prstGeom>
          <a:noFill/>
        </p:spPr>
        <p:txBody>
          <a:bodyPr wrap="square" lIns="0" tIns="0" rIns="0" bIns="0">
            <a:spAutoFit/>
          </a:bodyPr>
          <a:lstStyle/>
          <a:p>
            <a:pPr marL="219456" indent="-219456">
              <a:lnSpc>
                <a:spcPct val="108000"/>
              </a:lnSpc>
              <a:spcBef>
                <a:spcPts val="0"/>
              </a:spcBef>
              <a:spcAft>
                <a:spcPts val="700"/>
              </a:spcAft>
              <a:buClr>
                <a:srgbClr val="F26522"/>
              </a:buClr>
              <a:buFont typeface="Calibri"/>
              <a:buChar char="–"/>
            </a:pPr>
            <a:r>
              <a:rPr sz="1350">
                <a:solidFill>
                  <a:srgbClr val="2B2B2B"/>
                </a:solidFill>
                <a:latin typeface="Calibri"/>
              </a:rPr>
              <a:t>7 hành động rời rạc · quan sát 61 giá trị</a:t>
            </a:r>
          </a:p>
          <a:p>
            <a:pPr marL="219456" indent="-219456">
              <a:lnSpc>
                <a:spcPct val="108000"/>
              </a:lnSpc>
              <a:spcBef>
                <a:spcPts val="0"/>
              </a:spcBef>
              <a:spcAft>
                <a:spcPts val="700"/>
              </a:spcAft>
              <a:buClr>
                <a:srgbClr val="F26522"/>
              </a:buClr>
              <a:buFont typeface="Calibri"/>
              <a:buChar char="–"/>
            </a:pPr>
            <a:r>
              <a:rPr sz="1350">
                <a:solidFill>
                  <a:srgbClr val="2B2B2B"/>
                </a:solidFill>
                <a:latin typeface="Calibri"/>
              </a:rPr>
              <a:t>Phần thưởng nhóm kèm học theo chương trình</a:t>
            </a:r>
          </a:p>
          <a:p>
            <a:pPr marL="219456" indent="-219456">
              <a:lnSpc>
                <a:spcPct val="108000"/>
              </a:lnSpc>
              <a:spcBef>
                <a:spcPts val="0"/>
              </a:spcBef>
              <a:spcAft>
                <a:spcPts val="0"/>
              </a:spcAft>
              <a:buClr>
                <a:srgbClr val="F26522"/>
              </a:buClr>
              <a:buFont typeface="Calibri"/>
              <a:buChar char="–"/>
            </a:pPr>
            <a:r>
              <a:rPr sz="1350">
                <a:solidFill>
                  <a:srgbClr val="2B2B2B"/>
                </a:solidFill>
                <a:latin typeface="Calibri"/>
              </a:rPr>
              <a:t>Thách thức: gán công lao cho cả nhóm</a:t>
            </a:r>
          </a:p>
        </p:txBody>
      </p:sp>
      <p:sp>
        <p:nvSpPr>
          <p:cNvPr id="17" name="Rounded Rectangle 16"/>
          <p:cNvSpPr/>
          <p:nvPr/>
        </p:nvSpPr>
        <p:spPr>
          <a:xfrm>
            <a:off x="8092440" y="1609344"/>
            <a:ext cx="3611880" cy="431596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257032" y="1773936"/>
            <a:ext cx="3282696"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env_crossroad.png"/>
          <p:cNvPicPr>
            <a:picLocks noChangeAspect="1"/>
          </p:cNvPicPr>
          <p:nvPr/>
        </p:nvPicPr>
        <p:blipFill>
          <a:blip r:embed="rId4"/>
          <a:stretch>
            <a:fillRect/>
          </a:stretch>
        </p:blipFill>
        <p:spPr>
          <a:xfrm>
            <a:off x="8302752" y="1836515"/>
            <a:ext cx="3191256" cy="1795081"/>
          </a:xfrm>
          <a:prstGeom prst="rect">
            <a:avLst/>
          </a:prstGeom>
        </p:spPr>
      </p:pic>
      <p:sp>
        <p:nvSpPr>
          <p:cNvPr id="20" name="TextBox 19"/>
          <p:cNvSpPr txBox="1"/>
          <p:nvPr/>
        </p:nvSpPr>
        <p:spPr>
          <a:xfrm>
            <a:off x="8330184" y="3785615"/>
            <a:ext cx="3136392" cy="310896"/>
          </a:xfrm>
          <a:prstGeom prst="rect">
            <a:avLst/>
          </a:prstGeom>
          <a:noFill/>
        </p:spPr>
        <p:txBody>
          <a:bodyPr wrap="none" lIns="0" tIns="0" rIns="0" bIns="0" anchor="t">
            <a:spAutoFit/>
          </a:bodyPr>
          <a:lstStyle/>
          <a:p>
            <a:pPr algn="l">
              <a:lnSpc>
                <a:spcPct val="100000"/>
              </a:lnSpc>
              <a:spcBef>
                <a:spcPts val="0"/>
              </a:spcBef>
              <a:spcAft>
                <a:spcPts val="0"/>
              </a:spcAft>
            </a:pPr>
            <a:r>
              <a:rPr sz="1700" b="1" i="0">
                <a:solidFill>
                  <a:srgbClr val="223771"/>
                </a:solidFill>
                <a:latin typeface="Calibri"/>
              </a:rPr>
              <a:t>Cross The Road</a:t>
            </a:r>
          </a:p>
        </p:txBody>
      </p:sp>
      <p:sp>
        <p:nvSpPr>
          <p:cNvPr id="21" name="TextBox 20"/>
          <p:cNvSpPr txBox="1"/>
          <p:nvPr/>
        </p:nvSpPr>
        <p:spPr>
          <a:xfrm>
            <a:off x="8330184" y="4114800"/>
            <a:ext cx="3136392" cy="256032"/>
          </a:xfrm>
          <a:prstGeom prst="rect">
            <a:avLst/>
          </a:prstGeom>
          <a:noFill/>
        </p:spPr>
        <p:txBody>
          <a:bodyPr wrap="none" lIns="0" tIns="0" rIns="0" bIns="0" anchor="t">
            <a:spAutoFit/>
          </a:bodyPr>
          <a:lstStyle/>
          <a:p>
            <a:pPr algn="l">
              <a:lnSpc>
                <a:spcPct val="100000"/>
              </a:lnSpc>
              <a:spcBef>
                <a:spcPts val="0"/>
              </a:spcBef>
              <a:spcAft>
                <a:spcPts val="0"/>
              </a:spcAft>
            </a:pPr>
            <a:r>
              <a:rPr sz="1150" b="1" i="0">
                <a:solidFill>
                  <a:srgbClr val="27924F"/>
                </a:solidFill>
                <a:latin typeface="Calibri"/>
              </a:rPr>
              <a:t>ĐIỀU HƯỚNG ĐƠN TÁC NHÂN</a:t>
            </a:r>
          </a:p>
        </p:txBody>
      </p:sp>
      <p:sp>
        <p:nvSpPr>
          <p:cNvPr id="22" name="TextBox 21"/>
          <p:cNvSpPr txBox="1"/>
          <p:nvPr/>
        </p:nvSpPr>
        <p:spPr>
          <a:xfrm>
            <a:off x="8330184" y="4443984"/>
            <a:ext cx="3136392" cy="1335024"/>
          </a:xfrm>
          <a:prstGeom prst="rect">
            <a:avLst/>
          </a:prstGeom>
          <a:noFill/>
        </p:spPr>
        <p:txBody>
          <a:bodyPr wrap="square" lIns="0" tIns="0" rIns="0" bIns="0">
            <a:spAutoFit/>
          </a:bodyPr>
          <a:lstStyle/>
          <a:p>
            <a:pPr marL="219456" indent="-219456">
              <a:lnSpc>
                <a:spcPct val="108000"/>
              </a:lnSpc>
              <a:spcBef>
                <a:spcPts val="0"/>
              </a:spcBef>
              <a:spcAft>
                <a:spcPts val="700"/>
              </a:spcAft>
              <a:buClr>
                <a:srgbClr val="F26522"/>
              </a:buClr>
              <a:buFont typeface="Calibri"/>
              <a:buChar char="–"/>
            </a:pPr>
            <a:r>
              <a:rPr sz="1350">
                <a:solidFill>
                  <a:srgbClr val="2B2B2B"/>
                </a:solidFill>
                <a:latin typeface="Calibri"/>
              </a:rPr>
              <a:t>4 hành động rời rạc · quan sát 132 giá trị</a:t>
            </a:r>
          </a:p>
          <a:p>
            <a:pPr marL="219456" indent="-219456">
              <a:lnSpc>
                <a:spcPct val="108000"/>
              </a:lnSpc>
              <a:spcBef>
                <a:spcPts val="0"/>
              </a:spcBef>
              <a:spcAft>
                <a:spcPts val="700"/>
              </a:spcAft>
              <a:buClr>
                <a:srgbClr val="F26522"/>
              </a:buClr>
              <a:buFont typeface="Calibri"/>
              <a:buChar char="–"/>
            </a:pPr>
            <a:r>
              <a:rPr sz="1350">
                <a:solidFill>
                  <a:srgbClr val="2B2B2B"/>
                </a:solidFill>
                <a:latin typeface="Calibri"/>
              </a:rPr>
              <a:t>Phần thưởng thưa, không giới hạn số bước</a:t>
            </a:r>
          </a:p>
          <a:p>
            <a:pPr marL="219456" indent="-219456">
              <a:lnSpc>
                <a:spcPct val="108000"/>
              </a:lnSpc>
              <a:spcBef>
                <a:spcPts val="0"/>
              </a:spcBef>
              <a:spcAft>
                <a:spcPts val="0"/>
              </a:spcAft>
              <a:buClr>
                <a:srgbClr val="F26522"/>
              </a:buClr>
              <a:buFont typeface="Calibri"/>
              <a:buChar char="–"/>
            </a:pPr>
            <a:r>
              <a:rPr sz="1350">
                <a:solidFill>
                  <a:srgbClr val="2B2B2B"/>
                </a:solidFill>
                <a:latin typeface="Calibri"/>
              </a:rPr>
              <a:t>Thách thức: chống chính sách tự đóng băng</a:t>
            </a:r>
          </a:p>
        </p:txBody>
      </p:sp>
      <p:sp>
        <p:nvSpPr>
          <p:cNvPr id="23" name="TextBox 22"/>
          <p:cNvSpPr txBox="1"/>
          <p:nvPr/>
        </p:nvSpPr>
        <p:spPr>
          <a:xfrm>
            <a:off x="502920" y="6016752"/>
            <a:ext cx="1120140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Ảnh chụp trực tiếp trong Unity. Cả ba môi trường chạy trên cùng phần cứng và cùng đường ống đo.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Trọng tâm thiết kế — hàm phần thưởng</a:t>
            </a:r>
          </a:p>
        </p:txBody>
      </p:sp>
      <p:sp>
        <p:nvSpPr>
          <p:cNvPr id="3" name="Rounded Rectangle 2"/>
          <p:cNvSpPr/>
          <p:nvPr/>
        </p:nvSpPr>
        <p:spPr>
          <a:xfrm>
            <a:off x="502920" y="1060704"/>
            <a:ext cx="5632704"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5632704"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Thành phần khó thiết kế nhất của một hệ thống học tăng cường</a:t>
            </a:r>
          </a:p>
        </p:txBody>
      </p:sp>
      <p:sp>
        <p:nvSpPr>
          <p:cNvPr id="5" name="Rounded Rectangle 4"/>
          <p:cNvSpPr/>
          <p:nvPr/>
        </p:nvSpPr>
        <p:spPr>
          <a:xfrm>
            <a:off x="502920" y="1609344"/>
            <a:ext cx="4846320" cy="213969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755648"/>
            <a:ext cx="4389120" cy="365760"/>
          </a:xfrm>
          <a:prstGeom prst="rect">
            <a:avLst/>
          </a:prstGeom>
          <a:noFill/>
        </p:spPr>
        <p:txBody>
          <a:bodyPr wrap="none" lIns="0" tIns="0" rIns="0" bIns="0" anchor="t">
            <a:spAutoFit/>
          </a:bodyPr>
          <a:lstStyle/>
          <a:p>
            <a:pPr algn="ctr">
              <a:lnSpc>
                <a:spcPct val="100000"/>
              </a:lnSpc>
              <a:spcBef>
                <a:spcPts val="0"/>
              </a:spcBef>
              <a:spcAft>
                <a:spcPts val="0"/>
              </a:spcAft>
            </a:pPr>
            <a:r>
              <a:rPr sz="1550" b="1" i="0">
                <a:solidFill>
                  <a:srgbClr val="223771"/>
                </a:solidFill>
                <a:latin typeface="Calibri"/>
              </a:rPr>
              <a:t>R(s, a, s′)  =  R</a:t>
            </a:r>
            <a:r>
              <a:rPr sz="1550" b="1" i="0" baseline="-25000">
                <a:solidFill>
                  <a:srgbClr val="223771"/>
                </a:solidFill>
                <a:latin typeface="Calibri"/>
              </a:rPr>
              <a:t>mt</a:t>
            </a:r>
            <a:r>
              <a:rPr sz="1550" b="1" i="0">
                <a:solidFill>
                  <a:srgbClr val="223771"/>
                </a:solidFill>
                <a:latin typeface="Calibri"/>
              </a:rPr>
              <a:t>(s′)  +  F(s, s′)  +  R</a:t>
            </a:r>
            <a:r>
              <a:rPr sz="1550" b="1" i="0" baseline="-25000">
                <a:solidFill>
                  <a:srgbClr val="223771"/>
                </a:solidFill>
                <a:latin typeface="Calibri"/>
              </a:rPr>
              <a:t>b</a:t>
            </a:r>
            <a:r>
              <a:rPr sz="1550" b="1" i="0">
                <a:solidFill>
                  <a:srgbClr val="223771"/>
                </a:solidFill>
                <a:latin typeface="Calibri"/>
              </a:rPr>
              <a:t>(s)</a:t>
            </a:r>
          </a:p>
        </p:txBody>
      </p:sp>
      <p:sp>
        <p:nvSpPr>
          <p:cNvPr id="7" name="TextBox 6"/>
          <p:cNvSpPr txBox="1"/>
          <p:nvPr/>
        </p:nvSpPr>
        <p:spPr>
          <a:xfrm>
            <a:off x="731520" y="2212848"/>
            <a:ext cx="4389120" cy="475488"/>
          </a:xfrm>
          <a:prstGeom prst="rect">
            <a:avLst/>
          </a:prstGeom>
          <a:noFill/>
        </p:spPr>
        <p:txBody>
          <a:bodyPr wrap="square" lIns="0" tIns="0" rIns="0" bIns="0" anchor="t">
            <a:spAutoFit/>
          </a:bodyPr>
          <a:lstStyle/>
          <a:p>
            <a:pPr algn="l">
              <a:lnSpc>
                <a:spcPct val="106000"/>
              </a:lnSpc>
              <a:spcBef>
                <a:spcPts val="0"/>
              </a:spcBef>
              <a:spcAft>
                <a:spcPts val="0"/>
              </a:spcAft>
            </a:pPr>
            <a:r>
              <a:rPr sz="1300" b="1" i="0">
                <a:solidFill>
                  <a:srgbClr val="F26522"/>
                </a:solidFill>
                <a:latin typeface="Calibri"/>
              </a:rPr>
              <a:t>R</a:t>
            </a:r>
            <a:r>
              <a:rPr sz="1300" b="1" i="0" baseline="-25000">
                <a:solidFill>
                  <a:srgbClr val="F26522"/>
                </a:solidFill>
                <a:latin typeface="Calibri"/>
              </a:rPr>
              <a:t>mt</a:t>
            </a:r>
            <a:r>
              <a:rPr sz="1300" b="1" i="0">
                <a:solidFill>
                  <a:srgbClr val="F26522"/>
                </a:solidFill>
                <a:latin typeface="Calibri"/>
              </a:rPr>
              <a:t> · mục tiêu  </a:t>
            </a:r>
            <a:r>
              <a:rPr sz="1300" b="0" i="0">
                <a:solidFill>
                  <a:srgbClr val="2B2B2B"/>
                </a:solidFill>
                <a:latin typeface="Calibri"/>
              </a:rPr>
              <a:t>thưa, chỉ khác không tại cột mốc — thành phần định nghĩa bài toán</a:t>
            </a:r>
          </a:p>
        </p:txBody>
      </p:sp>
      <p:sp>
        <p:nvSpPr>
          <p:cNvPr id="8" name="TextBox 7"/>
          <p:cNvSpPr txBox="1"/>
          <p:nvPr/>
        </p:nvSpPr>
        <p:spPr>
          <a:xfrm>
            <a:off x="731520" y="2724912"/>
            <a:ext cx="4389120" cy="475488"/>
          </a:xfrm>
          <a:prstGeom prst="rect">
            <a:avLst/>
          </a:prstGeom>
          <a:noFill/>
        </p:spPr>
        <p:txBody>
          <a:bodyPr wrap="square" lIns="0" tIns="0" rIns="0" bIns="0" anchor="t">
            <a:spAutoFit/>
          </a:bodyPr>
          <a:lstStyle/>
          <a:p>
            <a:pPr algn="l">
              <a:lnSpc>
                <a:spcPct val="106000"/>
              </a:lnSpc>
              <a:spcBef>
                <a:spcPts val="0"/>
              </a:spcBef>
              <a:spcAft>
                <a:spcPts val="0"/>
              </a:spcAft>
            </a:pPr>
            <a:r>
              <a:rPr sz="1300" b="1" i="0">
                <a:solidFill>
                  <a:srgbClr val="F26522"/>
                </a:solidFill>
                <a:latin typeface="Calibri"/>
              </a:rPr>
              <a:t>F</a:t>
            </a:r>
            <a:r>
              <a:rPr sz="1300" b="1" i="0">
                <a:solidFill>
                  <a:srgbClr val="F26522"/>
                </a:solidFill>
                <a:latin typeface="Calibri"/>
              </a:rPr>
              <a:t> · định hình thế năng  </a:t>
            </a:r>
            <a:r>
              <a:rPr sz="1300" b="0" i="0">
                <a:solidFill>
                  <a:srgbClr val="2B2B2B"/>
                </a:solidFill>
                <a:latin typeface="Calibri"/>
              </a:rPr>
              <a:t>F = γΦ(s′) − Φ(s), bảo đảm không đổi lời giải tối ưu</a:t>
            </a:r>
          </a:p>
        </p:txBody>
      </p:sp>
      <p:sp>
        <p:nvSpPr>
          <p:cNvPr id="9" name="TextBox 8"/>
          <p:cNvSpPr txBox="1"/>
          <p:nvPr/>
        </p:nvSpPr>
        <p:spPr>
          <a:xfrm>
            <a:off x="731520" y="3236976"/>
            <a:ext cx="4389120" cy="475488"/>
          </a:xfrm>
          <a:prstGeom prst="rect">
            <a:avLst/>
          </a:prstGeom>
          <a:noFill/>
        </p:spPr>
        <p:txBody>
          <a:bodyPr wrap="square" lIns="0" tIns="0" rIns="0" bIns="0" anchor="t">
            <a:spAutoFit/>
          </a:bodyPr>
          <a:lstStyle/>
          <a:p>
            <a:pPr algn="l">
              <a:lnSpc>
                <a:spcPct val="106000"/>
              </a:lnSpc>
              <a:spcBef>
                <a:spcPts val="0"/>
              </a:spcBef>
              <a:spcAft>
                <a:spcPts val="0"/>
              </a:spcAft>
            </a:pPr>
            <a:r>
              <a:rPr sz="1300" b="1" i="0">
                <a:solidFill>
                  <a:srgbClr val="F26522"/>
                </a:solidFill>
                <a:latin typeface="Calibri"/>
              </a:rPr>
              <a:t>R</a:t>
            </a:r>
            <a:r>
              <a:rPr sz="1300" b="1" i="0" baseline="-25000">
                <a:solidFill>
                  <a:srgbClr val="F26522"/>
                </a:solidFill>
                <a:latin typeface="Calibri"/>
              </a:rPr>
              <a:t>b</a:t>
            </a:r>
            <a:r>
              <a:rPr sz="1300" b="1" i="0">
                <a:solidFill>
                  <a:srgbClr val="F26522"/>
                </a:solidFill>
                <a:latin typeface="Calibri"/>
              </a:rPr>
              <a:t> · theo bước  </a:t>
            </a:r>
            <a:r>
              <a:rPr sz="1300" b="0" i="0">
                <a:solidFill>
                  <a:srgbClr val="2B2B2B"/>
                </a:solidFill>
                <a:latin typeface="Calibri"/>
              </a:rPr>
              <a:t>dày, mỗi bước — nơi phát sinh lợi dụng phần thưởng</a:t>
            </a:r>
          </a:p>
        </p:txBody>
      </p:sp>
      <p:sp>
        <p:nvSpPr>
          <p:cNvPr id="10" name="Rounded Rectangle 9"/>
          <p:cNvSpPr/>
          <p:nvPr/>
        </p:nvSpPr>
        <p:spPr>
          <a:xfrm>
            <a:off x="5623560" y="1609344"/>
            <a:ext cx="6080760" cy="213969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52160" y="1755648"/>
            <a:ext cx="5623560" cy="256032"/>
          </a:xfrm>
          <a:prstGeom prst="rect">
            <a:avLst/>
          </a:prstGeom>
          <a:noFill/>
        </p:spPr>
        <p:txBody>
          <a:bodyPr wrap="none" lIns="0" tIns="0" rIns="0" bIns="0" anchor="t">
            <a:spAutoFit/>
          </a:bodyPr>
          <a:lstStyle/>
          <a:p>
            <a:pPr algn="ctr">
              <a:lnSpc>
                <a:spcPct val="100000"/>
              </a:lnSpc>
              <a:spcBef>
                <a:spcPts val="0"/>
              </a:spcBef>
              <a:spcAft>
                <a:spcPts val="0"/>
              </a:spcAft>
            </a:pPr>
            <a:r>
              <a:rPr sz="1250" b="1" i="0">
                <a:solidFill>
                  <a:srgbClr val="F26522"/>
                </a:solidFill>
                <a:latin typeface="Calibri"/>
              </a:rPr>
              <a:t>ĐẶC TẢ ĐI THEO MỘT CHIỀU DUY NHẤT</a:t>
            </a:r>
          </a:p>
        </p:txBody>
      </p:sp>
      <p:sp>
        <p:nvSpPr>
          <p:cNvPr id="12" name="Rounded Rectangle 11"/>
          <p:cNvSpPr/>
          <p:nvPr/>
        </p:nvSpPr>
        <p:spPr>
          <a:xfrm>
            <a:off x="5852160" y="2139696"/>
            <a:ext cx="1755648" cy="950976"/>
          </a:xfrm>
          <a:prstGeom prst="roundRect">
            <a:avLst>
              <a:gd name="adj" fmla="val 10000"/>
            </a:avLst>
          </a:prstGeom>
          <a:solidFill>
            <a:srgbClr val="FFFFFF"/>
          </a:solidFill>
          <a:ln w="12700">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925312" y="2212848"/>
            <a:ext cx="1609344" cy="804672"/>
          </a:xfrm>
          <a:prstGeom prst="rect">
            <a:avLst/>
          </a:prstGeom>
          <a:noFill/>
        </p:spPr>
        <p:txBody>
          <a:bodyPr wrap="square" lIns="0" tIns="0" rIns="0" bIns="0" anchor="ctr">
            <a:spAutoFit/>
          </a:bodyPr>
          <a:lstStyle/>
          <a:p>
            <a:pPr algn="ctr">
              <a:lnSpc>
                <a:spcPct val="100000"/>
              </a:lnSpc>
              <a:spcBef>
                <a:spcPts val="0"/>
              </a:spcBef>
              <a:spcAft>
                <a:spcPts val="300"/>
              </a:spcAft>
            </a:pPr>
            <a:r>
              <a:rPr sz="1150" b="1" i="0">
                <a:solidFill>
                  <a:srgbClr val="223771"/>
                </a:solidFill>
                <a:latin typeface="Calibri"/>
              </a:rPr>
              <a:t>HÀNH VI MỤC TIÊU</a:t>
            </a:r>
          </a:p>
          <a:p>
            <a:pPr algn="ctr">
              <a:lnSpc>
                <a:spcPct val="102000"/>
              </a:lnSpc>
              <a:spcBef>
                <a:spcPts val="0"/>
              </a:spcBef>
              <a:spcAft>
                <a:spcPts val="0"/>
              </a:spcAft>
            </a:pPr>
            <a:r>
              <a:rPr sz="1000" b="0" i="0">
                <a:solidFill>
                  <a:srgbClr val="666E7E"/>
                </a:solidFill>
                <a:latin typeface="Calibri"/>
              </a:rPr>
              <a:t>lời giải mẫu do người thiết kế viết ra</a:t>
            </a:r>
          </a:p>
        </p:txBody>
      </p:sp>
      <p:sp>
        <p:nvSpPr>
          <p:cNvPr id="14" name="Right Arrow 13"/>
          <p:cNvSpPr/>
          <p:nvPr/>
        </p:nvSpPr>
        <p:spPr>
          <a:xfrm>
            <a:off x="7616952" y="2496312"/>
            <a:ext cx="201168" cy="237744"/>
          </a:xfrm>
          <a:prstGeom prst="right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7827264" y="2139696"/>
            <a:ext cx="1755648" cy="950976"/>
          </a:xfrm>
          <a:prstGeom prst="roundRect">
            <a:avLst>
              <a:gd name="adj" fmla="val 10000"/>
            </a:avLst>
          </a:prstGeom>
          <a:solidFill>
            <a:srgbClr val="FFFFFF"/>
          </a:solidFill>
          <a:ln w="12700">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00416" y="2212848"/>
            <a:ext cx="1609344" cy="804672"/>
          </a:xfrm>
          <a:prstGeom prst="rect">
            <a:avLst/>
          </a:prstGeom>
          <a:noFill/>
        </p:spPr>
        <p:txBody>
          <a:bodyPr wrap="square" lIns="0" tIns="0" rIns="0" bIns="0" anchor="ctr">
            <a:spAutoFit/>
          </a:bodyPr>
          <a:lstStyle/>
          <a:p>
            <a:pPr algn="ctr">
              <a:lnSpc>
                <a:spcPct val="100000"/>
              </a:lnSpc>
              <a:spcBef>
                <a:spcPts val="0"/>
              </a:spcBef>
              <a:spcAft>
                <a:spcPts val="300"/>
              </a:spcAft>
            </a:pPr>
            <a:r>
              <a:rPr sz="1150" b="1" i="0">
                <a:solidFill>
                  <a:srgbClr val="223771"/>
                </a:solidFill>
                <a:latin typeface="Calibri"/>
              </a:rPr>
              <a:t>HÀM PHẦN THƯỞNG</a:t>
            </a:r>
          </a:p>
          <a:p>
            <a:pPr algn="ctr">
              <a:lnSpc>
                <a:spcPct val="102000"/>
              </a:lnSpc>
              <a:spcBef>
                <a:spcPts val="0"/>
              </a:spcBef>
              <a:spcAft>
                <a:spcPts val="0"/>
              </a:spcAft>
            </a:pPr>
            <a:r>
              <a:rPr sz="1000" b="0" i="0">
                <a:solidFill>
                  <a:srgbClr val="666E7E"/>
                </a:solidFill>
                <a:latin typeface="Calibri"/>
              </a:rPr>
              <a:t>phát biểu lại hành vi đó bằng số</a:t>
            </a:r>
          </a:p>
        </p:txBody>
      </p:sp>
      <p:sp>
        <p:nvSpPr>
          <p:cNvPr id="17" name="Right Arrow 16"/>
          <p:cNvSpPr/>
          <p:nvPr/>
        </p:nvSpPr>
        <p:spPr>
          <a:xfrm>
            <a:off x="9592056" y="2496312"/>
            <a:ext cx="201168" cy="237744"/>
          </a:xfrm>
          <a:prstGeom prst="rightArrow">
            <a:avLst/>
          </a:prstGeom>
          <a:solidFill>
            <a:srgbClr val="B4B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802368" y="2139696"/>
            <a:ext cx="1755648" cy="950976"/>
          </a:xfrm>
          <a:prstGeom prst="roundRect">
            <a:avLst>
              <a:gd name="adj" fmla="val 10000"/>
            </a:avLst>
          </a:prstGeom>
          <a:solidFill>
            <a:srgbClr val="FFFFFF"/>
          </a:solidFill>
          <a:ln w="12700">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875520" y="2212848"/>
            <a:ext cx="1609344" cy="804672"/>
          </a:xfrm>
          <a:prstGeom prst="rect">
            <a:avLst/>
          </a:prstGeom>
          <a:noFill/>
        </p:spPr>
        <p:txBody>
          <a:bodyPr wrap="square" lIns="0" tIns="0" rIns="0" bIns="0" anchor="ctr">
            <a:spAutoFit/>
          </a:bodyPr>
          <a:lstStyle/>
          <a:p>
            <a:pPr algn="ctr">
              <a:lnSpc>
                <a:spcPct val="100000"/>
              </a:lnSpc>
              <a:spcBef>
                <a:spcPts val="0"/>
              </a:spcBef>
              <a:spcAft>
                <a:spcPts val="300"/>
              </a:spcAft>
            </a:pPr>
            <a:r>
              <a:rPr sz="1150" b="1" i="0">
                <a:solidFill>
                  <a:srgbClr val="223771"/>
                </a:solidFill>
                <a:latin typeface="Calibri"/>
              </a:rPr>
              <a:t>CHÍNH SÁCH HỌC ĐƯỢC</a:t>
            </a:r>
          </a:p>
          <a:p>
            <a:pPr algn="ctr">
              <a:lnSpc>
                <a:spcPct val="102000"/>
              </a:lnSpc>
              <a:spcBef>
                <a:spcPts val="0"/>
              </a:spcBef>
              <a:spcAft>
                <a:spcPts val="0"/>
              </a:spcAft>
            </a:pPr>
            <a:r>
              <a:rPr sz="1000" b="0" i="0">
                <a:solidFill>
                  <a:srgbClr val="666E7E"/>
                </a:solidFill>
                <a:latin typeface="Calibri"/>
              </a:rPr>
              <a:t>hành vi thật mà tác nhân chọn</a:t>
            </a:r>
          </a:p>
        </p:txBody>
      </p:sp>
      <p:sp>
        <p:nvSpPr>
          <p:cNvPr id="20" name="TextBox 19"/>
          <p:cNvSpPr txBox="1"/>
          <p:nvPr/>
        </p:nvSpPr>
        <p:spPr>
          <a:xfrm>
            <a:off x="5852160" y="3200400"/>
            <a:ext cx="5623560" cy="420624"/>
          </a:xfrm>
          <a:prstGeom prst="rect">
            <a:avLst/>
          </a:prstGeom>
          <a:noFill/>
        </p:spPr>
        <p:txBody>
          <a:bodyPr wrap="square" lIns="0" tIns="0" rIns="0" bIns="0" anchor="t">
            <a:spAutoFit/>
          </a:bodyPr>
          <a:lstStyle/>
          <a:p>
            <a:pPr algn="ctr">
              <a:lnSpc>
                <a:spcPct val="106000"/>
              </a:lnSpc>
              <a:spcBef>
                <a:spcPts val="0"/>
              </a:spcBef>
              <a:spcAft>
                <a:spcPts val="0"/>
              </a:spcAft>
            </a:pPr>
            <a:r>
              <a:rPr sz="1150" b="0" i="1">
                <a:solidFill>
                  <a:srgbClr val="666E7E"/>
                </a:solidFill>
                <a:latin typeface="Calibri"/>
              </a:rPr>
              <a:t>Sai lệch chỉ lộ ra ở bước cuối: quan sát hành vi thật rồi lần ngược về đặc tả — không có thông báo lỗi nào chỉ đường.</a:t>
            </a:r>
          </a:p>
        </p:txBody>
      </p:sp>
      <p:sp>
        <p:nvSpPr>
          <p:cNvPr id="21" name="Rounded Rectangle 20"/>
          <p:cNvSpPr/>
          <p:nvPr/>
        </p:nvSpPr>
        <p:spPr>
          <a:xfrm>
            <a:off x="502920" y="3913632"/>
            <a:ext cx="2670048" cy="201168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04088" y="4059936"/>
            <a:ext cx="329184" cy="329184"/>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FFFFFF"/>
                </a:solidFill>
                <a:latin typeface="Calibri"/>
              </a:rPr>
              <a:t>1</a:t>
            </a:r>
          </a:p>
        </p:txBody>
      </p:sp>
      <p:sp>
        <p:nvSpPr>
          <p:cNvPr id="23" name="TextBox 22"/>
          <p:cNvSpPr txBox="1"/>
          <p:nvPr/>
        </p:nvSpPr>
        <p:spPr>
          <a:xfrm>
            <a:off x="1106424" y="4023360"/>
            <a:ext cx="1865376" cy="420624"/>
          </a:xfrm>
          <a:prstGeom prst="rect">
            <a:avLst/>
          </a:prstGeom>
          <a:noFill/>
        </p:spPr>
        <p:txBody>
          <a:bodyPr wrap="square" lIns="0" tIns="0" rIns="0" bIns="0" anchor="ctr">
            <a:spAutoFit/>
          </a:bodyPr>
          <a:lstStyle/>
          <a:p>
            <a:pPr algn="l">
              <a:lnSpc>
                <a:spcPct val="102000"/>
              </a:lnSpc>
              <a:spcBef>
                <a:spcPts val="0"/>
              </a:spcBef>
              <a:spcAft>
                <a:spcPts val="0"/>
              </a:spcAft>
            </a:pPr>
            <a:r>
              <a:rPr sz="1350" b="1" i="0">
                <a:solidFill>
                  <a:srgbClr val="223771"/>
                </a:solidFill>
                <a:latin typeface="Calibri"/>
              </a:rPr>
              <a:t>Bám theo lời giải mẫu</a:t>
            </a:r>
          </a:p>
        </p:txBody>
      </p:sp>
      <p:sp>
        <p:nvSpPr>
          <p:cNvPr id="24" name="TextBox 23"/>
          <p:cNvSpPr txBox="1"/>
          <p:nvPr/>
        </p:nvSpPr>
        <p:spPr>
          <a:xfrm>
            <a:off x="704088" y="4535424"/>
            <a:ext cx="2267712" cy="1335024"/>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2B2B2B"/>
                </a:solidFill>
                <a:latin typeface="Calibri"/>
              </a:rPr>
              <a:t>Viết ra trình tự thao tác mà một người chơi giỏi sẽ làm, rồi mới đặt phần thưởng lên từng mốc của trình tự đó.</a:t>
            </a:r>
          </a:p>
        </p:txBody>
      </p:sp>
      <p:sp>
        <p:nvSpPr>
          <p:cNvPr id="25" name="Rounded Rectangle 24"/>
          <p:cNvSpPr/>
          <p:nvPr/>
        </p:nvSpPr>
        <p:spPr>
          <a:xfrm>
            <a:off x="3346704" y="3913632"/>
            <a:ext cx="2670048" cy="201168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3547872" y="4059936"/>
            <a:ext cx="329184" cy="329184"/>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FFFFFF"/>
                </a:solidFill>
                <a:latin typeface="Calibri"/>
              </a:rPr>
              <a:t>2</a:t>
            </a:r>
          </a:p>
        </p:txBody>
      </p:sp>
      <p:sp>
        <p:nvSpPr>
          <p:cNvPr id="27" name="TextBox 26"/>
          <p:cNvSpPr txBox="1"/>
          <p:nvPr/>
        </p:nvSpPr>
        <p:spPr>
          <a:xfrm>
            <a:off x="3950208" y="4023360"/>
            <a:ext cx="1865376" cy="420624"/>
          </a:xfrm>
          <a:prstGeom prst="rect">
            <a:avLst/>
          </a:prstGeom>
          <a:noFill/>
        </p:spPr>
        <p:txBody>
          <a:bodyPr wrap="square" lIns="0" tIns="0" rIns="0" bIns="0" anchor="ctr">
            <a:spAutoFit/>
          </a:bodyPr>
          <a:lstStyle/>
          <a:p>
            <a:pPr algn="l">
              <a:lnSpc>
                <a:spcPct val="102000"/>
              </a:lnSpc>
              <a:spcBef>
                <a:spcPts val="0"/>
              </a:spcBef>
              <a:spcAft>
                <a:spcPts val="0"/>
              </a:spcAft>
            </a:pPr>
            <a:r>
              <a:rPr sz="1350" b="1" i="0">
                <a:solidFill>
                  <a:srgbClr val="223771"/>
                </a:solidFill>
                <a:latin typeface="Calibri"/>
              </a:rPr>
              <a:t>Ưu tiên sự kiện và thế năng</a:t>
            </a:r>
          </a:p>
        </p:txBody>
      </p:sp>
      <p:sp>
        <p:nvSpPr>
          <p:cNvPr id="28" name="TextBox 27"/>
          <p:cNvSpPr txBox="1"/>
          <p:nvPr/>
        </p:nvSpPr>
        <p:spPr>
          <a:xfrm>
            <a:off x="3547872" y="4535424"/>
            <a:ext cx="2267712" cy="1335024"/>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2B2B2B"/>
                </a:solidFill>
                <a:latin typeface="Calibri"/>
              </a:rPr>
              <a:t>Thưởng một lần tại cột mốc, hoặc định hình theo thế năng. Tránh cộng dồn theo bước vì đó là nơi sinh lối tắt.</a:t>
            </a:r>
          </a:p>
        </p:txBody>
      </p:sp>
      <p:sp>
        <p:nvSpPr>
          <p:cNvPr id="29" name="Rounded Rectangle 28"/>
          <p:cNvSpPr/>
          <p:nvPr/>
        </p:nvSpPr>
        <p:spPr>
          <a:xfrm>
            <a:off x="6190488" y="3913632"/>
            <a:ext cx="2670048" cy="201168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391655" y="4059936"/>
            <a:ext cx="329184" cy="329184"/>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FFFFFF"/>
                </a:solidFill>
                <a:latin typeface="Calibri"/>
              </a:rPr>
              <a:t>3</a:t>
            </a:r>
          </a:p>
        </p:txBody>
      </p:sp>
      <p:sp>
        <p:nvSpPr>
          <p:cNvPr id="31" name="TextBox 30"/>
          <p:cNvSpPr txBox="1"/>
          <p:nvPr/>
        </p:nvSpPr>
        <p:spPr>
          <a:xfrm>
            <a:off x="6793992" y="4023360"/>
            <a:ext cx="1865376" cy="420624"/>
          </a:xfrm>
          <a:prstGeom prst="rect">
            <a:avLst/>
          </a:prstGeom>
          <a:noFill/>
        </p:spPr>
        <p:txBody>
          <a:bodyPr wrap="square" lIns="0" tIns="0" rIns="0" bIns="0" anchor="ctr">
            <a:spAutoFit/>
          </a:bodyPr>
          <a:lstStyle/>
          <a:p>
            <a:pPr algn="l">
              <a:lnSpc>
                <a:spcPct val="102000"/>
              </a:lnSpc>
              <a:spcBef>
                <a:spcPts val="0"/>
              </a:spcBef>
              <a:spcAft>
                <a:spcPts val="0"/>
              </a:spcAft>
            </a:pPr>
            <a:r>
              <a:rPr sz="1350" b="1" i="0">
                <a:solidFill>
                  <a:srgbClr val="223771"/>
                </a:solidFill>
                <a:latin typeface="Calibri"/>
              </a:rPr>
              <a:t>Giữ trật tự độ lớn</a:t>
            </a:r>
          </a:p>
        </p:txBody>
      </p:sp>
      <p:sp>
        <p:nvSpPr>
          <p:cNvPr id="32" name="TextBox 31"/>
          <p:cNvSpPr txBox="1"/>
          <p:nvPr/>
        </p:nvSpPr>
        <p:spPr>
          <a:xfrm>
            <a:off x="6391655" y="4535424"/>
            <a:ext cx="2267712" cy="1335024"/>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2B2B2B"/>
                </a:solidFill>
                <a:latin typeface="Calibri"/>
              </a:rPr>
              <a:t>Tổng mọi khoản phụ trên trọn một lượt chơi phải nhỏ hơn phần thưởng hoàn thành nhiệm vụ.</a:t>
            </a:r>
          </a:p>
        </p:txBody>
      </p:sp>
      <p:sp>
        <p:nvSpPr>
          <p:cNvPr id="33" name="Rounded Rectangle 32"/>
          <p:cNvSpPr/>
          <p:nvPr/>
        </p:nvSpPr>
        <p:spPr>
          <a:xfrm>
            <a:off x="9034272" y="3913632"/>
            <a:ext cx="2670048" cy="201168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235440" y="4059936"/>
            <a:ext cx="329184" cy="329184"/>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a:solidFill>
                  <a:srgbClr val="FFFFFF"/>
                </a:solidFill>
                <a:latin typeface="Calibri"/>
              </a:rPr>
              <a:t>4</a:t>
            </a:r>
          </a:p>
        </p:txBody>
      </p:sp>
      <p:sp>
        <p:nvSpPr>
          <p:cNvPr id="35" name="TextBox 34"/>
          <p:cNvSpPr txBox="1"/>
          <p:nvPr/>
        </p:nvSpPr>
        <p:spPr>
          <a:xfrm>
            <a:off x="9637776" y="4023360"/>
            <a:ext cx="1865376" cy="420624"/>
          </a:xfrm>
          <a:prstGeom prst="rect">
            <a:avLst/>
          </a:prstGeom>
          <a:noFill/>
        </p:spPr>
        <p:txBody>
          <a:bodyPr wrap="square" lIns="0" tIns="0" rIns="0" bIns="0" anchor="ctr">
            <a:spAutoFit/>
          </a:bodyPr>
          <a:lstStyle/>
          <a:p>
            <a:pPr algn="l">
              <a:lnSpc>
                <a:spcPct val="102000"/>
              </a:lnSpc>
              <a:spcBef>
                <a:spcPts val="0"/>
              </a:spcBef>
              <a:spcAft>
                <a:spcPts val="0"/>
              </a:spcAft>
            </a:pPr>
            <a:r>
              <a:rPr sz="1350" b="1" i="0">
                <a:solidFill>
                  <a:srgbClr val="223771"/>
                </a:solidFill>
                <a:latin typeface="Calibri"/>
              </a:rPr>
              <a:t>Sửa cơ chế trước khi tăng hệ số</a:t>
            </a:r>
          </a:p>
        </p:txBody>
      </p:sp>
      <p:sp>
        <p:nvSpPr>
          <p:cNvPr id="36" name="TextBox 35"/>
          <p:cNvSpPr txBox="1"/>
          <p:nvPr/>
        </p:nvSpPr>
        <p:spPr>
          <a:xfrm>
            <a:off x="9235440" y="4535424"/>
            <a:ext cx="2267712" cy="1335024"/>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2B2B2B"/>
                </a:solidFill>
                <a:latin typeface="Calibri"/>
              </a:rPr>
              <a:t>Nếu hành vi mong muốn không xuất hiện, hãy sửa cơ chế game hoặc chương trình học trước khi nhân hệ số lên.</a:t>
            </a:r>
          </a:p>
        </p:txBody>
      </p:sp>
      <p:sp>
        <p:nvSpPr>
          <p:cNvPr id="37" name="TextBox 36"/>
          <p:cNvSpPr txBox="1"/>
          <p:nvPr/>
        </p:nvSpPr>
        <p:spPr>
          <a:xfrm>
            <a:off x="502920" y="6016752"/>
            <a:ext cx="1120140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Bốn nguyên tắc dùng chung cho cả ba môi trường; mỗi hằng số ở ba slide sau đều kèm một lập luận định lượng.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Football Table — đối kháng 1-1, hành động liên tục</a:t>
            </a:r>
          </a:p>
        </p:txBody>
      </p:sp>
      <p:sp>
        <p:nvSpPr>
          <p:cNvPr id="3" name="Rounded Rectangle 2"/>
          <p:cNvSpPr/>
          <p:nvPr/>
        </p:nvSpPr>
        <p:spPr>
          <a:xfrm>
            <a:off x="502920" y="1078992"/>
            <a:ext cx="507492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nv_football.png"/>
          <p:cNvPicPr>
            <a:picLocks noChangeAspect="1"/>
          </p:cNvPicPr>
          <p:nvPr/>
        </p:nvPicPr>
        <p:blipFill>
          <a:blip r:embed="rId2"/>
          <a:stretch>
            <a:fillRect/>
          </a:stretch>
        </p:blipFill>
        <p:spPr>
          <a:xfrm>
            <a:off x="649224" y="1242726"/>
            <a:ext cx="4782312" cy="2690050"/>
          </a:xfrm>
          <a:prstGeom prst="rect">
            <a:avLst/>
          </a:prstGeom>
        </p:spPr>
      </p:pic>
      <p:sp>
        <p:nvSpPr>
          <p:cNvPr id="5" name="TextBox 4"/>
          <p:cNvSpPr txBox="1"/>
          <p:nvPr/>
        </p:nvSpPr>
        <p:spPr>
          <a:xfrm>
            <a:off x="502920" y="4151376"/>
            <a:ext cx="507492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Bàn bi lắc 3D: bốn thanh gạt mỗi đội, mỗi thanh có hai bậc tự do là trượt và xoay.</a:t>
            </a:r>
          </a:p>
        </p:txBody>
      </p:sp>
      <p:sp>
        <p:nvSpPr>
          <p:cNvPr id="6" name="Rounded Rectangle 5"/>
          <p:cNvSpPr/>
          <p:nvPr/>
        </p:nvSpPr>
        <p:spPr>
          <a:xfrm>
            <a:off x="502920" y="4535424"/>
            <a:ext cx="5074920" cy="1591056"/>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4700016"/>
            <a:ext cx="4617720" cy="1276045"/>
          </a:xfrm>
          <a:prstGeom prst="rect">
            <a:avLst/>
          </a:prstGeom>
          <a:noFill/>
        </p:spPr>
        <p:txBody>
          <a:bodyPr wrap="square" lIns="0" tIns="0" rIns="0" bIns="0" anchor="t">
            <a:spAutoFit/>
          </a:bodyPr>
          <a:lstStyle/>
          <a:p>
            <a:pPr algn="l">
              <a:lnSpc>
                <a:spcPct val="100000"/>
              </a:lnSpc>
              <a:spcBef>
                <a:spcPts val="0"/>
              </a:spcBef>
              <a:spcAft>
                <a:spcPts val="500"/>
              </a:spcAft>
            </a:pPr>
            <a:r>
              <a:rPr sz="1500" b="1" i="0">
                <a:solidFill>
                  <a:srgbClr val="F26522"/>
                </a:solidFill>
                <a:latin typeface="Calibri"/>
              </a:rPr>
              <a:t>Vì sao tỉ lệ 5 trên 1</a:t>
            </a:r>
          </a:p>
          <a:p>
            <a:pPr algn="l">
              <a:lnSpc>
                <a:spcPct val="106000"/>
              </a:lnSpc>
              <a:spcBef>
                <a:spcPts val="0"/>
              </a:spcBef>
              <a:spcAft>
                <a:spcPts val="0"/>
              </a:spcAft>
            </a:pPr>
            <a:r>
              <a:rPr sz="1300" b="0" i="0">
                <a:solidFill>
                  <a:srgbClr val="2B2B2B"/>
                </a:solidFill>
                <a:latin typeface="Calibri"/>
              </a:rPr>
              <a:t>Nếu thưởng và phạt cân bằng, tác nhân chỉ chịu tấn công khi tự tin thắng 40% số pha bóng — điều gần như không đúng ở đầu huấn luyện, nên chính sách hội tụ về phòng ngự tuyệt đối. Với +5 và −1, ngưỡng đó bằng đúng 0.</a:t>
            </a:r>
          </a:p>
        </p:txBody>
      </p:sp>
      <p:sp>
        <p:nvSpPr>
          <p:cNvPr id="8" name="Rounded Rectangle 7"/>
          <p:cNvSpPr/>
          <p:nvPr/>
        </p:nvSpPr>
        <p:spPr>
          <a:xfrm>
            <a:off x="5870448" y="1078992"/>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89904" y="1207007"/>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Không gian quan sát   </a:t>
            </a:r>
            <a:r>
              <a:rPr sz="1300" b="1" i="0">
                <a:solidFill>
                  <a:srgbClr val="F26522"/>
                </a:solidFill>
                <a:latin typeface="Calibri"/>
              </a:rPr>
              <a:t>60 giá trị</a:t>
            </a:r>
          </a:p>
          <a:p>
            <a:pPr algn="l">
              <a:lnSpc>
                <a:spcPct val="108000"/>
              </a:lnSpc>
              <a:spcBef>
                <a:spcPts val="0"/>
              </a:spcBef>
              <a:spcAft>
                <a:spcPts val="0"/>
              </a:spcAft>
            </a:pPr>
            <a:r>
              <a:rPr sz="1350" b="0" i="0">
                <a:solidFill>
                  <a:srgbClr val="2B2B2B"/>
                </a:solidFill>
                <a:latin typeface="Calibri"/>
              </a:rPr>
              <a:t>Trạng thái bóng, 4 thanh gạt đội nhà và 4 thanh gạt đối thủ. Đối xứng hóa để một mạng dùng chung hai phía.</a:t>
            </a:r>
          </a:p>
        </p:txBody>
      </p:sp>
      <p:sp>
        <p:nvSpPr>
          <p:cNvPr id="10" name="Rounded Rectangle 9"/>
          <p:cNvSpPr/>
          <p:nvPr/>
        </p:nvSpPr>
        <p:spPr>
          <a:xfrm>
            <a:off x="5870448" y="2350008"/>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89904" y="2478024"/>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Không gian hành động   </a:t>
            </a:r>
            <a:r>
              <a:rPr sz="1300" b="1" i="0">
                <a:solidFill>
                  <a:srgbClr val="F26522"/>
                </a:solidFill>
                <a:latin typeface="Calibri"/>
              </a:rPr>
              <a:t>Liên tục, 8 chiều</a:t>
            </a:r>
          </a:p>
          <a:p>
            <a:pPr algn="l">
              <a:lnSpc>
                <a:spcPct val="108000"/>
              </a:lnSpc>
              <a:spcBef>
                <a:spcPts val="0"/>
              </a:spcBef>
              <a:spcAft>
                <a:spcPts val="0"/>
              </a:spcAft>
            </a:pPr>
            <a:r>
              <a:rPr sz="1350" b="0" i="0">
                <a:solidFill>
                  <a:srgbClr val="2B2B2B"/>
                </a:solidFill>
                <a:latin typeface="Calibri"/>
              </a:rPr>
              <a:t>Mỗi thanh gạt có trượt và xoay; một tác nhân điều khiển cả bốn thanh, 25 quyết định mỗi giây.</a:t>
            </a:r>
          </a:p>
        </p:txBody>
      </p:sp>
      <p:sp>
        <p:nvSpPr>
          <p:cNvPr id="12" name="Rounded Rectangle 11"/>
          <p:cNvSpPr/>
          <p:nvPr/>
        </p:nvSpPr>
        <p:spPr>
          <a:xfrm>
            <a:off x="5870448" y="3621024"/>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89904" y="3749039"/>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Hàm phần thưởng   </a:t>
            </a:r>
            <a:r>
              <a:rPr sz="1300" b="1" i="0">
                <a:solidFill>
                  <a:srgbClr val="F26522"/>
                </a:solidFill>
                <a:latin typeface="Calibri"/>
              </a:rPr>
              <a:t>+5  ·  −1  ·  −1/3000</a:t>
            </a:r>
          </a:p>
          <a:p>
            <a:pPr algn="l">
              <a:lnSpc>
                <a:spcPct val="108000"/>
              </a:lnSpc>
              <a:spcBef>
                <a:spcPts val="0"/>
              </a:spcBef>
              <a:spcAft>
                <a:spcPts val="0"/>
              </a:spcAft>
            </a:pPr>
            <a:r>
              <a:rPr sz="1350" b="0" i="0">
                <a:solidFill>
                  <a:srgbClr val="2B2B2B"/>
                </a:solidFill>
                <a:latin typeface="Calibri"/>
              </a:rPr>
              <a:t>Cộng 5 khi ghi bàn, trừ 1 khi thủng lưới, trừ 1/3000 mỗi bước. Nhân với 3.000 bước, phạt thời gian tối đa vừa đúng 1.</a:t>
            </a:r>
          </a:p>
        </p:txBody>
      </p:sp>
      <p:sp>
        <p:nvSpPr>
          <p:cNvPr id="14" name="Rounded Rectangle 13"/>
          <p:cNvSpPr/>
          <p:nvPr/>
        </p:nvSpPr>
        <p:spPr>
          <a:xfrm>
            <a:off x="5870448" y="4892040"/>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89904" y="5020055"/>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Cơ chế tự chơi   </a:t>
            </a:r>
            <a:r>
              <a:rPr sz="1300" b="1" i="0">
                <a:solidFill>
                  <a:srgbClr val="F26522"/>
                </a:solidFill>
                <a:latin typeface="Calibri"/>
              </a:rPr>
              <a:t>đo bằng ELO</a:t>
            </a:r>
          </a:p>
          <a:p>
            <a:pPr algn="l">
              <a:lnSpc>
                <a:spcPct val="108000"/>
              </a:lnSpc>
              <a:spcBef>
                <a:spcPts val="0"/>
              </a:spcBef>
              <a:spcAft>
                <a:spcPts val="0"/>
              </a:spcAft>
            </a:pPr>
            <a:r>
              <a:rPr sz="1350" b="0" i="0">
                <a:solidFill>
                  <a:srgbClr val="2B2B2B"/>
                </a:solidFill>
                <a:latin typeface="Calibri"/>
              </a:rPr>
              <a:t>Đối thủ là các phiên bản trước của chính mình. Ngân sách 1.600.000 bước; DQN cần một bản dựng rời rạc riêng.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Capture The Flag — hợp tác hai tác nhân</a:t>
            </a:r>
          </a:p>
        </p:txBody>
      </p:sp>
      <p:sp>
        <p:nvSpPr>
          <p:cNvPr id="3" name="Rounded Rectangle 2"/>
          <p:cNvSpPr/>
          <p:nvPr/>
        </p:nvSpPr>
        <p:spPr>
          <a:xfrm>
            <a:off x="502920" y="1078992"/>
            <a:ext cx="507492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nv_puzzle.png"/>
          <p:cNvPicPr>
            <a:picLocks noChangeAspect="1"/>
          </p:cNvPicPr>
          <p:nvPr/>
        </p:nvPicPr>
        <p:blipFill>
          <a:blip r:embed="rId2"/>
          <a:stretch>
            <a:fillRect/>
          </a:stretch>
        </p:blipFill>
        <p:spPr>
          <a:xfrm>
            <a:off x="649224" y="1242726"/>
            <a:ext cx="4782312" cy="2690050"/>
          </a:xfrm>
          <a:prstGeom prst="rect">
            <a:avLst/>
          </a:prstGeom>
        </p:spPr>
      </p:pic>
      <p:sp>
        <p:nvSpPr>
          <p:cNvPr id="5" name="TextBox 4"/>
          <p:cNvSpPr txBox="1"/>
          <p:nvPr/>
        </p:nvSpPr>
        <p:spPr>
          <a:xfrm>
            <a:off x="502920" y="4151376"/>
            <a:ext cx="507492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Hành lang ba khoang: hai bàn đạp nằm hai phía đối diện nhưng cùng điều khiển một cổng cửa.</a:t>
            </a:r>
          </a:p>
        </p:txBody>
      </p:sp>
      <p:sp>
        <p:nvSpPr>
          <p:cNvPr id="6" name="Rounded Rectangle 5"/>
          <p:cNvSpPr/>
          <p:nvPr/>
        </p:nvSpPr>
        <p:spPr>
          <a:xfrm>
            <a:off x="502920" y="4535424"/>
            <a:ext cx="5074920" cy="1591056"/>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4700016"/>
            <a:ext cx="4617720" cy="1241044"/>
          </a:xfrm>
          <a:prstGeom prst="rect">
            <a:avLst/>
          </a:prstGeom>
          <a:noFill/>
        </p:spPr>
        <p:txBody>
          <a:bodyPr wrap="square" lIns="0" tIns="0" rIns="0" bIns="0" anchor="t">
            <a:spAutoFit/>
          </a:bodyPr>
          <a:lstStyle/>
          <a:p>
            <a:pPr algn="l">
              <a:lnSpc>
                <a:spcPct val="100000"/>
              </a:lnSpc>
              <a:spcBef>
                <a:spcPts val="0"/>
              </a:spcBef>
              <a:spcAft>
                <a:spcPts val="500"/>
              </a:spcAft>
            </a:pPr>
            <a:r>
              <a:rPr sz="1500" b="1" i="0">
                <a:solidFill>
                  <a:srgbClr val="F26522"/>
                </a:solidFill>
                <a:latin typeface="Calibri"/>
              </a:rPr>
              <a:t>Khoảng ân hạn cửa 1 giây</a:t>
            </a:r>
          </a:p>
          <a:p>
            <a:pPr algn="l">
              <a:lnSpc>
                <a:spcPct val="106000"/>
              </a:lnSpc>
              <a:spcBef>
                <a:spcPts val="0"/>
              </a:spcBef>
              <a:spcAft>
                <a:spcPts val="0"/>
              </a:spcAft>
            </a:pPr>
            <a:r>
              <a:rPr sz="1250" b="0" i="0">
                <a:solidFill>
                  <a:srgbClr val="2B2B2B"/>
                </a:solidFill>
                <a:latin typeface="Calibri"/>
              </a:rPr>
              <a:t>Khoảng cách từ bàn đạp tới cổng là 19 đơn vị. Ngay cả khi giả định tác nhân đã chạy sẵn ở vận tốc tối đa 17,5 đơn vị/giây thì vẫn chưa tới; xuất phát từ trạng thái đứng yên chỉ đi được khoảng 13,2. Không tồn tại quỹ đạo đơn độc nào vượt được cổng.</a:t>
            </a:r>
          </a:p>
        </p:txBody>
      </p:sp>
      <p:sp>
        <p:nvSpPr>
          <p:cNvPr id="8" name="Rounded Rectangle 7"/>
          <p:cNvSpPr/>
          <p:nvPr/>
        </p:nvSpPr>
        <p:spPr>
          <a:xfrm>
            <a:off x="5870448" y="1078992"/>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89904" y="1207007"/>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Không gian quan sát   </a:t>
            </a:r>
            <a:r>
              <a:rPr sz="1300" b="1" i="0">
                <a:solidFill>
                  <a:srgbClr val="F26522"/>
                </a:solidFill>
                <a:latin typeface="Calibri"/>
              </a:rPr>
              <a:t>61 giá trị</a:t>
            </a:r>
          </a:p>
          <a:p>
            <a:pPr algn="l">
              <a:lnSpc>
                <a:spcPct val="108000"/>
              </a:lnSpc>
              <a:spcBef>
                <a:spcPts val="0"/>
              </a:spcBef>
              <a:spcAft>
                <a:spcPts val="0"/>
              </a:spcAft>
            </a:pPr>
            <a:r>
              <a:rPr sz="1250" b="0" i="0">
                <a:solidFill>
                  <a:srgbClr val="2B2B2B"/>
                </a:solidFill>
                <a:latin typeface="Calibri"/>
              </a:rPr>
              <a:t>5 cờ logic về bàn đạp và trạng thái vượt cổng của bản thân lẫn đồng đội, cộng 7 tia cảm biến × 8 giá trị.</a:t>
            </a:r>
          </a:p>
        </p:txBody>
      </p:sp>
      <p:sp>
        <p:nvSpPr>
          <p:cNvPr id="10" name="Rounded Rectangle 9"/>
          <p:cNvSpPr/>
          <p:nvPr/>
        </p:nvSpPr>
        <p:spPr>
          <a:xfrm>
            <a:off x="5870448" y="2350008"/>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89904" y="2478024"/>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Không gian hành động   </a:t>
            </a:r>
            <a:r>
              <a:rPr sz="1300" b="1" i="0">
                <a:solidFill>
                  <a:srgbClr val="F26522"/>
                </a:solidFill>
                <a:latin typeface="Calibri"/>
              </a:rPr>
              <a:t>Rời rạc, 7 hành động</a:t>
            </a:r>
          </a:p>
          <a:p>
            <a:pPr algn="l">
              <a:lnSpc>
                <a:spcPct val="108000"/>
              </a:lnSpc>
              <a:spcBef>
                <a:spcPts val="0"/>
              </a:spcBef>
              <a:spcAft>
                <a:spcPts val="0"/>
              </a:spcAft>
            </a:pPr>
            <a:r>
              <a:rPr sz="1250" b="0" i="0">
                <a:solidFill>
                  <a:srgbClr val="2B2B2B"/>
                </a:solidFill>
                <a:latin typeface="Calibri"/>
              </a:rPr>
              <a:t>2,5 quyết định mỗi giây — bài toán thiên về chiến thuật hơn phản xạ. Hai tác nhân cùng đẩy khối thì nhanh gần gấp đôi.</a:t>
            </a:r>
          </a:p>
        </p:txBody>
      </p:sp>
      <p:sp>
        <p:nvSpPr>
          <p:cNvPr id="12" name="Rounded Rectangle 11"/>
          <p:cNvSpPr/>
          <p:nvPr/>
        </p:nvSpPr>
        <p:spPr>
          <a:xfrm>
            <a:off x="5870448" y="3621024"/>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89904" y="3749039"/>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Phần thưởng nhóm   </a:t>
            </a:r>
            <a:r>
              <a:rPr sz="1300" b="1" i="0">
                <a:solidFill>
                  <a:srgbClr val="F26522"/>
                </a:solidFill>
                <a:latin typeface="Calibri"/>
              </a:rPr>
              <a:t>+1  ·  +0,5  ·  κ = 0,01</a:t>
            </a:r>
          </a:p>
          <a:p>
            <a:pPr algn="l">
              <a:lnSpc>
                <a:spcPct val="108000"/>
              </a:lnSpc>
              <a:spcBef>
                <a:spcPts val="0"/>
              </a:spcBef>
              <a:spcAft>
                <a:spcPts val="0"/>
              </a:spcAft>
            </a:pPr>
            <a:r>
              <a:rPr sz="1250" b="0" i="0">
                <a:solidFill>
                  <a:srgbClr val="2B2B2B"/>
                </a:solidFill>
                <a:latin typeface="Calibri"/>
              </a:rPr>
              <a:t>Cộng 1 khi cả hai cùng tới đích, cộng 0,5 mỗi lần vượt cổng, định hình thế năng với κ = 0,01.</a:t>
            </a:r>
          </a:p>
        </p:txBody>
      </p:sp>
      <p:sp>
        <p:nvSpPr>
          <p:cNvPr id="14" name="Rounded Rectangle 13"/>
          <p:cNvSpPr/>
          <p:nvPr/>
        </p:nvSpPr>
        <p:spPr>
          <a:xfrm>
            <a:off x="5870448" y="4892040"/>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89904" y="5020055"/>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Các khoản theo bước   </a:t>
            </a:r>
            <a:r>
              <a:rPr sz="1300" b="1" i="0">
                <a:solidFill>
                  <a:srgbClr val="F26522"/>
                </a:solidFill>
                <a:latin typeface="Calibri"/>
              </a:rPr>
              <a:t>chuẩn hóa theo N = 100.000</a:t>
            </a:r>
          </a:p>
          <a:p>
            <a:pPr algn="l">
              <a:lnSpc>
                <a:spcPct val="108000"/>
              </a:lnSpc>
              <a:spcBef>
                <a:spcPts val="0"/>
              </a:spcBef>
              <a:spcAft>
                <a:spcPts val="0"/>
              </a:spcAft>
            </a:pPr>
            <a:r>
              <a:rPr sz="1250" b="0" i="0">
                <a:solidFill>
                  <a:srgbClr val="2B2B2B"/>
                </a:solidFill>
                <a:latin typeface="Calibri"/>
              </a:rPr>
              <a:t>Bàn đạp +0,5/N, đẩy khối +0,25/N, phạt thời gian −0,1/N. Chuẩn hóa giữ tổng khoản phụ luôn nhỏ hơn phần thưởng hoàn thành.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Cross The Road — điều hướng với phần thưởng thưa</a:t>
            </a:r>
          </a:p>
        </p:txBody>
      </p:sp>
      <p:sp>
        <p:nvSpPr>
          <p:cNvPr id="3" name="Rounded Rectangle 2"/>
          <p:cNvSpPr/>
          <p:nvPr/>
        </p:nvSpPr>
        <p:spPr>
          <a:xfrm>
            <a:off x="502920" y="1078992"/>
            <a:ext cx="507492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nv_crossroad.png"/>
          <p:cNvPicPr>
            <a:picLocks noChangeAspect="1"/>
          </p:cNvPicPr>
          <p:nvPr/>
        </p:nvPicPr>
        <p:blipFill>
          <a:blip r:embed="rId2"/>
          <a:stretch>
            <a:fillRect/>
          </a:stretch>
        </p:blipFill>
        <p:spPr>
          <a:xfrm>
            <a:off x="649224" y="1242726"/>
            <a:ext cx="4782312" cy="2690050"/>
          </a:xfrm>
          <a:prstGeom prst="rect">
            <a:avLst/>
          </a:prstGeom>
        </p:spPr>
      </p:pic>
      <p:sp>
        <p:nvSpPr>
          <p:cNvPr id="5" name="TextBox 4"/>
          <p:cNvSpPr txBox="1"/>
          <p:nvPr/>
        </p:nvSpPr>
        <p:spPr>
          <a:xfrm>
            <a:off x="502920" y="4151376"/>
            <a:ext cx="507492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Năm làn xe; tốc độ mỗi xe bốc ngẫu nhiên lại sau mỗi lượt chơi nên không học vẹt được.</a:t>
            </a:r>
          </a:p>
        </p:txBody>
      </p:sp>
      <p:sp>
        <p:nvSpPr>
          <p:cNvPr id="6" name="Rounded Rectangle 5"/>
          <p:cNvSpPr/>
          <p:nvPr/>
        </p:nvSpPr>
        <p:spPr>
          <a:xfrm>
            <a:off x="502920" y="4535424"/>
            <a:ext cx="5074920" cy="1591056"/>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4700016"/>
            <a:ext cx="4617720" cy="1276045"/>
          </a:xfrm>
          <a:prstGeom prst="rect">
            <a:avLst/>
          </a:prstGeom>
          <a:noFill/>
        </p:spPr>
        <p:txBody>
          <a:bodyPr wrap="square" lIns="0" tIns="0" rIns="0" bIns="0" anchor="t">
            <a:spAutoFit/>
          </a:bodyPr>
          <a:lstStyle/>
          <a:p>
            <a:pPr algn="l">
              <a:lnSpc>
                <a:spcPct val="100000"/>
              </a:lnSpc>
              <a:spcBef>
                <a:spcPts val="0"/>
              </a:spcBef>
              <a:spcAft>
                <a:spcPts val="500"/>
              </a:spcAft>
            </a:pPr>
            <a:r>
              <a:rPr sz="1500" b="1" i="0">
                <a:solidFill>
                  <a:srgbClr val="F26522"/>
                </a:solidFill>
                <a:latin typeface="Calibri"/>
              </a:rPr>
              <a:t>Vì sao phạt va chạm chỉ 0,025</a:t>
            </a:r>
          </a:p>
          <a:p>
            <a:pPr algn="l">
              <a:lnSpc>
                <a:spcPct val="106000"/>
              </a:lnSpc>
              <a:spcBef>
                <a:spcPts val="0"/>
              </a:spcBef>
              <a:spcAft>
                <a:spcPts val="0"/>
              </a:spcAft>
            </a:pPr>
            <a:r>
              <a:rPr sz="1300" b="0" i="0">
                <a:solidFill>
                  <a:srgbClr val="2B2B2B"/>
                </a:solidFill>
                <a:latin typeface="Calibri"/>
              </a:rPr>
              <a:t>Lượt chơi không giới hạn số bước, nên đứng yên vĩnh viễn luôn có giá trị kỳ vọng bằng 0. Nếu phạt cân bằng với thưởng, ngưỡng đáng đi tiếp vọt lên 50% và chính sách tự đóng băng. Với 0,025 thì ngưỡng chỉ còn 2,4%.</a:t>
            </a:r>
          </a:p>
        </p:txBody>
      </p:sp>
      <p:sp>
        <p:nvSpPr>
          <p:cNvPr id="8" name="Rounded Rectangle 7"/>
          <p:cNvSpPr/>
          <p:nvPr/>
        </p:nvSpPr>
        <p:spPr>
          <a:xfrm>
            <a:off x="5870448" y="1078992"/>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89904" y="1207007"/>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Không gian quan sát   </a:t>
            </a:r>
            <a:r>
              <a:rPr sz="1300" b="1" i="0">
                <a:solidFill>
                  <a:srgbClr val="F26522"/>
                </a:solidFill>
                <a:latin typeface="Calibri"/>
              </a:rPr>
              <a:t>132 giá trị</a:t>
            </a:r>
          </a:p>
          <a:p>
            <a:pPr algn="l">
              <a:lnSpc>
                <a:spcPct val="108000"/>
              </a:lnSpc>
              <a:spcBef>
                <a:spcPts val="0"/>
              </a:spcBef>
              <a:spcAft>
                <a:spcPts val="0"/>
              </a:spcAft>
            </a:pPr>
            <a:r>
              <a:rPr sz="1250" b="0" i="0">
                <a:solidFill>
                  <a:srgbClr val="2B2B2B"/>
                </a:solidFill>
                <a:latin typeface="Calibri"/>
              </a:rPr>
              <a:t>Tọa độ tác nhân và đích cho biết đi về đâu; 21 tia cảm biến × 6 giá trị cho biết lúc nào an toàn.</a:t>
            </a:r>
          </a:p>
        </p:txBody>
      </p:sp>
      <p:sp>
        <p:nvSpPr>
          <p:cNvPr id="10" name="Rounded Rectangle 9"/>
          <p:cNvSpPr/>
          <p:nvPr/>
        </p:nvSpPr>
        <p:spPr>
          <a:xfrm>
            <a:off x="5870448" y="2350008"/>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89904" y="2478024"/>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Không gian hành động   </a:t>
            </a:r>
            <a:r>
              <a:rPr sz="1300" b="1" i="0">
                <a:solidFill>
                  <a:srgbClr val="F26522"/>
                </a:solidFill>
                <a:latin typeface="Calibri"/>
              </a:rPr>
              <a:t>Rời rạc, 4 hành động</a:t>
            </a:r>
          </a:p>
          <a:p>
            <a:pPr algn="l">
              <a:lnSpc>
                <a:spcPct val="108000"/>
              </a:lnSpc>
              <a:spcBef>
                <a:spcPts val="0"/>
              </a:spcBef>
              <a:spcAft>
                <a:spcPts val="0"/>
              </a:spcAft>
            </a:pPr>
            <a:r>
              <a:rPr sz="1250" b="0" i="0">
                <a:solidFill>
                  <a:srgbClr val="2B2B2B"/>
                </a:solidFill>
                <a:latin typeface="Calibri"/>
              </a:rPr>
              <a:t>Đứng yên, sang trái, sang phải, tiến lên. Đứng yên ở đây là một nước đi chiến thuật, không phải lựa chọn thừa.</a:t>
            </a:r>
          </a:p>
        </p:txBody>
      </p:sp>
      <p:sp>
        <p:nvSpPr>
          <p:cNvPr id="12" name="Rounded Rectangle 11"/>
          <p:cNvSpPr/>
          <p:nvPr/>
        </p:nvSpPr>
        <p:spPr>
          <a:xfrm>
            <a:off x="5870448" y="3621024"/>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89904" y="3749039"/>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Hàm phần thưởng   </a:t>
            </a:r>
            <a:r>
              <a:rPr sz="1300" b="1" i="0">
                <a:solidFill>
                  <a:srgbClr val="F26522"/>
                </a:solidFill>
                <a:latin typeface="Calibri"/>
              </a:rPr>
              <a:t>+1  ·  −0,025</a:t>
            </a:r>
          </a:p>
          <a:p>
            <a:pPr algn="l">
              <a:lnSpc>
                <a:spcPct val="108000"/>
              </a:lnSpc>
              <a:spcBef>
                <a:spcPts val="0"/>
              </a:spcBef>
              <a:spcAft>
                <a:spcPts val="0"/>
              </a:spcAft>
            </a:pPr>
            <a:r>
              <a:rPr sz="1250" b="0" i="0">
                <a:solidFill>
                  <a:srgbClr val="2B2B2B"/>
                </a:solidFill>
                <a:latin typeface="Calibri"/>
              </a:rPr>
              <a:t>Cộng 1 khi tới đích, trừ 0,025 khi va chạm. Răn đe thật nằm ở chỗ va chạm kết thúc lượt chơi ngay, tức mất trắng cơ hội nhận 1 điểm.</a:t>
            </a:r>
          </a:p>
        </p:txBody>
      </p:sp>
      <p:sp>
        <p:nvSpPr>
          <p:cNvPr id="14" name="Rounded Rectangle 13"/>
          <p:cNvSpPr/>
          <p:nvPr/>
        </p:nvSpPr>
        <p:spPr>
          <a:xfrm>
            <a:off x="5870448" y="4892040"/>
            <a:ext cx="5833872" cy="11887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89904" y="5020055"/>
            <a:ext cx="5394960" cy="932688"/>
          </a:xfrm>
          <a:prstGeom prst="rect">
            <a:avLst/>
          </a:prstGeom>
          <a:noFill/>
        </p:spPr>
        <p:txBody>
          <a:bodyPr wrap="square" lIns="0" tIns="0" rIns="0" bIns="0" anchor="ctr">
            <a:spAutoFit/>
          </a:bodyPr>
          <a:lstStyle/>
          <a:p>
            <a:pPr algn="l">
              <a:lnSpc>
                <a:spcPct val="100000"/>
              </a:lnSpc>
              <a:spcBef>
                <a:spcPts val="0"/>
              </a:spcBef>
              <a:spcAft>
                <a:spcPts val="400"/>
              </a:spcAft>
            </a:pPr>
            <a:r>
              <a:rPr sz="1400" b="1" i="0">
                <a:solidFill>
                  <a:srgbClr val="223771"/>
                </a:solidFill>
                <a:latin typeface="Calibri"/>
              </a:rPr>
              <a:t>Tín hiệu tò mò   </a:t>
            </a:r>
            <a:r>
              <a:rPr sz="1300" b="1" i="0">
                <a:solidFill>
                  <a:srgbClr val="F26522"/>
                </a:solidFill>
                <a:latin typeface="Calibri"/>
              </a:rPr>
              <a:t>cường độ 0,02</a:t>
            </a:r>
          </a:p>
          <a:p>
            <a:pPr algn="l">
              <a:lnSpc>
                <a:spcPct val="108000"/>
              </a:lnSpc>
              <a:spcBef>
                <a:spcPts val="0"/>
              </a:spcBef>
              <a:spcAft>
                <a:spcPts val="0"/>
              </a:spcAft>
            </a:pPr>
            <a:r>
              <a:rPr sz="1250" b="0" i="0">
                <a:solidFill>
                  <a:srgbClr val="2B2B2B"/>
                </a:solidFill>
                <a:latin typeface="Calibri"/>
              </a:rPr>
              <a:t>Bằng 1/50 trọng số tín hiệu ngoại vi. Tạo động lực khám phá mà không cần phạt thời gian trong lượt chơi không giới hạn.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Case study — vòng hiệu chỉnh phần thưởng của Capture The Flag</a:t>
            </a:r>
          </a:p>
        </p:txBody>
      </p:sp>
      <p:sp>
        <p:nvSpPr>
          <p:cNvPr id="3" name="Rounded Rectangle 2"/>
          <p:cNvSpPr/>
          <p:nvPr/>
        </p:nvSpPr>
        <p:spPr>
          <a:xfrm>
            <a:off x="502920" y="1060704"/>
            <a:ext cx="5971032"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5971032"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Môi trường duy nhất phải thiết kế lại sau khi phiên bản đầu thất bại</a:t>
            </a:r>
          </a:p>
        </p:txBody>
      </p:sp>
      <p:sp>
        <p:nvSpPr>
          <p:cNvPr id="5" name="Rounded Rectangle 4"/>
          <p:cNvSpPr/>
          <p:nvPr/>
        </p:nvSpPr>
        <p:spPr>
          <a:xfrm>
            <a:off x="502920" y="1609344"/>
            <a:ext cx="11201400" cy="566928"/>
          </a:xfrm>
          <a:prstGeom prst="roundRect">
            <a:avLst>
              <a:gd name="adj" fmla="val 16000"/>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609344"/>
            <a:ext cx="10835640" cy="56692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Phần thưởng nhóm mắc kẹt đúng ở mức sàn  =  tổng phạt thời gian trọn một lượt chơi</a:t>
            </a:r>
          </a:p>
        </p:txBody>
      </p:sp>
      <p:sp>
        <p:nvSpPr>
          <p:cNvPr id="7" name="Rounded Rectangle 6"/>
          <p:cNvSpPr/>
          <p:nvPr/>
        </p:nvSpPr>
        <p:spPr>
          <a:xfrm>
            <a:off x="502920" y="2340864"/>
            <a:ext cx="3611880" cy="277977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2376" y="2505456"/>
            <a:ext cx="3172968" cy="603504"/>
          </a:xfrm>
          <a:prstGeom prst="rect">
            <a:avLst/>
          </a:prstGeom>
          <a:noFill/>
        </p:spPr>
        <p:txBody>
          <a:bodyPr wrap="square" lIns="0" tIns="0" rIns="0" bIns="0" anchor="t">
            <a:spAutoFit/>
          </a:bodyPr>
          <a:lstStyle/>
          <a:p>
            <a:pPr algn="l">
              <a:lnSpc>
                <a:spcPct val="100000"/>
              </a:lnSpc>
              <a:spcBef>
                <a:spcPts val="0"/>
              </a:spcBef>
              <a:spcAft>
                <a:spcPts val="200"/>
              </a:spcAft>
            </a:pPr>
            <a:r>
              <a:rPr sz="1550" b="1" i="0">
                <a:solidFill>
                  <a:srgbClr val="F26522"/>
                </a:solidFill>
                <a:latin typeface="Calibri"/>
              </a:rPr>
              <a:t>①  </a:t>
            </a:r>
            <a:r>
              <a:rPr sz="1550" b="1" i="0">
                <a:solidFill>
                  <a:srgbClr val="223771"/>
                </a:solidFill>
                <a:latin typeface="Calibri"/>
              </a:rPr>
              <a:t>Triệu chứng</a:t>
            </a:r>
          </a:p>
          <a:p>
            <a:pPr algn="l">
              <a:lnSpc>
                <a:spcPct val="100000"/>
              </a:lnSpc>
              <a:spcBef>
                <a:spcPts val="0"/>
              </a:spcBef>
              <a:spcAft>
                <a:spcPts val="0"/>
              </a:spcAft>
            </a:pPr>
            <a:r>
              <a:rPr sz="1200" b="0" i="1">
                <a:solidFill>
                  <a:srgbClr val="F26522"/>
                </a:solidFill>
                <a:latin typeface="Calibri"/>
              </a:rPr>
              <a:t>đường cong phẳng, không một dòng báo lỗi</a:t>
            </a:r>
          </a:p>
        </p:txBody>
      </p:sp>
      <p:sp>
        <p:nvSpPr>
          <p:cNvPr id="9" name="TextBox 8"/>
          <p:cNvSpPr txBox="1"/>
          <p:nvPr/>
        </p:nvSpPr>
        <p:spPr>
          <a:xfrm>
            <a:off x="722376" y="3145536"/>
            <a:ext cx="3172968" cy="1773936"/>
          </a:xfrm>
          <a:prstGeom prst="rect">
            <a:avLst/>
          </a:prstGeom>
          <a:noFill/>
        </p:spPr>
        <p:txBody>
          <a:bodyPr wrap="square" lIns="0" tIns="0" rIns="0" bIns="0" anchor="ctr">
            <a:spAutoFit/>
          </a:bodyPr>
          <a:lstStyle/>
          <a:p>
            <a:pPr algn="l">
              <a:lnSpc>
                <a:spcPct val="110000"/>
              </a:lnSpc>
              <a:spcBef>
                <a:spcPts val="0"/>
              </a:spcBef>
              <a:spcAft>
                <a:spcPts val="0"/>
              </a:spcAft>
            </a:pPr>
            <a:r>
              <a:rPr sz="1300" b="0" i="0">
                <a:solidFill>
                  <a:srgbClr val="2B2B2B"/>
                </a:solidFill>
                <a:latin typeface="Calibri"/>
              </a:rPr>
              <a:t>Huấn luyện bằng MA-POCA, phần thưởng nhóm đứng im ở mức sàn suốt hàng triệu bước. Mã nguồn vẫn chạy đúng, đường cong vẫn được vẽ ra. Mắc kẹt ở đúng giá trị của riêng khoản phạt thời gian, nghĩa là không lượt chơi nào chạm đích.</a:t>
            </a:r>
          </a:p>
        </p:txBody>
      </p:sp>
      <p:sp>
        <p:nvSpPr>
          <p:cNvPr id="10" name="Rounded Rectangle 9"/>
          <p:cNvSpPr/>
          <p:nvPr/>
        </p:nvSpPr>
        <p:spPr>
          <a:xfrm>
            <a:off x="4297680" y="2340864"/>
            <a:ext cx="3611880" cy="277977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17136" y="2505456"/>
            <a:ext cx="3172968" cy="603504"/>
          </a:xfrm>
          <a:prstGeom prst="rect">
            <a:avLst/>
          </a:prstGeom>
          <a:noFill/>
        </p:spPr>
        <p:txBody>
          <a:bodyPr wrap="square" lIns="0" tIns="0" rIns="0" bIns="0" anchor="t">
            <a:spAutoFit/>
          </a:bodyPr>
          <a:lstStyle/>
          <a:p>
            <a:pPr algn="l">
              <a:lnSpc>
                <a:spcPct val="100000"/>
              </a:lnSpc>
              <a:spcBef>
                <a:spcPts val="0"/>
              </a:spcBef>
              <a:spcAft>
                <a:spcPts val="200"/>
              </a:spcAft>
            </a:pPr>
            <a:r>
              <a:rPr sz="1550" b="1" i="0">
                <a:solidFill>
                  <a:srgbClr val="F26522"/>
                </a:solidFill>
                <a:latin typeface="Calibri"/>
              </a:rPr>
              <a:t>②  </a:t>
            </a:r>
            <a:r>
              <a:rPr sz="1550" b="1" i="0">
                <a:solidFill>
                  <a:srgbClr val="223771"/>
                </a:solidFill>
                <a:latin typeface="Calibri"/>
              </a:rPr>
              <a:t>Chẩn đoán</a:t>
            </a:r>
          </a:p>
          <a:p>
            <a:pPr algn="l">
              <a:lnSpc>
                <a:spcPct val="100000"/>
              </a:lnSpc>
              <a:spcBef>
                <a:spcPts val="0"/>
              </a:spcBef>
              <a:spcAft>
                <a:spcPts val="0"/>
              </a:spcAft>
            </a:pPr>
            <a:r>
              <a:rPr sz="1200" b="0" i="1">
                <a:solidFill>
                  <a:srgbClr val="F26522"/>
                </a:solidFill>
                <a:latin typeface="Calibri"/>
              </a:rPr>
              <a:t>phạt đúng vào trạng thái phải đi qua</a:t>
            </a:r>
          </a:p>
        </p:txBody>
      </p:sp>
      <p:sp>
        <p:nvSpPr>
          <p:cNvPr id="12" name="TextBox 11"/>
          <p:cNvSpPr txBox="1"/>
          <p:nvPr/>
        </p:nvSpPr>
        <p:spPr>
          <a:xfrm>
            <a:off x="4517136" y="3145536"/>
            <a:ext cx="3172968" cy="1773936"/>
          </a:xfrm>
          <a:prstGeom prst="rect">
            <a:avLst/>
          </a:prstGeom>
          <a:noFill/>
        </p:spPr>
        <p:txBody>
          <a:bodyPr wrap="square" lIns="0" tIns="0" rIns="0" bIns="0" anchor="ctr">
            <a:spAutoFit/>
          </a:bodyPr>
          <a:lstStyle/>
          <a:p>
            <a:pPr algn="l">
              <a:lnSpc>
                <a:spcPct val="110000"/>
              </a:lnSpc>
              <a:spcBef>
                <a:spcPts val="0"/>
              </a:spcBef>
              <a:spcAft>
                <a:spcPts val="0"/>
              </a:spcAft>
            </a:pPr>
            <a:r>
              <a:rPr sz="1300" b="0" i="0">
                <a:solidFill>
                  <a:srgbClr val="2B2B2B"/>
                </a:solidFill>
                <a:latin typeface="Calibri"/>
              </a:rPr>
              <a:t>Hai khoản phạt nhóm giáng đúng vào trạng thái hai tác nhân đứng khác phía cửa — đúng trạng thái mà lời giải bắt buộc phải đi qua để bàn giao. Thêm nữa, thưởng cộng dồn theo bước chưa chuẩn hóa, và cửa sập tức thì khiến màn bàn giao gần như không khám phá nổi.</a:t>
            </a:r>
          </a:p>
        </p:txBody>
      </p:sp>
      <p:sp>
        <p:nvSpPr>
          <p:cNvPr id="13" name="Rounded Rectangle 12"/>
          <p:cNvSpPr/>
          <p:nvPr/>
        </p:nvSpPr>
        <p:spPr>
          <a:xfrm>
            <a:off x="8092440" y="2340864"/>
            <a:ext cx="3611880" cy="277977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11896" y="2505456"/>
            <a:ext cx="3172968" cy="603504"/>
          </a:xfrm>
          <a:prstGeom prst="rect">
            <a:avLst/>
          </a:prstGeom>
          <a:noFill/>
        </p:spPr>
        <p:txBody>
          <a:bodyPr wrap="square" lIns="0" tIns="0" rIns="0" bIns="0" anchor="t">
            <a:spAutoFit/>
          </a:bodyPr>
          <a:lstStyle/>
          <a:p>
            <a:pPr algn="l">
              <a:lnSpc>
                <a:spcPct val="100000"/>
              </a:lnSpc>
              <a:spcBef>
                <a:spcPts val="0"/>
              </a:spcBef>
              <a:spcAft>
                <a:spcPts val="200"/>
              </a:spcAft>
            </a:pPr>
            <a:r>
              <a:rPr sz="1550" b="1" i="0">
                <a:solidFill>
                  <a:srgbClr val="F26522"/>
                </a:solidFill>
                <a:latin typeface="Calibri"/>
              </a:rPr>
              <a:t>③  </a:t>
            </a:r>
            <a:r>
              <a:rPr sz="1550" b="1" i="0">
                <a:solidFill>
                  <a:srgbClr val="223771"/>
                </a:solidFill>
                <a:latin typeface="Calibri"/>
              </a:rPr>
              <a:t>Bốn thay đổi</a:t>
            </a:r>
          </a:p>
          <a:p>
            <a:pPr algn="l">
              <a:lnSpc>
                <a:spcPct val="100000"/>
              </a:lnSpc>
              <a:spcBef>
                <a:spcPts val="0"/>
              </a:spcBef>
              <a:spcAft>
                <a:spcPts val="0"/>
              </a:spcAft>
            </a:pPr>
            <a:r>
              <a:rPr sz="1200" b="0" i="1">
                <a:solidFill>
                  <a:srgbClr val="F26522"/>
                </a:solidFill>
                <a:latin typeface="Calibri"/>
              </a:rPr>
              <a:t>chuyển từ phạt sang thưởng</a:t>
            </a:r>
          </a:p>
        </p:txBody>
      </p:sp>
      <p:sp>
        <p:nvSpPr>
          <p:cNvPr id="15" name="TextBox 14"/>
          <p:cNvSpPr txBox="1"/>
          <p:nvPr/>
        </p:nvSpPr>
        <p:spPr>
          <a:xfrm>
            <a:off x="8311896" y="3145536"/>
            <a:ext cx="3172968" cy="1773936"/>
          </a:xfrm>
          <a:prstGeom prst="rect">
            <a:avLst/>
          </a:prstGeom>
          <a:noFill/>
        </p:spPr>
        <p:txBody>
          <a:bodyPr wrap="square" lIns="0" tIns="0" rIns="0" bIns="0" anchor="ctr">
            <a:spAutoFit/>
          </a:bodyPr>
          <a:lstStyle/>
          <a:p>
            <a:pPr algn="l">
              <a:lnSpc>
                <a:spcPct val="110000"/>
              </a:lnSpc>
              <a:spcBef>
                <a:spcPts val="0"/>
              </a:spcBef>
              <a:spcAft>
                <a:spcPts val="0"/>
              </a:spcAft>
            </a:pPr>
            <a:r>
              <a:rPr sz="1300" b="0" i="0">
                <a:solidFill>
                  <a:srgbClr val="2B2B2B"/>
                </a:solidFill>
                <a:latin typeface="Calibri"/>
              </a:rPr>
              <a:t>Gỡ toàn bộ phạt nhóm, thay bằng thưởng bàn giao một lần +0,5. Chuyển tín hiệu dẫn đường sang định hình theo thế năng. Thêm khoảng ân hạn cửa một giây. Bổ sung hai cờ vượt cổng vào quan sát để tác nhân biết khi nào nên rời bàn đạp.</a:t>
            </a:r>
          </a:p>
        </p:txBody>
      </p:sp>
      <p:sp>
        <p:nvSpPr>
          <p:cNvPr id="16" name="Rounded Rectangle 15"/>
          <p:cNvSpPr/>
          <p:nvPr/>
        </p:nvSpPr>
        <p:spPr>
          <a:xfrm>
            <a:off x="502920" y="5248656"/>
            <a:ext cx="11201400" cy="987552"/>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5394960"/>
            <a:ext cx="10707624" cy="713232"/>
          </a:xfrm>
          <a:prstGeom prst="rect">
            <a:avLst/>
          </a:prstGeom>
          <a:noFill/>
        </p:spPr>
        <p:txBody>
          <a:bodyPr wrap="square" lIns="0" tIns="0" rIns="0" bIns="0" anchor="t">
            <a:spAutoFit/>
          </a:bodyPr>
          <a:lstStyle/>
          <a:p>
            <a:pPr algn="l">
              <a:lnSpc>
                <a:spcPct val="110000"/>
              </a:lnSpc>
              <a:spcBef>
                <a:spcPts val="0"/>
              </a:spcBef>
              <a:spcAft>
                <a:spcPts val="300"/>
              </a:spcAft>
            </a:pPr>
            <a:r>
              <a:rPr sz="1400" b="1" i="0">
                <a:solidFill>
                  <a:srgbClr val="F26522"/>
                </a:solidFill>
                <a:latin typeface="Calibri"/>
              </a:rPr>
              <a:t>Trước:  </a:t>
            </a:r>
            <a:r>
              <a:rPr sz="1400" b="0" i="0">
                <a:solidFill>
                  <a:srgbClr val="2B2B2B"/>
                </a:solidFill>
                <a:latin typeface="Calibri"/>
              </a:rPr>
              <a:t>phần thưởng nhóm phẳng ở mức sàn suốt hàng triệu bước.    </a:t>
            </a:r>
            <a:r>
              <a:rPr sz="1400" b="1" i="0">
                <a:solidFill>
                  <a:srgbClr val="F26522"/>
                </a:solidFill>
                <a:latin typeface="Calibri"/>
              </a:rPr>
              <a:t>Sau:  </a:t>
            </a:r>
            <a:r>
              <a:rPr sz="1400" b="0" i="0">
                <a:solidFill>
                  <a:srgbClr val="2B2B2B"/>
                </a:solidFill>
                <a:latin typeface="Calibri"/>
              </a:rPr>
              <a:t>thoát mức sàn và leo tới 0,840 — giá trị của một lời giải trọn vẹn.</a:t>
            </a:r>
          </a:p>
          <a:p>
            <a:pPr algn="l">
              <a:lnSpc>
                <a:spcPct val="106000"/>
              </a:lnSpc>
              <a:spcBef>
                <a:spcPts val="0"/>
              </a:spcBef>
              <a:spcAft>
                <a:spcPts val="0"/>
              </a:spcAft>
            </a:pPr>
            <a:r>
              <a:rPr sz="1350" b="0" i="1">
                <a:solidFill>
                  <a:srgbClr val="666E7E"/>
                </a:solidFill>
                <a:latin typeface="Calibri"/>
              </a:rPr>
              <a:t>Bài học dùng lại được: một hàm phần thưởng hỏng thường để lại dấu vết định lượng rất rõ ngay trên chỉ số huấn luyện, nếu biết đọc đúng chỗ.</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Thiết kế thực nghiệm — lưới đầy đủ 5 × 3</a:t>
            </a:r>
          </a:p>
        </p:txBody>
      </p:sp>
      <p:sp>
        <p:nvSpPr>
          <p:cNvPr id="3" name="Rounded Rectangle 2"/>
          <p:cNvSpPr/>
          <p:nvPr/>
        </p:nvSpPr>
        <p:spPr>
          <a:xfrm>
            <a:off x="502920" y="1060704"/>
            <a:ext cx="6912864"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6912864"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Thuật toán là phép thử để kiểm chứng môi trường, không phải đối tượng chính</a:t>
            </a:r>
          </a:p>
        </p:txBody>
      </p:sp>
      <p:sp>
        <p:nvSpPr>
          <p:cNvPr id="5" name="Rounded Rectangle 4"/>
          <p:cNvSpPr/>
          <p:nvPr/>
        </p:nvSpPr>
        <p:spPr>
          <a:xfrm>
            <a:off x="502920" y="1609344"/>
            <a:ext cx="2670048" cy="1042415"/>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700784"/>
            <a:ext cx="2670048" cy="573328"/>
          </a:xfrm>
          <a:prstGeom prst="rect">
            <a:avLst/>
          </a:prstGeom>
          <a:noFill/>
        </p:spPr>
        <p:txBody>
          <a:bodyPr wrap="none" lIns="0" tIns="0" rIns="0" bIns="0" anchor="t">
            <a:spAutoFit/>
          </a:bodyPr>
          <a:lstStyle/>
          <a:p>
            <a:pPr algn="ctr">
              <a:lnSpc>
                <a:spcPct val="100000"/>
              </a:lnSpc>
              <a:spcBef>
                <a:spcPts val="0"/>
              </a:spcBef>
              <a:spcAft>
                <a:spcPts val="0"/>
              </a:spcAft>
            </a:pPr>
            <a:r>
              <a:rPr sz="2800" b="1" i="0">
                <a:solidFill>
                  <a:srgbClr val="223771"/>
                </a:solidFill>
                <a:latin typeface="Calibri"/>
              </a:rPr>
              <a:t>15</a:t>
            </a:r>
          </a:p>
        </p:txBody>
      </p:sp>
      <p:sp>
        <p:nvSpPr>
          <p:cNvPr id="7" name="TextBox 6"/>
          <p:cNvSpPr txBox="1"/>
          <p:nvPr/>
        </p:nvSpPr>
        <p:spPr>
          <a:xfrm>
            <a:off x="502920" y="2231136"/>
            <a:ext cx="2670048" cy="365760"/>
          </a:xfrm>
          <a:prstGeom prst="rect">
            <a:avLst/>
          </a:prstGeom>
          <a:noFill/>
        </p:spPr>
        <p:txBody>
          <a:bodyPr wrap="square" lIns="0" tIns="0" rIns="0" bIns="0" anchor="t">
            <a:spAutoFit/>
          </a:bodyPr>
          <a:lstStyle/>
          <a:p>
            <a:pPr algn="ctr">
              <a:lnSpc>
                <a:spcPct val="100000"/>
              </a:lnSpc>
              <a:spcBef>
                <a:spcPts val="0"/>
              </a:spcBef>
              <a:spcAft>
                <a:spcPts val="0"/>
              </a:spcAft>
            </a:pPr>
            <a:r>
              <a:rPr sz="1200" b="0" i="0">
                <a:solidFill>
                  <a:srgbClr val="666E7E"/>
                </a:solidFill>
                <a:latin typeface="Calibri"/>
              </a:rPr>
              <a:t>lần huấn luyện đầy đủ</a:t>
            </a:r>
          </a:p>
        </p:txBody>
      </p:sp>
      <p:sp>
        <p:nvSpPr>
          <p:cNvPr id="8" name="Rounded Rectangle 7"/>
          <p:cNvSpPr/>
          <p:nvPr/>
        </p:nvSpPr>
        <p:spPr>
          <a:xfrm>
            <a:off x="3346704" y="1609344"/>
            <a:ext cx="2670048" cy="1042415"/>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46704" y="1700784"/>
            <a:ext cx="2670048" cy="573328"/>
          </a:xfrm>
          <a:prstGeom prst="rect">
            <a:avLst/>
          </a:prstGeom>
          <a:noFill/>
        </p:spPr>
        <p:txBody>
          <a:bodyPr wrap="none" lIns="0" tIns="0" rIns="0" bIns="0" anchor="t">
            <a:spAutoFit/>
          </a:bodyPr>
          <a:lstStyle/>
          <a:p>
            <a:pPr algn="ctr">
              <a:lnSpc>
                <a:spcPct val="100000"/>
              </a:lnSpc>
              <a:spcBef>
                <a:spcPts val="0"/>
              </a:spcBef>
              <a:spcAft>
                <a:spcPts val="0"/>
              </a:spcAft>
            </a:pPr>
            <a:r>
              <a:rPr sz="2800" b="1" i="0">
                <a:solidFill>
                  <a:srgbClr val="223771"/>
                </a:solidFill>
                <a:latin typeface="Calibri"/>
              </a:rPr>
              <a:t>5</a:t>
            </a:r>
          </a:p>
        </p:txBody>
      </p:sp>
      <p:sp>
        <p:nvSpPr>
          <p:cNvPr id="10" name="TextBox 9"/>
          <p:cNvSpPr txBox="1"/>
          <p:nvPr/>
        </p:nvSpPr>
        <p:spPr>
          <a:xfrm>
            <a:off x="3346704" y="2231136"/>
            <a:ext cx="2670048" cy="365760"/>
          </a:xfrm>
          <a:prstGeom prst="rect">
            <a:avLst/>
          </a:prstGeom>
          <a:noFill/>
        </p:spPr>
        <p:txBody>
          <a:bodyPr wrap="square" lIns="0" tIns="0" rIns="0" bIns="0" anchor="t">
            <a:spAutoFit/>
          </a:bodyPr>
          <a:lstStyle/>
          <a:p>
            <a:pPr algn="ctr">
              <a:lnSpc>
                <a:spcPct val="100000"/>
              </a:lnSpc>
              <a:spcBef>
                <a:spcPts val="0"/>
              </a:spcBef>
              <a:spcAft>
                <a:spcPts val="0"/>
              </a:spcAft>
            </a:pPr>
            <a:r>
              <a:rPr sz="1200" b="0" i="0">
                <a:solidFill>
                  <a:srgbClr val="666E7E"/>
                </a:solidFill>
                <a:latin typeface="Calibri"/>
              </a:rPr>
              <a:t>thuật toán làm phép thử</a:t>
            </a:r>
          </a:p>
        </p:txBody>
      </p:sp>
      <p:sp>
        <p:nvSpPr>
          <p:cNvPr id="11" name="Rounded Rectangle 10"/>
          <p:cNvSpPr/>
          <p:nvPr/>
        </p:nvSpPr>
        <p:spPr>
          <a:xfrm>
            <a:off x="6190488" y="1609344"/>
            <a:ext cx="2670048" cy="1042415"/>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90488" y="1700784"/>
            <a:ext cx="2670048" cy="573328"/>
          </a:xfrm>
          <a:prstGeom prst="rect">
            <a:avLst/>
          </a:prstGeom>
          <a:noFill/>
        </p:spPr>
        <p:txBody>
          <a:bodyPr wrap="none" lIns="0" tIns="0" rIns="0" bIns="0" anchor="t">
            <a:spAutoFit/>
          </a:bodyPr>
          <a:lstStyle/>
          <a:p>
            <a:pPr algn="ctr">
              <a:lnSpc>
                <a:spcPct val="100000"/>
              </a:lnSpc>
              <a:spcBef>
                <a:spcPts val="0"/>
              </a:spcBef>
              <a:spcAft>
                <a:spcPts val="0"/>
              </a:spcAft>
            </a:pPr>
            <a:r>
              <a:rPr sz="2800" b="1" i="0">
                <a:solidFill>
                  <a:srgbClr val="223771"/>
                </a:solidFill>
                <a:latin typeface="Calibri"/>
              </a:rPr>
              <a:t>3</a:t>
            </a:r>
          </a:p>
        </p:txBody>
      </p:sp>
      <p:sp>
        <p:nvSpPr>
          <p:cNvPr id="13" name="TextBox 12"/>
          <p:cNvSpPr txBox="1"/>
          <p:nvPr/>
        </p:nvSpPr>
        <p:spPr>
          <a:xfrm>
            <a:off x="6190488" y="2231136"/>
            <a:ext cx="2670048" cy="365760"/>
          </a:xfrm>
          <a:prstGeom prst="rect">
            <a:avLst/>
          </a:prstGeom>
          <a:noFill/>
        </p:spPr>
        <p:txBody>
          <a:bodyPr wrap="square" lIns="0" tIns="0" rIns="0" bIns="0" anchor="t">
            <a:spAutoFit/>
          </a:bodyPr>
          <a:lstStyle/>
          <a:p>
            <a:pPr algn="ctr">
              <a:lnSpc>
                <a:spcPct val="100000"/>
              </a:lnSpc>
              <a:spcBef>
                <a:spcPts val="0"/>
              </a:spcBef>
              <a:spcAft>
                <a:spcPts val="0"/>
              </a:spcAft>
            </a:pPr>
            <a:r>
              <a:rPr sz="1200" b="0" i="0">
                <a:solidFill>
                  <a:srgbClr val="666E7E"/>
                </a:solidFill>
                <a:latin typeface="Calibri"/>
              </a:rPr>
              <a:t>môi trường game 3D</a:t>
            </a:r>
          </a:p>
        </p:txBody>
      </p:sp>
      <p:sp>
        <p:nvSpPr>
          <p:cNvPr id="14" name="Rounded Rectangle 13"/>
          <p:cNvSpPr/>
          <p:nvPr/>
        </p:nvSpPr>
        <p:spPr>
          <a:xfrm>
            <a:off x="9034272" y="1609344"/>
            <a:ext cx="2670048" cy="1042415"/>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034272" y="1700784"/>
            <a:ext cx="2670048" cy="573328"/>
          </a:xfrm>
          <a:prstGeom prst="rect">
            <a:avLst/>
          </a:prstGeom>
          <a:noFill/>
        </p:spPr>
        <p:txBody>
          <a:bodyPr wrap="none" lIns="0" tIns="0" rIns="0" bIns="0" anchor="t">
            <a:spAutoFit/>
          </a:bodyPr>
          <a:lstStyle/>
          <a:p>
            <a:pPr algn="ctr">
              <a:lnSpc>
                <a:spcPct val="100000"/>
              </a:lnSpc>
              <a:spcBef>
                <a:spcPts val="0"/>
              </a:spcBef>
              <a:spcAft>
                <a:spcPts val="0"/>
              </a:spcAft>
            </a:pPr>
            <a:r>
              <a:rPr sz="2800" b="1" i="0">
                <a:solidFill>
                  <a:srgbClr val="223771"/>
                </a:solidFill>
                <a:latin typeface="Calibri"/>
              </a:rPr>
              <a:t>×8</a:t>
            </a:r>
          </a:p>
        </p:txBody>
      </p:sp>
      <p:sp>
        <p:nvSpPr>
          <p:cNvPr id="16" name="TextBox 15"/>
          <p:cNvSpPr txBox="1"/>
          <p:nvPr/>
        </p:nvSpPr>
        <p:spPr>
          <a:xfrm>
            <a:off x="9034272" y="2231136"/>
            <a:ext cx="2670048" cy="365760"/>
          </a:xfrm>
          <a:prstGeom prst="rect">
            <a:avLst/>
          </a:prstGeom>
          <a:noFill/>
        </p:spPr>
        <p:txBody>
          <a:bodyPr wrap="square" lIns="0" tIns="0" rIns="0" bIns="0" anchor="t">
            <a:spAutoFit/>
          </a:bodyPr>
          <a:lstStyle/>
          <a:p>
            <a:pPr algn="ctr">
              <a:lnSpc>
                <a:spcPct val="100000"/>
              </a:lnSpc>
              <a:spcBef>
                <a:spcPts val="0"/>
              </a:spcBef>
              <a:spcAft>
                <a:spcPts val="0"/>
              </a:spcAft>
            </a:pPr>
            <a:r>
              <a:rPr sz="1200" b="0" i="0">
                <a:solidFill>
                  <a:srgbClr val="666E7E"/>
                </a:solidFill>
                <a:latin typeface="Calibri"/>
              </a:rPr>
              <a:t>khu vực chạy song song</a:t>
            </a:r>
          </a:p>
        </p:txBody>
      </p:sp>
      <p:sp>
        <p:nvSpPr>
          <p:cNvPr id="17" name="Rounded Rectangle 16"/>
          <p:cNvSpPr/>
          <p:nvPr/>
        </p:nvSpPr>
        <p:spPr>
          <a:xfrm>
            <a:off x="502920" y="2852928"/>
            <a:ext cx="2313432"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852928"/>
            <a:ext cx="2313432"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Ma trận thực nghiệm 3 × 5</a:t>
            </a:r>
          </a:p>
        </p:txBody>
      </p:sp>
      <p:graphicFrame>
        <p:nvGraphicFramePr>
          <p:cNvPr id="19" name="Table 18"/>
          <p:cNvGraphicFramePr>
            <a:graphicFrameLocks noGrp="1"/>
          </p:cNvGraphicFramePr>
          <p:nvPr/>
        </p:nvGraphicFramePr>
        <p:xfrm>
          <a:off x="502920" y="3310128"/>
          <a:ext cx="6537959" cy="1463040"/>
        </p:xfrm>
        <a:graphic>
          <a:graphicData uri="http://schemas.openxmlformats.org/drawingml/2006/table">
            <a:tbl>
              <a:tblPr firstRow="1">
                <a:tableStyleId>{5C22544A-7EE6-4342-B048-85BDC9FD1C3A}</a:tableStyleId>
              </a:tblPr>
              <a:tblGrid>
                <a:gridCol w="1927859"/>
                <a:gridCol w="838200"/>
                <a:gridCol w="838200"/>
                <a:gridCol w="1089660"/>
                <a:gridCol w="922020"/>
                <a:gridCol w="922020"/>
              </a:tblGrid>
              <a:tr h="365760">
                <a:tc>
                  <a:txBody>
                    <a:bodyPr wrap="square"/>
                    <a:lstStyle/>
                    <a:p>
                      <a:pPr algn="ctr"/>
                      <a:r>
                        <a:rPr sz="1250" b="1">
                          <a:solidFill>
                            <a:srgbClr val="FFFFFF"/>
                          </a:solidFill>
                          <a:latin typeface="Calibri"/>
                        </a:rPr>
                        <a:t>Môi trường</a:t>
                      </a:r>
                    </a:p>
                  </a:txBody>
                  <a:tcPr marL="64008" marR="64008" marT="18288" marB="18288" anchor="ctr">
                    <a:solidFill>
                      <a:srgbClr val="223771"/>
                    </a:solidFill>
                  </a:tcPr>
                </a:tc>
                <a:tc>
                  <a:txBody>
                    <a:bodyPr wrap="square"/>
                    <a:lstStyle/>
                    <a:p>
                      <a:pPr algn="ctr"/>
                      <a:r>
                        <a:rPr sz="1250" b="1">
                          <a:solidFill>
                            <a:srgbClr val="FFFFFF"/>
                          </a:solidFill>
                          <a:latin typeface="Calibri"/>
                        </a:rPr>
                        <a:t>PPO</a:t>
                      </a:r>
                    </a:p>
                  </a:txBody>
                  <a:tcPr marL="64008" marR="64008" marT="18288" marB="18288" anchor="ctr">
                    <a:solidFill>
                      <a:srgbClr val="223771"/>
                    </a:solidFill>
                  </a:tcPr>
                </a:tc>
                <a:tc>
                  <a:txBody>
                    <a:bodyPr wrap="square"/>
                    <a:lstStyle/>
                    <a:p>
                      <a:pPr algn="ctr"/>
                      <a:r>
                        <a:rPr sz="1250" b="1">
                          <a:solidFill>
                            <a:srgbClr val="FFFFFF"/>
                          </a:solidFill>
                          <a:latin typeface="Calibri"/>
                        </a:rPr>
                        <a:t>SAC</a:t>
                      </a:r>
                    </a:p>
                  </a:txBody>
                  <a:tcPr marL="64008" marR="64008" marT="18288" marB="18288" anchor="ctr">
                    <a:solidFill>
                      <a:srgbClr val="223771"/>
                    </a:solidFill>
                  </a:tcPr>
                </a:tc>
                <a:tc>
                  <a:txBody>
                    <a:bodyPr wrap="square"/>
                    <a:lstStyle/>
                    <a:p>
                      <a:pPr algn="ctr"/>
                      <a:r>
                        <a:rPr sz="1250" b="1">
                          <a:solidFill>
                            <a:srgbClr val="FFFFFF"/>
                          </a:solidFill>
                          <a:latin typeface="Calibri"/>
                        </a:rPr>
                        <a:t>MA-POCA</a:t>
                      </a:r>
                    </a:p>
                  </a:txBody>
                  <a:tcPr marL="64008" marR="64008" marT="18288" marB="18288" anchor="ctr">
                    <a:solidFill>
                      <a:srgbClr val="223771"/>
                    </a:solidFill>
                  </a:tcPr>
                </a:tc>
                <a:tc>
                  <a:txBody>
                    <a:bodyPr wrap="square"/>
                    <a:lstStyle/>
                    <a:p>
                      <a:pPr algn="ctr"/>
                      <a:r>
                        <a:rPr sz="1250" b="1">
                          <a:solidFill>
                            <a:srgbClr val="FFFFFF"/>
                          </a:solidFill>
                          <a:latin typeface="Calibri"/>
                        </a:rPr>
                        <a:t>MAPPO</a:t>
                      </a:r>
                    </a:p>
                  </a:txBody>
                  <a:tcPr marL="64008" marR="64008" marT="18288" marB="18288" anchor="ctr">
                    <a:solidFill>
                      <a:srgbClr val="223771"/>
                    </a:solidFill>
                  </a:tcPr>
                </a:tc>
                <a:tc>
                  <a:txBody>
                    <a:bodyPr wrap="square"/>
                    <a:lstStyle/>
                    <a:p>
                      <a:pPr algn="ctr"/>
                      <a:r>
                        <a:rPr sz="1250" b="1">
                          <a:solidFill>
                            <a:srgbClr val="FFFFFF"/>
                          </a:solidFill>
                          <a:latin typeface="Calibri"/>
                        </a:rPr>
                        <a:t>DQN</a:t>
                      </a:r>
                    </a:p>
                  </a:txBody>
                  <a:tcPr marL="64008" marR="64008" marT="18288" marB="18288" anchor="ctr">
                    <a:solidFill>
                      <a:srgbClr val="223771"/>
                    </a:solidFill>
                  </a:tcPr>
                </a:tc>
              </a:tr>
              <a:tr h="365760">
                <a:tc>
                  <a:txBody>
                    <a:bodyPr wrap="square"/>
                    <a:lstStyle/>
                    <a:p>
                      <a:pPr algn="l"/>
                      <a:r>
                        <a:rPr sz="1300" b="1">
                          <a:solidFill>
                            <a:srgbClr val="2B2B2B"/>
                          </a:solidFill>
                          <a:latin typeface="Calibri"/>
                        </a:rPr>
                        <a:t>Football Table</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c>
                  <a:txBody>
                    <a:bodyPr wrap="square"/>
                    <a:lstStyle/>
                    <a:p>
                      <a:pPr algn="ctr"/>
                      <a:r>
                        <a:rPr sz="1300" b="0">
                          <a:solidFill>
                            <a:srgbClr val="2B2B2B"/>
                          </a:solidFill>
                          <a:latin typeface="Calibri"/>
                        </a:rPr>
                        <a:t>✓ *</a:t>
                      </a:r>
                    </a:p>
                  </a:txBody>
                  <a:tcPr marL="64008" marR="64008" marT="18288" marB="18288" anchor="ctr">
                    <a:solidFill>
                      <a:srgbClr val="FFFFFF"/>
                    </a:solidFill>
                  </a:tcPr>
                </a:tc>
              </a:tr>
              <a:tr h="365760">
                <a:tc>
                  <a:txBody>
                    <a:bodyPr wrap="square"/>
                    <a:lstStyle/>
                    <a:p>
                      <a:pPr algn="l"/>
                      <a:r>
                        <a:rPr sz="1300" b="1">
                          <a:solidFill>
                            <a:srgbClr val="2B2B2B"/>
                          </a:solidFill>
                          <a:latin typeface="Calibri"/>
                        </a:rPr>
                        <a:t>Capture The Flag</a:t>
                      </a:r>
                    </a:p>
                  </a:txBody>
                  <a:tcPr marL="64008" marR="64008" marT="18288" marB="18288" anchor="ctr">
                    <a:solidFill>
                      <a:srgbClr val="F1F4FA"/>
                    </a:solidFill>
                  </a:tcPr>
                </a:tc>
                <a:tc>
                  <a:txBody>
                    <a:bodyPr wrap="square"/>
                    <a:lstStyle/>
                    <a:p>
                      <a:pPr algn="ctr"/>
                      <a:r>
                        <a:rPr sz="1300" b="0">
                          <a:solidFill>
                            <a:srgbClr val="2B2B2B"/>
                          </a:solidFill>
                          <a:latin typeface="Calibri"/>
                        </a:rPr>
                        <a:t>✓</a:t>
                      </a:r>
                    </a:p>
                  </a:txBody>
                  <a:tcPr marL="64008" marR="64008" marT="18288" marB="18288" anchor="ctr">
                    <a:solidFill>
                      <a:srgbClr val="F1F4FA"/>
                    </a:solidFill>
                  </a:tcPr>
                </a:tc>
                <a:tc>
                  <a:txBody>
                    <a:bodyPr wrap="square"/>
                    <a:lstStyle/>
                    <a:p>
                      <a:pPr algn="ctr"/>
                      <a:r>
                        <a:rPr sz="1300" b="0">
                          <a:solidFill>
                            <a:srgbClr val="2B2B2B"/>
                          </a:solidFill>
                          <a:latin typeface="Calibri"/>
                        </a:rPr>
                        <a:t>✓</a:t>
                      </a:r>
                    </a:p>
                  </a:txBody>
                  <a:tcPr marL="64008" marR="64008" marT="18288" marB="18288" anchor="ctr">
                    <a:solidFill>
                      <a:srgbClr val="F1F4FA"/>
                    </a:solidFill>
                  </a:tcPr>
                </a:tc>
                <a:tc>
                  <a:txBody>
                    <a:bodyPr wrap="square"/>
                    <a:lstStyle/>
                    <a:p>
                      <a:pPr algn="ctr"/>
                      <a:r>
                        <a:rPr sz="1300" b="0">
                          <a:solidFill>
                            <a:srgbClr val="2B2B2B"/>
                          </a:solidFill>
                          <a:latin typeface="Calibri"/>
                        </a:rPr>
                        <a:t>✓</a:t>
                      </a:r>
                    </a:p>
                  </a:txBody>
                  <a:tcPr marL="64008" marR="64008" marT="18288" marB="18288" anchor="ctr">
                    <a:solidFill>
                      <a:srgbClr val="F1F4FA"/>
                    </a:solidFill>
                  </a:tcPr>
                </a:tc>
                <a:tc>
                  <a:txBody>
                    <a:bodyPr wrap="square"/>
                    <a:lstStyle/>
                    <a:p>
                      <a:pPr algn="ctr"/>
                      <a:r>
                        <a:rPr sz="1300" b="0">
                          <a:solidFill>
                            <a:srgbClr val="2B2B2B"/>
                          </a:solidFill>
                          <a:latin typeface="Calibri"/>
                        </a:rPr>
                        <a:t>✓</a:t>
                      </a:r>
                    </a:p>
                  </a:txBody>
                  <a:tcPr marL="64008" marR="64008" marT="18288" marB="18288" anchor="ctr">
                    <a:solidFill>
                      <a:srgbClr val="F1F4FA"/>
                    </a:solidFill>
                  </a:tcPr>
                </a:tc>
                <a:tc>
                  <a:txBody>
                    <a:bodyPr wrap="square"/>
                    <a:lstStyle/>
                    <a:p>
                      <a:pPr algn="ctr"/>
                      <a:r>
                        <a:rPr sz="1300" b="0">
                          <a:solidFill>
                            <a:srgbClr val="2B2B2B"/>
                          </a:solidFill>
                          <a:latin typeface="Calibri"/>
                        </a:rPr>
                        <a:t>✓</a:t>
                      </a:r>
                    </a:p>
                  </a:txBody>
                  <a:tcPr marL="64008" marR="64008" marT="18288" marB="18288" anchor="ctr">
                    <a:solidFill>
                      <a:srgbClr val="F1F4FA"/>
                    </a:solidFill>
                  </a:tcPr>
                </a:tc>
              </a:tr>
              <a:tr h="365760">
                <a:tc>
                  <a:txBody>
                    <a:bodyPr wrap="square"/>
                    <a:lstStyle/>
                    <a:p>
                      <a:pPr algn="l"/>
                      <a:r>
                        <a:rPr sz="1300" b="1">
                          <a:solidFill>
                            <a:srgbClr val="2B2B2B"/>
                          </a:solidFill>
                          <a:latin typeface="Calibri"/>
                        </a:rPr>
                        <a:t>Cross The Road</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c>
                  <a:txBody>
                    <a:bodyPr wrap="square"/>
                    <a:lstStyle/>
                    <a:p>
                      <a:pPr algn="ctr"/>
                      <a:r>
                        <a:rPr sz="1300" b="0">
                          <a:solidFill>
                            <a:srgbClr val="2B2B2B"/>
                          </a:solidFill>
                          <a:latin typeface="Calibri"/>
                        </a:rPr>
                        <a:t>✓</a:t>
                      </a:r>
                    </a:p>
                  </a:txBody>
                  <a:tcPr marL="64008" marR="64008" marT="18288" marB="18288" anchor="ctr">
                    <a:solidFill>
                      <a:srgbClr val="FFFFFF"/>
                    </a:solidFill>
                  </a:tcPr>
                </a:tc>
              </a:tr>
            </a:tbl>
          </a:graphicData>
        </a:graphic>
      </p:graphicFrame>
      <p:sp>
        <p:nvSpPr>
          <p:cNvPr id="20" name="TextBox 19"/>
          <p:cNvSpPr txBox="1"/>
          <p:nvPr/>
        </p:nvSpPr>
        <p:spPr>
          <a:xfrm>
            <a:off x="502920" y="4919472"/>
            <a:ext cx="653796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 DQN chỉ nhận hành động rời rạc nên Football Table cần một bản dựng 8 nhánh × 3 mức riêng, chạy không có tự chơi.</a:t>
            </a:r>
          </a:p>
        </p:txBody>
      </p:sp>
      <p:sp>
        <p:nvSpPr>
          <p:cNvPr id="21" name="Rounded Rectangle 20"/>
          <p:cNvSpPr/>
          <p:nvPr/>
        </p:nvSpPr>
        <p:spPr>
          <a:xfrm>
            <a:off x="7269480" y="2852928"/>
            <a:ext cx="2578608"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69480" y="2852928"/>
            <a:ext cx="2578608"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Ngân sách bước và phần cứng</a:t>
            </a:r>
          </a:p>
        </p:txBody>
      </p:sp>
      <p:sp>
        <p:nvSpPr>
          <p:cNvPr id="23" name="Rounded Rectangle 22"/>
          <p:cNvSpPr/>
          <p:nvPr/>
        </p:nvSpPr>
        <p:spPr>
          <a:xfrm>
            <a:off x="7269480" y="3310128"/>
            <a:ext cx="4434840" cy="1975104"/>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79" y="3456432"/>
            <a:ext cx="3977639"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23771"/>
                </a:solidFill>
                <a:latin typeface="Calibri"/>
              </a:rPr>
              <a:t>Cross The Road</a:t>
            </a:r>
            <a:r>
              <a:rPr sz="1300" b="0" i="0">
                <a:solidFill>
                  <a:srgbClr val="2B2B2B"/>
                </a:solidFill>
                <a:latin typeface="Calibri"/>
              </a:rPr>
              <a:t>   2.000.000 bước</a:t>
            </a:r>
          </a:p>
        </p:txBody>
      </p:sp>
      <p:sp>
        <p:nvSpPr>
          <p:cNvPr id="25" name="TextBox 24"/>
          <p:cNvSpPr txBox="1"/>
          <p:nvPr/>
        </p:nvSpPr>
        <p:spPr>
          <a:xfrm>
            <a:off x="7498079" y="3813048"/>
            <a:ext cx="3977639"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23771"/>
                </a:solidFill>
                <a:latin typeface="Calibri"/>
              </a:rPr>
              <a:t>Capture The Flag</a:t>
            </a:r>
            <a:r>
              <a:rPr sz="1300" b="0" i="0">
                <a:solidFill>
                  <a:srgbClr val="2B2B2B"/>
                </a:solidFill>
                <a:latin typeface="Calibri"/>
              </a:rPr>
              <a:t>   1.700.000 bước</a:t>
            </a:r>
          </a:p>
        </p:txBody>
      </p:sp>
      <p:sp>
        <p:nvSpPr>
          <p:cNvPr id="26" name="TextBox 25"/>
          <p:cNvSpPr txBox="1"/>
          <p:nvPr/>
        </p:nvSpPr>
        <p:spPr>
          <a:xfrm>
            <a:off x="7498079" y="4169663"/>
            <a:ext cx="3977639"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23771"/>
                </a:solidFill>
                <a:latin typeface="Calibri"/>
              </a:rPr>
              <a:t>Football Table</a:t>
            </a:r>
            <a:r>
              <a:rPr sz="1300" b="0" i="0">
                <a:solidFill>
                  <a:srgbClr val="2B2B2B"/>
                </a:solidFill>
                <a:latin typeface="Calibri"/>
              </a:rPr>
              <a:t>   1.600.000 bước</a:t>
            </a:r>
          </a:p>
        </p:txBody>
      </p:sp>
      <p:sp>
        <p:nvSpPr>
          <p:cNvPr id="27" name="TextBox 26"/>
          <p:cNvSpPr txBox="1"/>
          <p:nvPr/>
        </p:nvSpPr>
        <p:spPr>
          <a:xfrm>
            <a:off x="7498079" y="4526279"/>
            <a:ext cx="3977639"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23771"/>
                </a:solidFill>
                <a:latin typeface="Calibri"/>
              </a:rPr>
              <a:t>Phần cứng</a:t>
            </a:r>
            <a:r>
              <a:rPr sz="1300" b="0" i="0">
                <a:solidFill>
                  <a:srgbClr val="2B2B2B"/>
                </a:solidFill>
                <a:latin typeface="Calibri"/>
              </a:rPr>
              <a:t>   i5-14600KF · RTX 3050 · 32 GB</a:t>
            </a:r>
          </a:p>
        </p:txBody>
      </p:sp>
      <p:sp>
        <p:nvSpPr>
          <p:cNvPr id="28" name="TextBox 27"/>
          <p:cNvSpPr txBox="1"/>
          <p:nvPr/>
        </p:nvSpPr>
        <p:spPr>
          <a:xfrm>
            <a:off x="7498079" y="4882895"/>
            <a:ext cx="3977639"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23771"/>
                </a:solidFill>
                <a:latin typeface="Calibri"/>
              </a:rPr>
              <a:t>Nền tảng</a:t>
            </a:r>
            <a:r>
              <a:rPr sz="1300" b="0" i="0">
                <a:solidFill>
                  <a:srgbClr val="2B2B2B"/>
                </a:solidFill>
                <a:latin typeface="Calibri"/>
              </a:rPr>
              <a:t>   Unity 6000.3 · ML-Agents 4.0.2</a:t>
            </a:r>
          </a:p>
        </p:txBody>
      </p:sp>
      <p:sp>
        <p:nvSpPr>
          <p:cNvPr id="29" name="Rounded Rectangle 28"/>
          <p:cNvSpPr/>
          <p:nvPr/>
        </p:nvSpPr>
        <p:spPr>
          <a:xfrm>
            <a:off x="502920" y="5431536"/>
            <a:ext cx="11201400" cy="841248"/>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9808" y="5559552"/>
            <a:ext cx="10707624" cy="603504"/>
          </a:xfrm>
          <a:prstGeom prst="rect">
            <a:avLst/>
          </a:prstGeom>
          <a:noFill/>
        </p:spPr>
        <p:txBody>
          <a:bodyPr wrap="square" lIns="0" tIns="0" rIns="0" bIns="0" anchor="t">
            <a:spAutoFit/>
          </a:bodyPr>
          <a:lstStyle/>
          <a:p>
            <a:pPr algn="l">
              <a:lnSpc>
                <a:spcPct val="112000"/>
              </a:lnSpc>
              <a:spcBef>
                <a:spcPts val="0"/>
              </a:spcBef>
              <a:spcAft>
                <a:spcPts val="0"/>
              </a:spcAft>
            </a:pPr>
            <a:r>
              <a:rPr sz="1400" b="1" i="0">
                <a:solidFill>
                  <a:srgbClr val="223771"/>
                </a:solidFill>
                <a:latin typeface="Calibri"/>
              </a:rPr>
              <a:t>Trong từng môi trường, cả năm thuật toán dùng chung một ngân sách bước và cùng phần cứng. </a:t>
            </a:r>
            <a:r>
              <a:rPr sz="1400" b="0" i="0">
                <a:solidFill>
                  <a:srgbClr val="2B2B2B"/>
                </a:solidFill>
                <a:latin typeface="Calibri"/>
              </a:rPr>
              <a:t>Một môi trường chỉ được coi là kiểm chứng chắc chắn khi nó phản ứng nhất quán trước nhiều hướng tiếp cận khác nguyên lý.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Tiêu chí nghiệm thu môi trường</a:t>
            </a:r>
          </a:p>
        </p:txBody>
      </p:sp>
      <p:sp>
        <p:nvSpPr>
          <p:cNvPr id="3" name="Rounded Rectangle 2"/>
          <p:cNvSpPr/>
          <p:nvPr/>
        </p:nvSpPr>
        <p:spPr>
          <a:xfrm>
            <a:off x="502920" y="1060704"/>
            <a:ext cx="3995928"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3995928"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Ba tiêu chí bắt buộc và bốn chỉ số đo đi kèm</a:t>
            </a:r>
          </a:p>
        </p:txBody>
      </p:sp>
      <p:sp>
        <p:nvSpPr>
          <p:cNvPr id="5" name="Rounded Rectangle 4"/>
          <p:cNvSpPr/>
          <p:nvPr/>
        </p:nvSpPr>
        <p:spPr>
          <a:xfrm>
            <a:off x="502920" y="1609344"/>
            <a:ext cx="3611880" cy="212140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664" y="1810512"/>
            <a:ext cx="384048" cy="384048"/>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①</a:t>
            </a:r>
          </a:p>
        </p:txBody>
      </p:sp>
      <p:sp>
        <p:nvSpPr>
          <p:cNvPr id="7" name="TextBox 6"/>
          <p:cNvSpPr txBox="1"/>
          <p:nvPr/>
        </p:nvSpPr>
        <p:spPr>
          <a:xfrm>
            <a:off x="1234440" y="1847088"/>
            <a:ext cx="2651760" cy="329184"/>
          </a:xfrm>
          <a:prstGeom prst="rect">
            <a:avLst/>
          </a:prstGeom>
          <a:noFill/>
        </p:spPr>
        <p:txBody>
          <a:bodyPr wrap="none" lIns="0" tIns="0" rIns="0" bIns="0" anchor="t">
            <a:spAutoFit/>
          </a:bodyPr>
          <a:lstStyle/>
          <a:p>
            <a:pPr algn="l">
              <a:lnSpc>
                <a:spcPct val="100000"/>
              </a:lnSpc>
              <a:spcBef>
                <a:spcPts val="0"/>
              </a:spcBef>
              <a:spcAft>
                <a:spcPts val="0"/>
              </a:spcAft>
            </a:pPr>
            <a:r>
              <a:rPr sz="1600" b="1" i="0">
                <a:solidFill>
                  <a:srgbClr val="223771"/>
                </a:solidFill>
                <a:latin typeface="Calibri"/>
              </a:rPr>
              <a:t>HỌC ĐƯỢC</a:t>
            </a:r>
          </a:p>
        </p:txBody>
      </p:sp>
      <p:sp>
        <p:nvSpPr>
          <p:cNvPr id="8" name="TextBox 7"/>
          <p:cNvSpPr txBox="1"/>
          <p:nvPr/>
        </p:nvSpPr>
        <p:spPr>
          <a:xfrm>
            <a:off x="740664" y="2304288"/>
            <a:ext cx="3136392" cy="1280160"/>
          </a:xfrm>
          <a:prstGeom prst="rect">
            <a:avLst/>
          </a:prstGeom>
          <a:noFill/>
        </p:spPr>
        <p:txBody>
          <a:bodyPr wrap="square" lIns="0" tIns="0" rIns="0" bIns="0" anchor="ctr">
            <a:spAutoFit/>
          </a:bodyPr>
          <a:lstStyle/>
          <a:p>
            <a:pPr algn="l">
              <a:lnSpc>
                <a:spcPct val="110000"/>
              </a:lnSpc>
              <a:spcBef>
                <a:spcPts val="0"/>
              </a:spcBef>
              <a:spcAft>
                <a:spcPts val="0"/>
              </a:spcAft>
            </a:pPr>
            <a:r>
              <a:rPr sz="1350" b="0" i="0">
                <a:solidFill>
                  <a:srgbClr val="2B2B2B"/>
                </a:solidFill>
                <a:latin typeface="Calibri"/>
              </a:rPr>
              <a:t>Ít nhất 4 trên 5 thuật toán phải tiến bộ rõ rệt so với lúc khởi tạo. Nếu không thuật toán nào học được, lỗi nằm ở đặc tả chứ không ở thuật toán.</a:t>
            </a:r>
          </a:p>
        </p:txBody>
      </p:sp>
      <p:sp>
        <p:nvSpPr>
          <p:cNvPr id="9" name="Rounded Rectangle 8"/>
          <p:cNvSpPr/>
          <p:nvPr/>
        </p:nvSpPr>
        <p:spPr>
          <a:xfrm>
            <a:off x="4297680" y="1609344"/>
            <a:ext cx="3611880" cy="212140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35424" y="1810512"/>
            <a:ext cx="384048" cy="384048"/>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②</a:t>
            </a:r>
          </a:p>
        </p:txBody>
      </p:sp>
      <p:sp>
        <p:nvSpPr>
          <p:cNvPr id="11" name="TextBox 10"/>
          <p:cNvSpPr txBox="1"/>
          <p:nvPr/>
        </p:nvSpPr>
        <p:spPr>
          <a:xfrm>
            <a:off x="5029200" y="1847088"/>
            <a:ext cx="2651760" cy="329184"/>
          </a:xfrm>
          <a:prstGeom prst="rect">
            <a:avLst/>
          </a:prstGeom>
          <a:noFill/>
        </p:spPr>
        <p:txBody>
          <a:bodyPr wrap="none" lIns="0" tIns="0" rIns="0" bIns="0" anchor="t">
            <a:spAutoFit/>
          </a:bodyPr>
          <a:lstStyle/>
          <a:p>
            <a:pPr algn="l">
              <a:lnSpc>
                <a:spcPct val="100000"/>
              </a:lnSpc>
              <a:spcBef>
                <a:spcPts val="0"/>
              </a:spcBef>
              <a:spcAft>
                <a:spcPts val="0"/>
              </a:spcAft>
            </a:pPr>
            <a:r>
              <a:rPr sz="1600" b="1" i="0">
                <a:solidFill>
                  <a:srgbClr val="223771"/>
                </a:solidFill>
                <a:latin typeface="Calibri"/>
              </a:rPr>
              <a:t>PHÂN BIỆT ĐƯỢC</a:t>
            </a:r>
          </a:p>
        </p:txBody>
      </p:sp>
      <p:sp>
        <p:nvSpPr>
          <p:cNvPr id="12" name="TextBox 11"/>
          <p:cNvSpPr txBox="1"/>
          <p:nvPr/>
        </p:nvSpPr>
        <p:spPr>
          <a:xfrm>
            <a:off x="4535424" y="2304288"/>
            <a:ext cx="3136392" cy="1280160"/>
          </a:xfrm>
          <a:prstGeom prst="rect">
            <a:avLst/>
          </a:prstGeom>
          <a:noFill/>
        </p:spPr>
        <p:txBody>
          <a:bodyPr wrap="square" lIns="0" tIns="0" rIns="0" bIns="0" anchor="ctr">
            <a:spAutoFit/>
          </a:bodyPr>
          <a:lstStyle/>
          <a:p>
            <a:pPr algn="l">
              <a:lnSpc>
                <a:spcPct val="110000"/>
              </a:lnSpc>
              <a:spcBef>
                <a:spcPts val="0"/>
              </a:spcBef>
              <a:spcAft>
                <a:spcPts val="0"/>
              </a:spcAft>
            </a:pPr>
            <a:r>
              <a:rPr sz="1350" b="0" i="0">
                <a:solidFill>
                  <a:srgbClr val="2B2B2B"/>
                </a:solidFill>
                <a:latin typeface="Calibri"/>
              </a:rPr>
              <a:t>Các hướng tiếp cận khác nguyên lý phải tách được nhau trên chỉ số đo. Một môi trường cho mọi thuật toán cùng một điểm thì không dùng để so sánh được.</a:t>
            </a:r>
          </a:p>
        </p:txBody>
      </p:sp>
      <p:sp>
        <p:nvSpPr>
          <p:cNvPr id="13" name="Rounded Rectangle 12"/>
          <p:cNvSpPr/>
          <p:nvPr/>
        </p:nvSpPr>
        <p:spPr>
          <a:xfrm>
            <a:off x="8092440" y="1609344"/>
            <a:ext cx="3611880" cy="212140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330184" y="1810512"/>
            <a:ext cx="384048" cy="384048"/>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③</a:t>
            </a:r>
          </a:p>
        </p:txBody>
      </p:sp>
      <p:sp>
        <p:nvSpPr>
          <p:cNvPr id="15" name="TextBox 14"/>
          <p:cNvSpPr txBox="1"/>
          <p:nvPr/>
        </p:nvSpPr>
        <p:spPr>
          <a:xfrm>
            <a:off x="8823960" y="1847088"/>
            <a:ext cx="2651760" cy="329184"/>
          </a:xfrm>
          <a:prstGeom prst="rect">
            <a:avLst/>
          </a:prstGeom>
          <a:noFill/>
        </p:spPr>
        <p:txBody>
          <a:bodyPr wrap="none" lIns="0" tIns="0" rIns="0" bIns="0" anchor="t">
            <a:spAutoFit/>
          </a:bodyPr>
          <a:lstStyle/>
          <a:p>
            <a:pPr algn="l">
              <a:lnSpc>
                <a:spcPct val="100000"/>
              </a:lnSpc>
              <a:spcBef>
                <a:spcPts val="0"/>
              </a:spcBef>
              <a:spcAft>
                <a:spcPts val="0"/>
              </a:spcAft>
            </a:pPr>
            <a:r>
              <a:rPr sz="1600" b="1" i="0">
                <a:solidFill>
                  <a:srgbClr val="223771"/>
                </a:solidFill>
                <a:latin typeface="Calibri"/>
              </a:rPr>
              <a:t>KHÔNG CÓ LỐI TẮT</a:t>
            </a:r>
          </a:p>
        </p:txBody>
      </p:sp>
      <p:sp>
        <p:nvSpPr>
          <p:cNvPr id="16" name="TextBox 15"/>
          <p:cNvSpPr txBox="1"/>
          <p:nvPr/>
        </p:nvSpPr>
        <p:spPr>
          <a:xfrm>
            <a:off x="8330184" y="2304288"/>
            <a:ext cx="3136392" cy="1280160"/>
          </a:xfrm>
          <a:prstGeom prst="rect">
            <a:avLst/>
          </a:prstGeom>
          <a:noFill/>
        </p:spPr>
        <p:txBody>
          <a:bodyPr wrap="square" lIns="0" tIns="0" rIns="0" bIns="0" anchor="ctr">
            <a:spAutoFit/>
          </a:bodyPr>
          <a:lstStyle/>
          <a:p>
            <a:pPr algn="l">
              <a:lnSpc>
                <a:spcPct val="110000"/>
              </a:lnSpc>
              <a:spcBef>
                <a:spcPts val="0"/>
              </a:spcBef>
              <a:spcAft>
                <a:spcPts val="0"/>
              </a:spcAft>
            </a:pPr>
            <a:r>
              <a:rPr sz="1350" b="0" i="0">
                <a:solidFill>
                  <a:srgbClr val="2B2B2B"/>
                </a:solidFill>
                <a:latin typeface="Calibri"/>
              </a:rPr>
              <a:t>Không lần chạy nào được đạt điểm sát trần mà chưa thật sự giải được nhiệm vụ. Đây là tiêu chí bắt lỗi lợi dụng phần thưởng.</a:t>
            </a:r>
          </a:p>
        </p:txBody>
      </p:sp>
      <p:sp>
        <p:nvSpPr>
          <p:cNvPr id="17" name="Rounded Rectangle 16"/>
          <p:cNvSpPr/>
          <p:nvPr/>
        </p:nvSpPr>
        <p:spPr>
          <a:xfrm>
            <a:off x="502920" y="3877056"/>
            <a:ext cx="2203704"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3877056"/>
            <a:ext cx="2203704"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Bốn chỉ số đo định lượng</a:t>
            </a:r>
          </a:p>
        </p:txBody>
      </p:sp>
      <p:sp>
        <p:nvSpPr>
          <p:cNvPr id="19" name="Rounded Rectangle 18"/>
          <p:cNvSpPr/>
          <p:nvPr/>
        </p:nvSpPr>
        <p:spPr>
          <a:xfrm>
            <a:off x="502920" y="4315968"/>
            <a:ext cx="2670048" cy="1042415"/>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4088" y="4443984"/>
            <a:ext cx="2267712" cy="804672"/>
          </a:xfrm>
          <a:prstGeom prst="rect">
            <a:avLst/>
          </a:prstGeom>
          <a:noFill/>
        </p:spPr>
        <p:txBody>
          <a:bodyPr wrap="square" lIns="0" tIns="0" rIns="0" bIns="0" anchor="t">
            <a:spAutoFit/>
          </a:bodyPr>
          <a:lstStyle/>
          <a:p>
            <a:pPr algn="l">
              <a:lnSpc>
                <a:spcPct val="100000"/>
              </a:lnSpc>
              <a:spcBef>
                <a:spcPts val="0"/>
              </a:spcBef>
              <a:spcAft>
                <a:spcPts val="300"/>
              </a:spcAft>
            </a:pPr>
            <a:r>
              <a:rPr sz="1350" b="1" i="0">
                <a:solidFill>
                  <a:srgbClr val="223771"/>
                </a:solidFill>
                <a:latin typeface="Calibri"/>
              </a:rPr>
              <a:t>Mức năng lực</a:t>
            </a:r>
          </a:p>
          <a:p>
            <a:pPr algn="l">
              <a:lnSpc>
                <a:spcPct val="106000"/>
              </a:lnSpc>
              <a:spcBef>
                <a:spcPts val="0"/>
              </a:spcBef>
              <a:spcAft>
                <a:spcPts val="0"/>
              </a:spcAft>
            </a:pPr>
            <a:r>
              <a:rPr sz="1150" b="0" i="0">
                <a:solidFill>
                  <a:srgbClr val="666E7E"/>
                </a:solidFill>
                <a:latin typeface="Calibri"/>
              </a:rPr>
              <a:t>phần thưởng trung bình trên 10% cuối</a:t>
            </a:r>
          </a:p>
        </p:txBody>
      </p:sp>
      <p:sp>
        <p:nvSpPr>
          <p:cNvPr id="21" name="Rounded Rectangle 20"/>
          <p:cNvSpPr/>
          <p:nvPr/>
        </p:nvSpPr>
        <p:spPr>
          <a:xfrm>
            <a:off x="3346704" y="4315968"/>
            <a:ext cx="2670048" cy="1042415"/>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547872" y="4443984"/>
            <a:ext cx="2267712" cy="804672"/>
          </a:xfrm>
          <a:prstGeom prst="rect">
            <a:avLst/>
          </a:prstGeom>
          <a:noFill/>
        </p:spPr>
        <p:txBody>
          <a:bodyPr wrap="square" lIns="0" tIns="0" rIns="0" bIns="0" anchor="t">
            <a:spAutoFit/>
          </a:bodyPr>
          <a:lstStyle/>
          <a:p>
            <a:pPr algn="l">
              <a:lnSpc>
                <a:spcPct val="100000"/>
              </a:lnSpc>
              <a:spcBef>
                <a:spcPts val="0"/>
              </a:spcBef>
              <a:spcAft>
                <a:spcPts val="300"/>
              </a:spcAft>
            </a:pPr>
            <a:r>
              <a:rPr sz="1350" b="1" i="0">
                <a:solidFill>
                  <a:srgbClr val="223771"/>
                </a:solidFill>
                <a:latin typeface="Calibri"/>
              </a:rPr>
              <a:t>Tốc độ hội tụ</a:t>
            </a:r>
          </a:p>
          <a:p>
            <a:pPr algn="l">
              <a:lnSpc>
                <a:spcPct val="106000"/>
              </a:lnSpc>
              <a:spcBef>
                <a:spcPts val="0"/>
              </a:spcBef>
              <a:spcAft>
                <a:spcPts val="0"/>
              </a:spcAft>
            </a:pPr>
            <a:r>
              <a:rPr sz="1150" b="0" i="0">
                <a:solidFill>
                  <a:srgbClr val="666E7E"/>
                </a:solidFill>
                <a:latin typeface="Calibri"/>
              </a:rPr>
              <a:t>bước mà từ đó đường cong không tụt dưới 90% mức ổn định</a:t>
            </a:r>
          </a:p>
        </p:txBody>
      </p:sp>
      <p:sp>
        <p:nvSpPr>
          <p:cNvPr id="23" name="Rounded Rectangle 22"/>
          <p:cNvSpPr/>
          <p:nvPr/>
        </p:nvSpPr>
        <p:spPr>
          <a:xfrm>
            <a:off x="6190488" y="4315968"/>
            <a:ext cx="2670048" cy="1042415"/>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91655" y="4443984"/>
            <a:ext cx="2267712" cy="804672"/>
          </a:xfrm>
          <a:prstGeom prst="rect">
            <a:avLst/>
          </a:prstGeom>
          <a:noFill/>
        </p:spPr>
        <p:txBody>
          <a:bodyPr wrap="square" lIns="0" tIns="0" rIns="0" bIns="0" anchor="t">
            <a:spAutoFit/>
          </a:bodyPr>
          <a:lstStyle/>
          <a:p>
            <a:pPr algn="l">
              <a:lnSpc>
                <a:spcPct val="100000"/>
              </a:lnSpc>
              <a:spcBef>
                <a:spcPts val="0"/>
              </a:spcBef>
              <a:spcAft>
                <a:spcPts val="300"/>
              </a:spcAft>
            </a:pPr>
            <a:r>
              <a:rPr sz="1350" b="1" i="0">
                <a:solidFill>
                  <a:srgbClr val="223771"/>
                </a:solidFill>
                <a:latin typeface="Calibri"/>
              </a:rPr>
              <a:t>Độ ổn định</a:t>
            </a:r>
          </a:p>
          <a:p>
            <a:pPr algn="l">
              <a:lnSpc>
                <a:spcPct val="106000"/>
              </a:lnSpc>
              <a:spcBef>
                <a:spcPts val="0"/>
              </a:spcBef>
              <a:spcAft>
                <a:spcPts val="0"/>
              </a:spcAft>
            </a:pPr>
            <a:r>
              <a:rPr sz="1150" b="0" i="0">
                <a:solidFill>
                  <a:srgbClr val="666E7E"/>
                </a:solidFill>
                <a:latin typeface="Calibri"/>
              </a:rPr>
              <a:t>độ lệch chuẩn của đường cong trên 10% cuối</a:t>
            </a:r>
          </a:p>
        </p:txBody>
      </p:sp>
      <p:sp>
        <p:nvSpPr>
          <p:cNvPr id="25" name="Rounded Rectangle 24"/>
          <p:cNvSpPr/>
          <p:nvPr/>
        </p:nvSpPr>
        <p:spPr>
          <a:xfrm>
            <a:off x="9034272" y="4315968"/>
            <a:ext cx="2670048" cy="1042415"/>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35440" y="4443984"/>
            <a:ext cx="2267712" cy="804672"/>
          </a:xfrm>
          <a:prstGeom prst="rect">
            <a:avLst/>
          </a:prstGeom>
          <a:noFill/>
        </p:spPr>
        <p:txBody>
          <a:bodyPr wrap="square" lIns="0" tIns="0" rIns="0" bIns="0" anchor="t">
            <a:spAutoFit/>
          </a:bodyPr>
          <a:lstStyle/>
          <a:p>
            <a:pPr algn="l">
              <a:lnSpc>
                <a:spcPct val="100000"/>
              </a:lnSpc>
              <a:spcBef>
                <a:spcPts val="0"/>
              </a:spcBef>
              <a:spcAft>
                <a:spcPts val="300"/>
              </a:spcAft>
            </a:pPr>
            <a:r>
              <a:rPr sz="1350" b="1" i="0">
                <a:solidFill>
                  <a:srgbClr val="223771"/>
                </a:solidFill>
                <a:latin typeface="Calibri"/>
              </a:rPr>
              <a:t>Độ dài lượt chơi</a:t>
            </a:r>
          </a:p>
          <a:p>
            <a:pPr algn="l">
              <a:lnSpc>
                <a:spcPct val="106000"/>
              </a:lnSpc>
              <a:spcBef>
                <a:spcPts val="0"/>
              </a:spcBef>
              <a:spcAft>
                <a:spcPts val="0"/>
              </a:spcAft>
            </a:pPr>
            <a:r>
              <a:rPr sz="1150" b="0" i="0">
                <a:solidFill>
                  <a:srgbClr val="666E7E"/>
                </a:solidFill>
                <a:latin typeface="Calibri"/>
              </a:rPr>
              <a:t>giải nhanh hay chạm trần thời gian</a:t>
            </a:r>
          </a:p>
        </p:txBody>
      </p:sp>
      <p:sp>
        <p:nvSpPr>
          <p:cNvPr id="27" name="Rounded Rectangle 26"/>
          <p:cNvSpPr/>
          <p:nvPr/>
        </p:nvSpPr>
        <p:spPr>
          <a:xfrm>
            <a:off x="502920" y="5504688"/>
            <a:ext cx="11201400" cy="822960"/>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5632704"/>
            <a:ext cx="10707624" cy="585216"/>
          </a:xfrm>
          <a:prstGeom prst="rect">
            <a:avLst/>
          </a:prstGeom>
          <a:noFill/>
        </p:spPr>
        <p:txBody>
          <a:bodyPr wrap="square" lIns="0" tIns="0" rIns="0" bIns="0" anchor="t">
            <a:spAutoFit/>
          </a:bodyPr>
          <a:lstStyle/>
          <a:p>
            <a:pPr algn="l">
              <a:lnSpc>
                <a:spcPct val="112000"/>
              </a:lnSpc>
              <a:spcBef>
                <a:spcPts val="0"/>
              </a:spcBef>
              <a:spcAft>
                <a:spcPts val="0"/>
              </a:spcAft>
            </a:pPr>
            <a:r>
              <a:rPr sz="1400" b="1" i="0">
                <a:solidFill>
                  <a:srgbClr val="223771"/>
                </a:solidFill>
                <a:latin typeface="Calibri"/>
              </a:rPr>
              <a:t>Football Table dùng thêm chỉ số ELO vì trong tự chơi phần thưởng không so trực tiếp được. </a:t>
            </a:r>
            <a:r>
              <a:rPr sz="1400" b="0" i="0">
                <a:solidFill>
                  <a:srgbClr val="2B2B2B"/>
                </a:solidFill>
                <a:latin typeface="Calibri"/>
              </a:rPr>
              <a:t>Kết quả nghiệm thu: Cross The Road và Capture The Flag đạt cả ba tiêu chí; Football Table đạt 2 trên 3 do dải ELO quá hẹp.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Kết quả nổi bật</a:t>
            </a:r>
          </a:p>
        </p:txBody>
      </p:sp>
      <p:sp>
        <p:nvSpPr>
          <p:cNvPr id="3" name="Rounded Rectangle 2"/>
          <p:cNvSpPr/>
          <p:nvPr/>
        </p:nvSpPr>
        <p:spPr>
          <a:xfrm>
            <a:off x="502920" y="1060704"/>
            <a:ext cx="6885432"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6885432"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Phần thưởng trung bình 10% cuối, cùng ngân sách bước trong từng môi trường</a:t>
            </a:r>
          </a:p>
        </p:txBody>
      </p:sp>
      <p:sp>
        <p:nvSpPr>
          <p:cNvPr id="5" name="Rounded Rectangle 4"/>
          <p:cNvSpPr/>
          <p:nvPr/>
        </p:nvSpPr>
        <p:spPr>
          <a:xfrm>
            <a:off x="502920" y="1609344"/>
            <a:ext cx="6537960" cy="3712463"/>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Chart 5"/>
          <p:cNvGraphicFramePr>
            <a:graphicFrameLocks noGrp="1"/>
          </p:cNvGraphicFramePr>
          <p:nvPr/>
        </p:nvGraphicFramePr>
        <p:xfrm>
          <a:off x="576072" y="1682496"/>
          <a:ext cx="6391656" cy="3566160"/>
        </p:xfrm>
        <a:graphic>
          <a:graphicData uri="http://schemas.openxmlformats.org/drawingml/2006/chart">
            <c:chart xmlns:c="http://schemas.openxmlformats.org/drawingml/2006/chart" r:id="rId2"/>
          </a:graphicData>
        </a:graphic>
      </p:graphicFrame>
      <p:sp>
        <p:nvSpPr>
          <p:cNvPr id="7" name="TextBox 6"/>
          <p:cNvSpPr txBox="1"/>
          <p:nvPr/>
        </p:nvSpPr>
        <p:spPr>
          <a:xfrm>
            <a:off x="502920" y="5376672"/>
            <a:ext cx="653796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Football Table không có mặt ở đây vì tự chơi được đo bằng ELO — đường cong của cả ba môi trường ở ba slide sau.</a:t>
            </a:r>
          </a:p>
        </p:txBody>
      </p:sp>
      <p:sp>
        <p:nvSpPr>
          <p:cNvPr id="8" name="Rounded Rectangle 7"/>
          <p:cNvSpPr/>
          <p:nvPr/>
        </p:nvSpPr>
        <p:spPr>
          <a:xfrm>
            <a:off x="7269480" y="1609344"/>
            <a:ext cx="4434840" cy="1426464"/>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88936" y="1755648"/>
            <a:ext cx="3995928" cy="1152144"/>
          </a:xfrm>
          <a:prstGeom prst="rect">
            <a:avLst/>
          </a:prstGeom>
          <a:noFill/>
        </p:spPr>
        <p:txBody>
          <a:bodyPr wrap="square" lIns="0" tIns="0" rIns="0" bIns="0" anchor="t">
            <a:spAutoFit/>
          </a:bodyPr>
          <a:lstStyle/>
          <a:p>
            <a:pPr algn="l">
              <a:lnSpc>
                <a:spcPct val="100000"/>
              </a:lnSpc>
              <a:spcBef>
                <a:spcPts val="0"/>
              </a:spcBef>
              <a:spcAft>
                <a:spcPts val="200"/>
              </a:spcAft>
            </a:pPr>
            <a:r>
              <a:rPr sz="1450" b="1" i="0">
                <a:solidFill>
                  <a:srgbClr val="223771"/>
                </a:solidFill>
                <a:latin typeface="Calibri"/>
              </a:rPr>
              <a:t>Football Table</a:t>
            </a:r>
          </a:p>
          <a:p>
            <a:pPr algn="l">
              <a:lnSpc>
                <a:spcPct val="100000"/>
              </a:lnSpc>
              <a:spcBef>
                <a:spcPts val="0"/>
              </a:spcBef>
              <a:spcAft>
                <a:spcPts val="400"/>
              </a:spcAft>
            </a:pPr>
            <a:r>
              <a:rPr sz="1350" b="1" i="0">
                <a:solidFill>
                  <a:srgbClr val="F26522"/>
                </a:solidFill>
                <a:latin typeface="Calibri"/>
              </a:rPr>
              <a:t>ELO tăng 36 – 64 điểm</a:t>
            </a:r>
          </a:p>
          <a:p>
            <a:pPr algn="l">
              <a:lnSpc>
                <a:spcPct val="106000"/>
              </a:lnSpc>
              <a:spcBef>
                <a:spcPts val="0"/>
              </a:spcBef>
              <a:spcAft>
                <a:spcPts val="0"/>
              </a:spcAft>
            </a:pPr>
            <a:r>
              <a:rPr sz="1250" b="0" i="0">
                <a:solidFill>
                  <a:srgbClr val="2B2B2B"/>
                </a:solidFill>
                <a:latin typeface="Calibri"/>
              </a:rPr>
              <a:t>MAPPO +64, PPO +60, SAC +57, MA-POCA +36 so với mốc khởi tạo 1200. Không lần nào kết thúc dưới điểm xuất phát, nhưng dải 1237–1260 quá hẹp để xếp hạng.</a:t>
            </a:r>
          </a:p>
        </p:txBody>
      </p:sp>
      <p:sp>
        <p:nvSpPr>
          <p:cNvPr id="10" name="Rounded Rectangle 9"/>
          <p:cNvSpPr/>
          <p:nvPr/>
        </p:nvSpPr>
        <p:spPr>
          <a:xfrm>
            <a:off x="7269480" y="3182112"/>
            <a:ext cx="4434840" cy="1426464"/>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88936" y="3328416"/>
            <a:ext cx="3995928" cy="1152144"/>
          </a:xfrm>
          <a:prstGeom prst="rect">
            <a:avLst/>
          </a:prstGeom>
          <a:noFill/>
        </p:spPr>
        <p:txBody>
          <a:bodyPr wrap="square" lIns="0" tIns="0" rIns="0" bIns="0" anchor="t">
            <a:spAutoFit/>
          </a:bodyPr>
          <a:lstStyle/>
          <a:p>
            <a:pPr algn="l">
              <a:lnSpc>
                <a:spcPct val="100000"/>
              </a:lnSpc>
              <a:spcBef>
                <a:spcPts val="0"/>
              </a:spcBef>
              <a:spcAft>
                <a:spcPts val="200"/>
              </a:spcAft>
            </a:pPr>
            <a:r>
              <a:rPr sz="1450" b="1" i="0">
                <a:solidFill>
                  <a:srgbClr val="223771"/>
                </a:solidFill>
                <a:latin typeface="Calibri"/>
              </a:rPr>
              <a:t>Cross The Road</a:t>
            </a:r>
          </a:p>
          <a:p>
            <a:pPr algn="l">
              <a:lnSpc>
                <a:spcPct val="100000"/>
              </a:lnSpc>
              <a:spcBef>
                <a:spcPts val="0"/>
              </a:spcBef>
              <a:spcAft>
                <a:spcPts val="400"/>
              </a:spcAft>
            </a:pPr>
            <a:r>
              <a:rPr sz="1350" b="1" i="0">
                <a:solidFill>
                  <a:srgbClr val="F26522"/>
                </a:solidFill>
                <a:latin typeface="Calibri"/>
              </a:rPr>
              <a:t>0,846 cao nhất  ·  0,336 thấp nhất</a:t>
            </a:r>
          </a:p>
          <a:p>
            <a:pPr algn="l">
              <a:lnSpc>
                <a:spcPct val="106000"/>
              </a:lnSpc>
              <a:spcBef>
                <a:spcPts val="0"/>
              </a:spcBef>
              <a:spcAft>
                <a:spcPts val="0"/>
              </a:spcAft>
            </a:pPr>
            <a:r>
              <a:rPr sz="1250" b="0" i="0">
                <a:solidFill>
                  <a:srgbClr val="2B2B2B"/>
                </a:solidFill>
                <a:latin typeface="Calibri"/>
              </a:rPr>
              <a:t>SAC dẫn đầu, DQN cuối bảng. Phổ kết quả trải rộng nhất trong ba môi trường, chín trên mười cặp thuật toán tách được nhau.</a:t>
            </a:r>
          </a:p>
        </p:txBody>
      </p:sp>
      <p:sp>
        <p:nvSpPr>
          <p:cNvPr id="12" name="Rounded Rectangle 11"/>
          <p:cNvSpPr/>
          <p:nvPr/>
        </p:nvSpPr>
        <p:spPr>
          <a:xfrm>
            <a:off x="7269480" y="4754880"/>
            <a:ext cx="4434840" cy="1426464"/>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88936" y="4901184"/>
            <a:ext cx="3995928" cy="1152144"/>
          </a:xfrm>
          <a:prstGeom prst="rect">
            <a:avLst/>
          </a:prstGeom>
          <a:noFill/>
        </p:spPr>
        <p:txBody>
          <a:bodyPr wrap="square" lIns="0" tIns="0" rIns="0" bIns="0" anchor="t">
            <a:spAutoFit/>
          </a:bodyPr>
          <a:lstStyle/>
          <a:p>
            <a:pPr algn="l">
              <a:lnSpc>
                <a:spcPct val="100000"/>
              </a:lnSpc>
              <a:spcBef>
                <a:spcPts val="0"/>
              </a:spcBef>
              <a:spcAft>
                <a:spcPts val="200"/>
              </a:spcAft>
            </a:pPr>
            <a:r>
              <a:rPr sz="1450" b="1" i="0">
                <a:solidFill>
                  <a:srgbClr val="223771"/>
                </a:solidFill>
                <a:latin typeface="Calibri"/>
              </a:rPr>
              <a:t>Capture The Flag</a:t>
            </a:r>
          </a:p>
          <a:p>
            <a:pPr algn="l">
              <a:lnSpc>
                <a:spcPct val="100000"/>
              </a:lnSpc>
              <a:spcBef>
                <a:spcPts val="0"/>
              </a:spcBef>
              <a:spcAft>
                <a:spcPts val="400"/>
              </a:spcAft>
            </a:pPr>
            <a:r>
              <a:rPr sz="1350" b="1" i="0">
                <a:solidFill>
                  <a:srgbClr val="F26522"/>
                </a:solidFill>
                <a:latin typeface="Calibri"/>
              </a:rPr>
              <a:t>bốn thuật toán 0,800 – 0,840</a:t>
            </a:r>
          </a:p>
          <a:p>
            <a:pPr algn="l">
              <a:lnSpc>
                <a:spcPct val="106000"/>
              </a:lnSpc>
              <a:spcBef>
                <a:spcPts val="0"/>
              </a:spcBef>
              <a:spcAft>
                <a:spcPts val="0"/>
              </a:spcAft>
            </a:pPr>
            <a:r>
              <a:rPr sz="1250" b="0" i="0">
                <a:solidFill>
                  <a:srgbClr val="2B2B2B"/>
                </a:solidFill>
                <a:latin typeface="Calibri"/>
              </a:rPr>
              <a:t>PPO, MA-POCA, MAPPO và DQN đều giải được câu đố. Riêng SAC dừng ở 0,183 với độ dài lượt chơi chạm trần 4999 gần như suốt quá trình.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Football Table — phần thưởng và chỉ số ELO</a:t>
            </a:r>
          </a:p>
        </p:txBody>
      </p:sp>
      <p:sp>
        <p:nvSpPr>
          <p:cNvPr id="3" name="Rounded Rectangle 2"/>
          <p:cNvSpPr/>
          <p:nvPr/>
        </p:nvSpPr>
        <p:spPr>
          <a:xfrm>
            <a:off x="502920" y="1060704"/>
            <a:ext cx="1929384"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1929384"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Phần thưởng tích lũy</a:t>
            </a:r>
          </a:p>
        </p:txBody>
      </p:sp>
      <p:sp>
        <p:nvSpPr>
          <p:cNvPr id="5" name="Rounded Rectangle 4"/>
          <p:cNvSpPr/>
          <p:nvPr/>
        </p:nvSpPr>
        <p:spPr>
          <a:xfrm>
            <a:off x="6126480" y="1060704"/>
            <a:ext cx="2834640"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126480" y="1060704"/>
            <a:ext cx="2834640"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Chỉ số xếp hạng ELO trong tự chơi</a:t>
            </a:r>
          </a:p>
        </p:txBody>
      </p:sp>
      <p:sp>
        <p:nvSpPr>
          <p:cNvPr id="7" name="Rounded Rectangle 6"/>
          <p:cNvSpPr/>
          <p:nvPr/>
        </p:nvSpPr>
        <p:spPr>
          <a:xfrm>
            <a:off x="502920" y="1499616"/>
            <a:ext cx="5577840" cy="312724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8" name="Chart 7"/>
          <p:cNvGraphicFramePr>
            <a:graphicFrameLocks noGrp="1"/>
          </p:cNvGraphicFramePr>
          <p:nvPr/>
        </p:nvGraphicFramePr>
        <p:xfrm>
          <a:off x="566928" y="1554480"/>
          <a:ext cx="5449824" cy="3017520"/>
        </p:xfrm>
        <a:graphic>
          <a:graphicData uri="http://schemas.openxmlformats.org/drawingml/2006/chart">
            <c:chart xmlns:c="http://schemas.openxmlformats.org/drawingml/2006/chart" r:id="rId2"/>
          </a:graphicData>
        </a:graphic>
      </p:graphicFrame>
      <p:sp>
        <p:nvSpPr>
          <p:cNvPr id="9" name="Rounded Rectangle 8"/>
          <p:cNvSpPr/>
          <p:nvPr/>
        </p:nvSpPr>
        <p:spPr>
          <a:xfrm>
            <a:off x="6126480" y="1499616"/>
            <a:ext cx="5577840" cy="312724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0" name="Chart 9"/>
          <p:cNvGraphicFramePr>
            <a:graphicFrameLocks noGrp="1"/>
          </p:cNvGraphicFramePr>
          <p:nvPr/>
        </p:nvGraphicFramePr>
        <p:xfrm>
          <a:off x="6190488" y="1554480"/>
          <a:ext cx="5449824" cy="3017520"/>
        </p:xfrm>
        <a:graphic>
          <a:graphicData uri="http://schemas.openxmlformats.org/drawingml/2006/chart">
            <c:chart xmlns:c="http://schemas.openxmlformats.org/drawingml/2006/chart" r:id="rId3"/>
          </a:graphicData>
        </a:graphic>
      </p:graphicFrame>
      <p:sp>
        <p:nvSpPr>
          <p:cNvPr id="11" name="TextBox 10"/>
          <p:cNvSpPr txBox="1"/>
          <p:nvPr/>
        </p:nvSpPr>
        <p:spPr>
          <a:xfrm>
            <a:off x="502920" y="4681728"/>
            <a:ext cx="557784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Trung bình trượt 9 điểm — phần thưởng thô trong tự chơi dao động quá mạnh để đọc.</a:t>
            </a:r>
          </a:p>
        </p:txBody>
      </p:sp>
      <p:sp>
        <p:nvSpPr>
          <p:cNvPr id="12" name="TextBox 11"/>
          <p:cNvSpPr txBox="1"/>
          <p:nvPr/>
        </p:nvSpPr>
        <p:spPr>
          <a:xfrm>
            <a:off x="6126480" y="4681728"/>
            <a:ext cx="557784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Số liệu thô, không làm mượt. DQN chạy không có tự chơi nên không có ELO.</a:t>
            </a:r>
          </a:p>
        </p:txBody>
      </p:sp>
      <p:sp>
        <p:nvSpPr>
          <p:cNvPr id="13" name="Rounded Rectangle 12"/>
          <p:cNvSpPr/>
          <p:nvPr/>
        </p:nvSpPr>
        <p:spPr>
          <a:xfrm>
            <a:off x="502920" y="5065776"/>
            <a:ext cx="5577840" cy="122529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0664" y="5230368"/>
            <a:ext cx="5102352" cy="896112"/>
          </a:xfrm>
          <a:prstGeom prst="rect">
            <a:avLst/>
          </a:prstGeom>
          <a:noFill/>
        </p:spPr>
        <p:txBody>
          <a:bodyPr wrap="square" lIns="0" tIns="0" rIns="0" bIns="0" anchor="ctr">
            <a:spAutoFit/>
          </a:bodyPr>
          <a:lstStyle/>
          <a:p>
            <a:pPr algn="l">
              <a:lnSpc>
                <a:spcPct val="100000"/>
              </a:lnSpc>
              <a:spcBef>
                <a:spcPts val="0"/>
              </a:spcBef>
              <a:spcAft>
                <a:spcPts val="500"/>
              </a:spcAft>
            </a:pPr>
            <a:r>
              <a:rPr sz="1450" b="1" i="0">
                <a:solidFill>
                  <a:srgbClr val="223771"/>
                </a:solidFill>
                <a:latin typeface="Calibri"/>
              </a:rPr>
              <a:t>Phần thưởng và ELO không xếp cùng một thứ hạng</a:t>
            </a:r>
          </a:p>
          <a:p>
            <a:pPr algn="l">
              <a:lnSpc>
                <a:spcPct val="108000"/>
              </a:lnSpc>
              <a:spcBef>
                <a:spcPts val="0"/>
              </a:spcBef>
              <a:spcAft>
                <a:spcPts val="0"/>
              </a:spcAft>
            </a:pPr>
            <a:r>
              <a:rPr sz="1250" b="0" i="0">
                <a:solidFill>
                  <a:srgbClr val="2B2B2B"/>
                </a:solidFill>
                <a:latin typeface="Calibri"/>
              </a:rPr>
              <a:t>MAPPO 2,117 · SAC 1,842 · DQN 1,825 · MA-POCA 1,752 · PPO 1,691. Trong tự chơi, phần thưởng phụ thuộc vào việc gặp phiên bản đối thủ nào, nên chỉ ELO mới đo được tiến bộ thật.</a:t>
            </a:r>
          </a:p>
        </p:txBody>
      </p:sp>
      <p:sp>
        <p:nvSpPr>
          <p:cNvPr id="15" name="Rounded Rectangle 14"/>
          <p:cNvSpPr/>
          <p:nvPr/>
        </p:nvSpPr>
        <p:spPr>
          <a:xfrm>
            <a:off x="6126480" y="5065776"/>
            <a:ext cx="5577840" cy="122529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64224" y="5230368"/>
            <a:ext cx="5102352" cy="896112"/>
          </a:xfrm>
          <a:prstGeom prst="rect">
            <a:avLst/>
          </a:prstGeom>
          <a:noFill/>
        </p:spPr>
        <p:txBody>
          <a:bodyPr wrap="square" lIns="0" tIns="0" rIns="0" bIns="0" anchor="ctr">
            <a:spAutoFit/>
          </a:bodyPr>
          <a:lstStyle/>
          <a:p>
            <a:pPr algn="l">
              <a:lnSpc>
                <a:spcPct val="100000"/>
              </a:lnSpc>
              <a:spcBef>
                <a:spcPts val="0"/>
              </a:spcBef>
              <a:spcAft>
                <a:spcPts val="500"/>
              </a:spcAft>
            </a:pPr>
            <a:r>
              <a:rPr sz="1450" b="1" i="0">
                <a:solidFill>
                  <a:srgbClr val="223771"/>
                </a:solidFill>
                <a:latin typeface="Calibri"/>
              </a:rPr>
              <a:t>Cả bốn đường ELO đều đi lên, nhưng dải quá hẹp</a:t>
            </a:r>
          </a:p>
          <a:p>
            <a:pPr algn="l">
              <a:lnSpc>
                <a:spcPct val="108000"/>
              </a:lnSpc>
              <a:spcBef>
                <a:spcPts val="0"/>
              </a:spcBef>
              <a:spcAft>
                <a:spcPts val="0"/>
              </a:spcAft>
            </a:pPr>
            <a:r>
              <a:rPr sz="1250" b="0" i="0">
                <a:solidFill>
                  <a:srgbClr val="2B2B2B"/>
                </a:solidFill>
                <a:latin typeface="Calibri"/>
              </a:rPr>
              <a:t>MAPPO +64 · PPO +60 · SAC +57 · MA-POCA +36 so với mốc 1200, nên môi trường học được. Song dải 1237–1260 hẹp hơn dao động của chính đường cong, nên không xếp hạng được nhóm dẫn đầu.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Capture The Flag — đường cong phần thưởng</a:t>
            </a:r>
          </a:p>
        </p:txBody>
      </p:sp>
      <p:sp>
        <p:nvSpPr>
          <p:cNvPr id="3" name="Rounded Rectangle 2"/>
          <p:cNvSpPr/>
          <p:nvPr/>
        </p:nvSpPr>
        <p:spPr>
          <a:xfrm>
            <a:off x="502920" y="1060704"/>
            <a:ext cx="4160520"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4160520"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Phần thưởng tích lũy trên ngân sách 1.700.000 bước</a:t>
            </a:r>
          </a:p>
        </p:txBody>
      </p:sp>
      <p:sp>
        <p:nvSpPr>
          <p:cNvPr id="5" name="Rounded Rectangle 4"/>
          <p:cNvSpPr/>
          <p:nvPr/>
        </p:nvSpPr>
        <p:spPr>
          <a:xfrm>
            <a:off x="502920" y="1499616"/>
            <a:ext cx="5852160" cy="312724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Chart 5"/>
          <p:cNvGraphicFramePr>
            <a:graphicFrameLocks noGrp="1"/>
          </p:cNvGraphicFramePr>
          <p:nvPr/>
        </p:nvGraphicFramePr>
        <p:xfrm>
          <a:off x="566928" y="1554480"/>
          <a:ext cx="5724144" cy="3017520"/>
        </p:xfrm>
        <a:graphic>
          <a:graphicData uri="http://schemas.openxmlformats.org/drawingml/2006/chart">
            <c:chart xmlns:c="http://schemas.openxmlformats.org/drawingml/2006/chart" r:id="rId2"/>
          </a:graphicData>
        </a:graphic>
      </p:graphicFrame>
      <p:sp>
        <p:nvSpPr>
          <p:cNvPr id="7" name="TextBox 6"/>
          <p:cNvSpPr txBox="1"/>
          <p:nvPr/>
        </p:nvSpPr>
        <p:spPr>
          <a:xfrm>
            <a:off x="502920" y="4681728"/>
            <a:ext cx="585216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Số liệu thô. Bốn đường leo lên dải 0,80–0,84 rồi nằm yên; riêng SAC nhảy loạn suốt quá trình.</a:t>
            </a:r>
          </a:p>
        </p:txBody>
      </p:sp>
      <p:sp>
        <p:nvSpPr>
          <p:cNvPr id="8" name="TextBox 7"/>
          <p:cNvSpPr txBox="1"/>
          <p:nvPr/>
        </p:nvSpPr>
        <p:spPr>
          <a:xfrm>
            <a:off x="502920" y="5047488"/>
            <a:ext cx="5852160" cy="1225296"/>
          </a:xfrm>
          <a:prstGeom prst="rect">
            <a:avLst/>
          </a:prstGeom>
          <a:noFill/>
        </p:spPr>
        <p:txBody>
          <a:bodyPr wrap="square" lIns="0" tIns="0" rIns="0" bIns="0" anchor="t">
            <a:spAutoFit/>
          </a:bodyPr>
          <a:lstStyle/>
          <a:p>
            <a:pPr algn="l">
              <a:lnSpc>
                <a:spcPct val="114000"/>
              </a:lnSpc>
              <a:spcBef>
                <a:spcPts val="0"/>
              </a:spcBef>
              <a:spcAft>
                <a:spcPts val="0"/>
              </a:spcAft>
            </a:pPr>
            <a:r>
              <a:rPr sz="1350" b="1" i="0">
                <a:solidFill>
                  <a:srgbClr val="223771"/>
                </a:solidFill>
                <a:latin typeface="Calibri"/>
              </a:rPr>
              <a:t>SAC không phải không học được gì: nó học được rồi đánh mất, lặp đi lặp lại. Con số 0,183 chỉ là trung bình của một chuỗi dao động như thế, chứ không phải một chính sách ổn định ở mức thấp.</a:t>
            </a:r>
          </a:p>
        </p:txBody>
      </p:sp>
      <p:sp>
        <p:nvSpPr>
          <p:cNvPr id="9" name="Rounded Rectangle 8"/>
          <p:cNvSpPr/>
          <p:nvPr/>
        </p:nvSpPr>
        <p:spPr>
          <a:xfrm>
            <a:off x="6656832" y="1060704"/>
            <a:ext cx="2121408"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56832" y="1060704"/>
            <a:ext cx="2121408"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Kết quả năm thuật toán</a:t>
            </a:r>
          </a:p>
        </p:txBody>
      </p:sp>
      <p:graphicFrame>
        <p:nvGraphicFramePr>
          <p:cNvPr id="11" name="Table 10"/>
          <p:cNvGraphicFramePr>
            <a:graphicFrameLocks noGrp="1"/>
          </p:cNvGraphicFramePr>
          <p:nvPr/>
        </p:nvGraphicFramePr>
        <p:xfrm>
          <a:off x="6656832" y="1499616"/>
          <a:ext cx="5047487" cy="1810512"/>
        </p:xfrm>
        <a:graphic>
          <a:graphicData uri="http://schemas.openxmlformats.org/drawingml/2006/table">
            <a:tbl>
              <a:tblPr firstRow="1">
                <a:tableStyleId>{5C22544A-7EE6-4342-B048-85BDC9FD1C3A}</a:tableStyleId>
              </a:tblPr>
              <a:tblGrid>
                <a:gridCol w="1577339"/>
                <a:gridCol w="1156716"/>
                <a:gridCol w="1156716"/>
                <a:gridCol w="1156716"/>
              </a:tblGrid>
              <a:tr h="301752">
                <a:tc>
                  <a:txBody>
                    <a:bodyPr wrap="square"/>
                    <a:lstStyle/>
                    <a:p>
                      <a:pPr algn="ctr"/>
                      <a:r>
                        <a:rPr sz="1200" b="1">
                          <a:solidFill>
                            <a:srgbClr val="FFFFFF"/>
                          </a:solidFill>
                          <a:latin typeface="Calibri"/>
                        </a:rPr>
                        <a:t>Thuật toán</a:t>
                      </a:r>
                    </a:p>
                  </a:txBody>
                  <a:tcPr marL="64008" marR="64008" marT="18288" marB="18288" anchor="ctr">
                    <a:solidFill>
                      <a:srgbClr val="223771"/>
                    </a:solidFill>
                  </a:tcPr>
                </a:tc>
                <a:tc>
                  <a:txBody>
                    <a:bodyPr wrap="square"/>
                    <a:lstStyle/>
                    <a:p>
                      <a:pPr algn="ctr"/>
                      <a:r>
                        <a:rPr sz="1200" b="1">
                          <a:solidFill>
                            <a:srgbClr val="FFFFFF"/>
                          </a:solidFill>
                          <a:latin typeface="Calibri"/>
                        </a:rPr>
                        <a:t>Reward TB</a:t>
                      </a:r>
                    </a:p>
                  </a:txBody>
                  <a:tcPr marL="64008" marR="64008" marT="18288" marB="18288" anchor="ctr">
                    <a:solidFill>
                      <a:srgbClr val="223771"/>
                    </a:solidFill>
                  </a:tcPr>
                </a:tc>
                <a:tc>
                  <a:txBody>
                    <a:bodyPr wrap="square"/>
                    <a:lstStyle/>
                    <a:p>
                      <a:pPr algn="ctr"/>
                      <a:r>
                        <a:rPr sz="1200" b="1">
                          <a:solidFill>
                            <a:srgbClr val="FFFFFF"/>
                          </a:solidFill>
                          <a:latin typeface="Calibri"/>
                        </a:rPr>
                        <a:t>Bước hội tụ</a:t>
                      </a:r>
                    </a:p>
                  </a:txBody>
                  <a:tcPr marL="64008" marR="64008" marT="18288" marB="18288" anchor="ctr">
                    <a:solidFill>
                      <a:srgbClr val="223771"/>
                    </a:solidFill>
                  </a:tcPr>
                </a:tc>
                <a:tc>
                  <a:txBody>
                    <a:bodyPr wrap="square"/>
                    <a:lstStyle/>
                    <a:p>
                      <a:pPr algn="ctr"/>
                      <a:r>
                        <a:rPr sz="1200" b="1">
                          <a:solidFill>
                            <a:srgbClr val="FFFFFF"/>
                          </a:solidFill>
                          <a:latin typeface="Calibri"/>
                        </a:rPr>
                        <a:t>Độ dài lượt</a:t>
                      </a:r>
                    </a:p>
                  </a:txBody>
                  <a:tcPr marL="64008" marR="64008" marT="18288" marB="18288" anchor="ctr">
                    <a:solidFill>
                      <a:srgbClr val="223771"/>
                    </a:solidFill>
                  </a:tcPr>
                </a:tc>
              </a:tr>
              <a:tr h="301752">
                <a:tc>
                  <a:txBody>
                    <a:bodyPr wrap="square"/>
                    <a:lstStyle/>
                    <a:p>
                      <a:pPr algn="ctr"/>
                      <a:r>
                        <a:rPr sz="1250" b="1">
                          <a:solidFill>
                            <a:srgbClr val="2E86C1"/>
                          </a:solidFill>
                          <a:latin typeface="Calibri"/>
                        </a:rPr>
                        <a:t>PPO</a:t>
                      </a:r>
                    </a:p>
                  </a:txBody>
                  <a:tcPr marL="64008" marR="64008" marT="18288" marB="18288" anchor="ctr">
                    <a:solidFill>
                      <a:srgbClr val="FFFFFF"/>
                    </a:solidFill>
                  </a:tcPr>
                </a:tc>
                <a:tc>
                  <a:txBody>
                    <a:bodyPr wrap="square"/>
                    <a:lstStyle/>
                    <a:p>
                      <a:pPr algn="ctr"/>
                      <a:r>
                        <a:rPr sz="1250" b="0">
                          <a:solidFill>
                            <a:srgbClr val="2B2B2B"/>
                          </a:solidFill>
                          <a:latin typeface="Calibri"/>
                        </a:rPr>
                        <a:t>0,834</a:t>
                      </a:r>
                    </a:p>
                  </a:txBody>
                  <a:tcPr marL="64008" marR="64008" marT="18288" marB="18288" anchor="ctr">
                    <a:solidFill>
                      <a:srgbClr val="FFFFFF"/>
                    </a:solidFill>
                  </a:tcPr>
                </a:tc>
                <a:tc>
                  <a:txBody>
                    <a:bodyPr wrap="square"/>
                    <a:lstStyle/>
                    <a:p>
                      <a:pPr algn="ctr"/>
                      <a:r>
                        <a:rPr sz="1250" b="0">
                          <a:solidFill>
                            <a:srgbClr val="2B2B2B"/>
                          </a:solidFill>
                          <a:latin typeface="Calibri"/>
                        </a:rPr>
                        <a:t>~180K</a:t>
                      </a:r>
                    </a:p>
                  </a:txBody>
                  <a:tcPr marL="64008" marR="64008" marT="18288" marB="18288" anchor="ctr">
                    <a:solidFill>
                      <a:srgbClr val="FFFFFF"/>
                    </a:solidFill>
                  </a:tcPr>
                </a:tc>
                <a:tc>
                  <a:txBody>
                    <a:bodyPr wrap="square"/>
                    <a:lstStyle/>
                    <a:p>
                      <a:pPr algn="ctr"/>
                      <a:r>
                        <a:rPr sz="1250" b="0">
                          <a:solidFill>
                            <a:srgbClr val="2B2B2B"/>
                          </a:solidFill>
                          <a:latin typeface="Calibri"/>
                        </a:rPr>
                        <a:t>292,9</a:t>
                      </a:r>
                    </a:p>
                  </a:txBody>
                  <a:tcPr marL="64008" marR="64008" marT="18288" marB="18288" anchor="ctr">
                    <a:solidFill>
                      <a:srgbClr val="FFFFFF"/>
                    </a:solidFill>
                  </a:tcPr>
                </a:tc>
              </a:tr>
              <a:tr h="301752">
                <a:tc>
                  <a:txBody>
                    <a:bodyPr wrap="square"/>
                    <a:lstStyle/>
                    <a:p>
                      <a:pPr algn="ctr"/>
                      <a:r>
                        <a:rPr sz="1250" b="1">
                          <a:solidFill>
                            <a:srgbClr val="27924F"/>
                          </a:solidFill>
                          <a:latin typeface="Calibri"/>
                        </a:rPr>
                        <a:t>SAC</a:t>
                      </a:r>
                    </a:p>
                  </a:txBody>
                  <a:tcPr marL="64008" marR="64008" marT="18288" marB="18288" anchor="ctr">
                    <a:solidFill>
                      <a:srgbClr val="F1F4FA"/>
                    </a:solidFill>
                  </a:tcPr>
                </a:tc>
                <a:tc>
                  <a:txBody>
                    <a:bodyPr wrap="square"/>
                    <a:lstStyle/>
                    <a:p>
                      <a:pPr algn="ctr"/>
                      <a:r>
                        <a:rPr sz="1250" b="0">
                          <a:solidFill>
                            <a:srgbClr val="2B2B2B"/>
                          </a:solidFill>
                          <a:latin typeface="Calibri"/>
                        </a:rPr>
                        <a:t>0,183</a:t>
                      </a:r>
                    </a:p>
                  </a:txBody>
                  <a:tcPr marL="64008" marR="64008" marT="18288" marB="18288" anchor="ctr">
                    <a:solidFill>
                      <a:srgbClr val="F1F4FA"/>
                    </a:solidFill>
                  </a:tcPr>
                </a:tc>
                <a:tc>
                  <a:txBody>
                    <a:bodyPr wrap="square"/>
                    <a:lstStyle/>
                    <a:p>
                      <a:pPr algn="ctr"/>
                      <a:r>
                        <a:rPr sz="1250" b="0">
                          <a:solidFill>
                            <a:srgbClr val="2B2B2B"/>
                          </a:solidFill>
                          <a:latin typeface="Calibri"/>
                        </a:rPr>
                        <a:t>Không đạt</a:t>
                      </a:r>
                    </a:p>
                  </a:txBody>
                  <a:tcPr marL="64008" marR="64008" marT="18288" marB="18288" anchor="ctr">
                    <a:solidFill>
                      <a:srgbClr val="F1F4FA"/>
                    </a:solidFill>
                  </a:tcPr>
                </a:tc>
                <a:tc>
                  <a:txBody>
                    <a:bodyPr wrap="square"/>
                    <a:lstStyle/>
                    <a:p>
                      <a:pPr algn="ctr"/>
                      <a:r>
                        <a:rPr sz="1250" b="0">
                          <a:solidFill>
                            <a:srgbClr val="2B2B2B"/>
                          </a:solidFill>
                          <a:latin typeface="Calibri"/>
                        </a:rPr>
                        <a:t>4999,0</a:t>
                      </a:r>
                    </a:p>
                  </a:txBody>
                  <a:tcPr marL="64008" marR="64008" marT="18288" marB="18288" anchor="ctr">
                    <a:solidFill>
                      <a:srgbClr val="F1F4FA"/>
                    </a:solidFill>
                  </a:tcPr>
                </a:tc>
              </a:tr>
              <a:tr h="301752">
                <a:tc>
                  <a:txBody>
                    <a:bodyPr wrap="square"/>
                    <a:lstStyle/>
                    <a:p>
                      <a:pPr algn="ctr"/>
                      <a:r>
                        <a:rPr sz="1250" b="1">
                          <a:solidFill>
                            <a:srgbClr val="E07B18"/>
                          </a:solidFill>
                          <a:latin typeface="Calibri"/>
                        </a:rPr>
                        <a:t>MA-POCA</a:t>
                      </a:r>
                    </a:p>
                  </a:txBody>
                  <a:tcPr marL="64008" marR="64008" marT="18288" marB="18288" anchor="ctr">
                    <a:solidFill>
                      <a:srgbClr val="FFFFFF"/>
                    </a:solidFill>
                  </a:tcPr>
                </a:tc>
                <a:tc>
                  <a:txBody>
                    <a:bodyPr wrap="square"/>
                    <a:lstStyle/>
                    <a:p>
                      <a:pPr algn="ctr"/>
                      <a:r>
                        <a:rPr sz="1250" b="0">
                          <a:solidFill>
                            <a:srgbClr val="2B2B2B"/>
                          </a:solidFill>
                          <a:latin typeface="Calibri"/>
                        </a:rPr>
                        <a:t>0,838</a:t>
                      </a:r>
                    </a:p>
                  </a:txBody>
                  <a:tcPr marL="64008" marR="64008" marT="18288" marB="18288" anchor="ctr">
                    <a:solidFill>
                      <a:srgbClr val="FFFFFF"/>
                    </a:solidFill>
                  </a:tcPr>
                </a:tc>
                <a:tc>
                  <a:txBody>
                    <a:bodyPr wrap="square"/>
                    <a:lstStyle/>
                    <a:p>
                      <a:pPr algn="ctr"/>
                      <a:r>
                        <a:rPr sz="1250" b="0">
                          <a:solidFill>
                            <a:srgbClr val="2B2B2B"/>
                          </a:solidFill>
                          <a:latin typeface="Calibri"/>
                        </a:rPr>
                        <a:t>~540K</a:t>
                      </a:r>
                    </a:p>
                  </a:txBody>
                  <a:tcPr marL="64008" marR="64008" marT="18288" marB="18288" anchor="ctr">
                    <a:solidFill>
                      <a:srgbClr val="FFFFFF"/>
                    </a:solidFill>
                  </a:tcPr>
                </a:tc>
                <a:tc>
                  <a:txBody>
                    <a:bodyPr wrap="square"/>
                    <a:lstStyle/>
                    <a:p>
                      <a:pPr algn="ctr"/>
                      <a:r>
                        <a:rPr sz="1250" b="0">
                          <a:solidFill>
                            <a:srgbClr val="2B2B2B"/>
                          </a:solidFill>
                          <a:latin typeface="Calibri"/>
                        </a:rPr>
                        <a:t>174,3</a:t>
                      </a:r>
                    </a:p>
                  </a:txBody>
                  <a:tcPr marL="64008" marR="64008" marT="18288" marB="18288" anchor="ctr">
                    <a:solidFill>
                      <a:srgbClr val="FFFFFF"/>
                    </a:solidFill>
                  </a:tcPr>
                </a:tc>
              </a:tr>
              <a:tr h="301752">
                <a:tc>
                  <a:txBody>
                    <a:bodyPr wrap="square"/>
                    <a:lstStyle/>
                    <a:p>
                      <a:pPr algn="ctr"/>
                      <a:r>
                        <a:rPr sz="1250" b="1">
                          <a:solidFill>
                            <a:srgbClr val="7D3C98"/>
                          </a:solidFill>
                          <a:latin typeface="Calibri"/>
                        </a:rPr>
                        <a:t>MAPPO</a:t>
                      </a:r>
                    </a:p>
                  </a:txBody>
                  <a:tcPr marL="64008" marR="64008" marT="18288" marB="18288" anchor="ctr">
                    <a:solidFill>
                      <a:srgbClr val="F1F4FA"/>
                    </a:solidFill>
                  </a:tcPr>
                </a:tc>
                <a:tc>
                  <a:txBody>
                    <a:bodyPr wrap="square"/>
                    <a:lstStyle/>
                    <a:p>
                      <a:pPr algn="ctr"/>
                      <a:r>
                        <a:rPr sz="1250" b="0">
                          <a:solidFill>
                            <a:srgbClr val="2B2B2B"/>
                          </a:solidFill>
                          <a:latin typeface="Calibri"/>
                        </a:rPr>
                        <a:t>0,840</a:t>
                      </a:r>
                    </a:p>
                  </a:txBody>
                  <a:tcPr marL="64008" marR="64008" marT="18288" marB="18288" anchor="ctr">
                    <a:solidFill>
                      <a:srgbClr val="F1F4FA"/>
                    </a:solidFill>
                  </a:tcPr>
                </a:tc>
                <a:tc>
                  <a:txBody>
                    <a:bodyPr wrap="square"/>
                    <a:lstStyle/>
                    <a:p>
                      <a:pPr algn="ctr"/>
                      <a:r>
                        <a:rPr sz="1250" b="0">
                          <a:solidFill>
                            <a:srgbClr val="2B2B2B"/>
                          </a:solidFill>
                          <a:latin typeface="Calibri"/>
                        </a:rPr>
                        <a:t>~260K</a:t>
                      </a:r>
                    </a:p>
                  </a:txBody>
                  <a:tcPr marL="64008" marR="64008" marT="18288" marB="18288" anchor="ctr">
                    <a:solidFill>
                      <a:srgbClr val="F1F4FA"/>
                    </a:solidFill>
                  </a:tcPr>
                </a:tc>
                <a:tc>
                  <a:txBody>
                    <a:bodyPr wrap="square"/>
                    <a:lstStyle/>
                    <a:p>
                      <a:pPr algn="ctr"/>
                      <a:r>
                        <a:rPr sz="1250" b="0">
                          <a:solidFill>
                            <a:srgbClr val="2B2B2B"/>
                          </a:solidFill>
                          <a:latin typeface="Calibri"/>
                        </a:rPr>
                        <a:t>153,3</a:t>
                      </a:r>
                    </a:p>
                  </a:txBody>
                  <a:tcPr marL="64008" marR="64008" marT="18288" marB="18288" anchor="ctr">
                    <a:solidFill>
                      <a:srgbClr val="F1F4FA"/>
                    </a:solidFill>
                  </a:tcPr>
                </a:tc>
              </a:tr>
              <a:tr h="301752">
                <a:tc>
                  <a:txBody>
                    <a:bodyPr wrap="square"/>
                    <a:lstStyle/>
                    <a:p>
                      <a:pPr algn="ctr"/>
                      <a:r>
                        <a:rPr sz="1250" b="1">
                          <a:solidFill>
                            <a:srgbClr val="C0392B"/>
                          </a:solidFill>
                          <a:latin typeface="Calibri"/>
                        </a:rPr>
                        <a:t>DQN</a:t>
                      </a:r>
                    </a:p>
                  </a:txBody>
                  <a:tcPr marL="64008" marR="64008" marT="18288" marB="18288" anchor="ctr">
                    <a:solidFill>
                      <a:srgbClr val="FFFFFF"/>
                    </a:solidFill>
                  </a:tcPr>
                </a:tc>
                <a:tc>
                  <a:txBody>
                    <a:bodyPr wrap="square"/>
                    <a:lstStyle/>
                    <a:p>
                      <a:pPr algn="ctr"/>
                      <a:r>
                        <a:rPr sz="1250" b="0">
                          <a:solidFill>
                            <a:srgbClr val="2B2B2B"/>
                          </a:solidFill>
                          <a:latin typeface="Calibri"/>
                        </a:rPr>
                        <a:t>0,800</a:t>
                      </a:r>
                    </a:p>
                  </a:txBody>
                  <a:tcPr marL="64008" marR="64008" marT="18288" marB="18288" anchor="ctr">
                    <a:solidFill>
                      <a:srgbClr val="FFFFFF"/>
                    </a:solidFill>
                  </a:tcPr>
                </a:tc>
                <a:tc>
                  <a:txBody>
                    <a:bodyPr wrap="square"/>
                    <a:lstStyle/>
                    <a:p>
                      <a:pPr algn="ctr"/>
                      <a:r>
                        <a:rPr sz="1250" b="0">
                          <a:solidFill>
                            <a:srgbClr val="2B2B2B"/>
                          </a:solidFill>
                          <a:latin typeface="Calibri"/>
                        </a:rPr>
                        <a:t>~1,04M</a:t>
                      </a:r>
                    </a:p>
                  </a:txBody>
                  <a:tcPr marL="64008" marR="64008" marT="18288" marB="18288" anchor="ctr">
                    <a:solidFill>
                      <a:srgbClr val="FFFFFF"/>
                    </a:solidFill>
                  </a:tcPr>
                </a:tc>
                <a:tc>
                  <a:txBody>
                    <a:bodyPr wrap="square"/>
                    <a:lstStyle/>
                    <a:p>
                      <a:pPr algn="ctr"/>
                      <a:r>
                        <a:rPr sz="1250" b="0">
                          <a:solidFill>
                            <a:srgbClr val="2B2B2B"/>
                          </a:solidFill>
                          <a:latin typeface="Calibri"/>
                        </a:rPr>
                        <a:t>2017,9</a:t>
                      </a:r>
                    </a:p>
                  </a:txBody>
                  <a:tcPr marL="64008" marR="64008" marT="18288" marB="18288" anchor="ctr">
                    <a:solidFill>
                      <a:srgbClr val="FFFFFF"/>
                    </a:solidFill>
                  </a:tcPr>
                </a:tc>
              </a:tr>
            </a:tbl>
          </a:graphicData>
        </a:graphic>
      </p:graphicFrame>
      <p:sp>
        <p:nvSpPr>
          <p:cNvPr id="12" name="Rounded Rectangle 11"/>
          <p:cNvSpPr/>
          <p:nvPr/>
        </p:nvSpPr>
        <p:spPr>
          <a:xfrm>
            <a:off x="6656832" y="3529584"/>
            <a:ext cx="5047488" cy="131673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858000" y="3694176"/>
            <a:ext cx="274320" cy="274320"/>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1</a:t>
            </a:r>
          </a:p>
        </p:txBody>
      </p:sp>
      <p:sp>
        <p:nvSpPr>
          <p:cNvPr id="14" name="TextBox 13"/>
          <p:cNvSpPr txBox="1"/>
          <p:nvPr/>
        </p:nvSpPr>
        <p:spPr>
          <a:xfrm>
            <a:off x="7242048" y="3657600"/>
            <a:ext cx="4242816" cy="1060704"/>
          </a:xfrm>
          <a:prstGeom prst="rect">
            <a:avLst/>
          </a:prstGeom>
          <a:noFill/>
        </p:spPr>
        <p:txBody>
          <a:bodyPr wrap="square" lIns="0" tIns="0" rIns="0" bIns="0" anchor="t">
            <a:spAutoFit/>
          </a:bodyPr>
          <a:lstStyle/>
          <a:p>
            <a:pPr algn="l">
              <a:lnSpc>
                <a:spcPct val="102000"/>
              </a:lnSpc>
              <a:spcBef>
                <a:spcPts val="0"/>
              </a:spcBef>
              <a:spcAft>
                <a:spcPts val="300"/>
              </a:spcAft>
            </a:pPr>
            <a:r>
              <a:rPr sz="1350" b="1" i="0">
                <a:solidFill>
                  <a:srgbClr val="223771"/>
                </a:solidFill>
                <a:latin typeface="Calibri"/>
              </a:rPr>
              <a:t>Độ dài lượt chơi là bằng chứng chắc hơn phần thưởng</a:t>
            </a:r>
          </a:p>
          <a:p>
            <a:pPr algn="l">
              <a:lnSpc>
                <a:spcPct val="106000"/>
              </a:lnSpc>
              <a:spcBef>
                <a:spcPts val="0"/>
              </a:spcBef>
              <a:spcAft>
                <a:spcPts val="0"/>
              </a:spcAft>
            </a:pPr>
            <a:r>
              <a:rPr sz="1250" b="0" i="0">
                <a:solidFill>
                  <a:srgbClr val="2B2B2B"/>
                </a:solidFill>
                <a:latin typeface="Calibri"/>
              </a:rPr>
              <a:t>Bốn thuật toán dẫn đầu đều kéo lượt chơi xuống, từ 153 bước của MAPPO tới 2018 của DQN. SAC nằm ở trần 4999 gần như suốt.</a:t>
            </a:r>
          </a:p>
        </p:txBody>
      </p:sp>
      <p:sp>
        <p:nvSpPr>
          <p:cNvPr id="15" name="Rounded Rectangle 14"/>
          <p:cNvSpPr/>
          <p:nvPr/>
        </p:nvSpPr>
        <p:spPr>
          <a:xfrm>
            <a:off x="6656832" y="4937760"/>
            <a:ext cx="5047488" cy="131673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858000" y="5102352"/>
            <a:ext cx="274320" cy="274320"/>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2</a:t>
            </a:r>
          </a:p>
        </p:txBody>
      </p:sp>
      <p:sp>
        <p:nvSpPr>
          <p:cNvPr id="17" name="TextBox 16"/>
          <p:cNvSpPr txBox="1"/>
          <p:nvPr/>
        </p:nvSpPr>
        <p:spPr>
          <a:xfrm>
            <a:off x="7242048" y="5065776"/>
            <a:ext cx="4242816" cy="1060704"/>
          </a:xfrm>
          <a:prstGeom prst="rect">
            <a:avLst/>
          </a:prstGeom>
          <a:noFill/>
        </p:spPr>
        <p:txBody>
          <a:bodyPr wrap="square" lIns="0" tIns="0" rIns="0" bIns="0" anchor="t">
            <a:spAutoFit/>
          </a:bodyPr>
          <a:lstStyle/>
          <a:p>
            <a:pPr algn="l">
              <a:lnSpc>
                <a:spcPct val="102000"/>
              </a:lnSpc>
              <a:spcBef>
                <a:spcPts val="0"/>
              </a:spcBef>
              <a:spcAft>
                <a:spcPts val="300"/>
              </a:spcAft>
            </a:pPr>
            <a:r>
              <a:rPr sz="1350" b="1" i="0">
                <a:solidFill>
                  <a:srgbClr val="223771"/>
                </a:solidFill>
                <a:latin typeface="Calibri"/>
              </a:rPr>
              <a:t>Phê bình tập trung không tạo nổi khác biệt đo được</a:t>
            </a:r>
          </a:p>
          <a:p>
            <a:pPr algn="l">
              <a:lnSpc>
                <a:spcPct val="106000"/>
              </a:lnSpc>
              <a:spcBef>
                <a:spcPts val="0"/>
              </a:spcBef>
              <a:spcAft>
                <a:spcPts val="0"/>
              </a:spcAft>
            </a:pPr>
            <a:r>
              <a:rPr sz="1250" b="0" i="0">
                <a:solidFill>
                  <a:srgbClr val="2B2B2B"/>
                </a:solidFill>
                <a:latin typeface="Calibri"/>
              </a:rPr>
              <a:t>PPO 0,834 so với MAPPO 0,840 và MA-POCA 0,838. Trên bài toán hợp tác có hai tác nhân đồng nhất, chênh lệch nằm dưới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Cross The Road — đường cong phần thưởng</a:t>
            </a:r>
          </a:p>
        </p:txBody>
      </p:sp>
      <p:sp>
        <p:nvSpPr>
          <p:cNvPr id="3" name="Rounded Rectangle 2"/>
          <p:cNvSpPr/>
          <p:nvPr/>
        </p:nvSpPr>
        <p:spPr>
          <a:xfrm>
            <a:off x="502920" y="1060704"/>
            <a:ext cx="4160520"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4160520"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Phần thưởng tích lũy trên ngân sách 2.000.000 bước</a:t>
            </a:r>
          </a:p>
        </p:txBody>
      </p:sp>
      <p:sp>
        <p:nvSpPr>
          <p:cNvPr id="5" name="Rounded Rectangle 4"/>
          <p:cNvSpPr/>
          <p:nvPr/>
        </p:nvSpPr>
        <p:spPr>
          <a:xfrm>
            <a:off x="502920" y="1499616"/>
            <a:ext cx="5852160" cy="312724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Chart 5"/>
          <p:cNvGraphicFramePr>
            <a:graphicFrameLocks noGrp="1"/>
          </p:cNvGraphicFramePr>
          <p:nvPr/>
        </p:nvGraphicFramePr>
        <p:xfrm>
          <a:off x="566928" y="1554480"/>
          <a:ext cx="5724144" cy="3017520"/>
        </p:xfrm>
        <a:graphic>
          <a:graphicData uri="http://schemas.openxmlformats.org/drawingml/2006/chart">
            <c:chart xmlns:c="http://schemas.openxmlformats.org/drawingml/2006/chart" r:id="rId2"/>
          </a:graphicData>
        </a:graphic>
      </p:graphicFrame>
      <p:sp>
        <p:nvSpPr>
          <p:cNvPr id="7" name="TextBox 6"/>
          <p:cNvSpPr txBox="1"/>
          <p:nvPr/>
        </p:nvSpPr>
        <p:spPr>
          <a:xfrm>
            <a:off x="502920" y="4681728"/>
            <a:ext cx="585216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Số liệu thô. Cả năm đường đều tiến bộ rõ so với lúc khởi tạo.</a:t>
            </a:r>
          </a:p>
        </p:txBody>
      </p:sp>
      <p:sp>
        <p:nvSpPr>
          <p:cNvPr id="8" name="TextBox 7"/>
          <p:cNvSpPr txBox="1"/>
          <p:nvPr/>
        </p:nvSpPr>
        <p:spPr>
          <a:xfrm>
            <a:off x="502920" y="5047488"/>
            <a:ext cx="5852160" cy="1225296"/>
          </a:xfrm>
          <a:prstGeom prst="rect">
            <a:avLst/>
          </a:prstGeom>
          <a:noFill/>
        </p:spPr>
        <p:txBody>
          <a:bodyPr wrap="square" lIns="0" tIns="0" rIns="0" bIns="0" anchor="t">
            <a:spAutoFit/>
          </a:bodyPr>
          <a:lstStyle/>
          <a:p>
            <a:pPr algn="l">
              <a:lnSpc>
                <a:spcPct val="114000"/>
              </a:lnSpc>
              <a:spcBef>
                <a:spcPts val="0"/>
              </a:spcBef>
              <a:spcAft>
                <a:spcPts val="0"/>
              </a:spcAft>
            </a:pPr>
            <a:r>
              <a:rPr sz="1350" b="1" i="0">
                <a:solidFill>
                  <a:srgbClr val="223771"/>
                </a:solidFill>
                <a:latin typeface="Calibri"/>
              </a:rPr>
              <a:t>Chín trên mười cặp thuật toán tách được nhau ở đây. Đó là lý do Cross The Road là môi trường cho phép so sánh sạch nhất trong ba môi trường của đồ án.</a:t>
            </a:r>
          </a:p>
        </p:txBody>
      </p:sp>
      <p:sp>
        <p:nvSpPr>
          <p:cNvPr id="9" name="Rounded Rectangle 8"/>
          <p:cNvSpPr/>
          <p:nvPr/>
        </p:nvSpPr>
        <p:spPr>
          <a:xfrm>
            <a:off x="6656832" y="1060704"/>
            <a:ext cx="2121408" cy="329184"/>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56832" y="1060704"/>
            <a:ext cx="2121408" cy="329184"/>
          </a:xfrm>
          <a:prstGeom prst="rect">
            <a:avLst/>
          </a:prstGeom>
          <a:noFill/>
        </p:spPr>
        <p:txBody>
          <a:bodyPr wrap="none" lIns="0" tIns="0" rIns="0" bIns="0" anchor="ctr">
            <a:spAutoFit/>
          </a:bodyPr>
          <a:lstStyle/>
          <a:p>
            <a:pPr algn="ctr">
              <a:lnSpc>
                <a:spcPct val="100000"/>
              </a:lnSpc>
              <a:spcBef>
                <a:spcPts val="0"/>
              </a:spcBef>
              <a:spcAft>
                <a:spcPts val="0"/>
              </a:spcAft>
            </a:pPr>
            <a:r>
              <a:rPr sz="1350" b="1" i="0">
                <a:solidFill>
                  <a:srgbClr val="223771"/>
                </a:solidFill>
                <a:latin typeface="Calibri"/>
              </a:rPr>
              <a:t>Kết quả năm thuật toán</a:t>
            </a:r>
          </a:p>
        </p:txBody>
      </p:sp>
      <p:graphicFrame>
        <p:nvGraphicFramePr>
          <p:cNvPr id="11" name="Table 10"/>
          <p:cNvGraphicFramePr>
            <a:graphicFrameLocks noGrp="1"/>
          </p:cNvGraphicFramePr>
          <p:nvPr/>
        </p:nvGraphicFramePr>
        <p:xfrm>
          <a:off x="6656832" y="1499616"/>
          <a:ext cx="5047487" cy="1810512"/>
        </p:xfrm>
        <a:graphic>
          <a:graphicData uri="http://schemas.openxmlformats.org/drawingml/2006/table">
            <a:tbl>
              <a:tblPr firstRow="1">
                <a:tableStyleId>{5C22544A-7EE6-4342-B048-85BDC9FD1C3A}</a:tableStyleId>
              </a:tblPr>
              <a:tblGrid>
                <a:gridCol w="1577339"/>
                <a:gridCol w="1156716"/>
                <a:gridCol w="1156716"/>
                <a:gridCol w="1156716"/>
              </a:tblGrid>
              <a:tr h="301752">
                <a:tc>
                  <a:txBody>
                    <a:bodyPr wrap="square"/>
                    <a:lstStyle/>
                    <a:p>
                      <a:pPr algn="ctr"/>
                      <a:r>
                        <a:rPr sz="1200" b="1">
                          <a:solidFill>
                            <a:srgbClr val="FFFFFF"/>
                          </a:solidFill>
                          <a:latin typeface="Calibri"/>
                        </a:rPr>
                        <a:t>Thuật toán</a:t>
                      </a:r>
                    </a:p>
                  </a:txBody>
                  <a:tcPr marL="64008" marR="64008" marT="18288" marB="18288" anchor="ctr">
                    <a:solidFill>
                      <a:srgbClr val="223771"/>
                    </a:solidFill>
                  </a:tcPr>
                </a:tc>
                <a:tc>
                  <a:txBody>
                    <a:bodyPr wrap="square"/>
                    <a:lstStyle/>
                    <a:p>
                      <a:pPr algn="ctr"/>
                      <a:r>
                        <a:rPr sz="1200" b="1">
                          <a:solidFill>
                            <a:srgbClr val="FFFFFF"/>
                          </a:solidFill>
                          <a:latin typeface="Calibri"/>
                        </a:rPr>
                        <a:t>Reward TB</a:t>
                      </a:r>
                    </a:p>
                  </a:txBody>
                  <a:tcPr marL="64008" marR="64008" marT="18288" marB="18288" anchor="ctr">
                    <a:solidFill>
                      <a:srgbClr val="223771"/>
                    </a:solidFill>
                  </a:tcPr>
                </a:tc>
                <a:tc>
                  <a:txBody>
                    <a:bodyPr wrap="square"/>
                    <a:lstStyle/>
                    <a:p>
                      <a:pPr algn="ctr"/>
                      <a:r>
                        <a:rPr sz="1200" b="1">
                          <a:solidFill>
                            <a:srgbClr val="FFFFFF"/>
                          </a:solidFill>
                          <a:latin typeface="Calibri"/>
                        </a:rPr>
                        <a:t>Bước hội tụ</a:t>
                      </a:r>
                    </a:p>
                  </a:txBody>
                  <a:tcPr marL="64008" marR="64008" marT="18288" marB="18288" anchor="ctr">
                    <a:solidFill>
                      <a:srgbClr val="223771"/>
                    </a:solidFill>
                  </a:tcPr>
                </a:tc>
                <a:tc>
                  <a:txBody>
                    <a:bodyPr wrap="square"/>
                    <a:lstStyle/>
                    <a:p>
                      <a:pPr algn="ctr"/>
                      <a:r>
                        <a:rPr sz="1200" b="1">
                          <a:solidFill>
                            <a:srgbClr val="FFFFFF"/>
                          </a:solidFill>
                          <a:latin typeface="Calibri"/>
                        </a:rPr>
                        <a:t>Độ dài lượt</a:t>
                      </a:r>
                    </a:p>
                  </a:txBody>
                  <a:tcPr marL="64008" marR="64008" marT="18288" marB="18288" anchor="ctr">
                    <a:solidFill>
                      <a:srgbClr val="223771"/>
                    </a:solidFill>
                  </a:tcPr>
                </a:tc>
              </a:tr>
              <a:tr h="301752">
                <a:tc>
                  <a:txBody>
                    <a:bodyPr wrap="square"/>
                    <a:lstStyle/>
                    <a:p>
                      <a:pPr algn="ctr"/>
                      <a:r>
                        <a:rPr sz="1250" b="1">
                          <a:solidFill>
                            <a:srgbClr val="2E86C1"/>
                          </a:solidFill>
                          <a:latin typeface="Calibri"/>
                        </a:rPr>
                        <a:t>PPO</a:t>
                      </a:r>
                    </a:p>
                  </a:txBody>
                  <a:tcPr marL="64008" marR="64008" marT="18288" marB="18288" anchor="ctr">
                    <a:solidFill>
                      <a:srgbClr val="FFFFFF"/>
                    </a:solidFill>
                  </a:tcPr>
                </a:tc>
                <a:tc>
                  <a:txBody>
                    <a:bodyPr wrap="square"/>
                    <a:lstStyle/>
                    <a:p>
                      <a:pPr algn="ctr"/>
                      <a:r>
                        <a:rPr sz="1250" b="0">
                          <a:solidFill>
                            <a:srgbClr val="2B2B2B"/>
                          </a:solidFill>
                          <a:latin typeface="Calibri"/>
                        </a:rPr>
                        <a:t>0,690</a:t>
                      </a:r>
                    </a:p>
                  </a:txBody>
                  <a:tcPr marL="64008" marR="64008" marT="18288" marB="18288" anchor="ctr">
                    <a:solidFill>
                      <a:srgbClr val="FFFFFF"/>
                    </a:solidFill>
                  </a:tcPr>
                </a:tc>
                <a:tc>
                  <a:txBody>
                    <a:bodyPr wrap="square"/>
                    <a:lstStyle/>
                    <a:p>
                      <a:pPr algn="ctr"/>
                      <a:r>
                        <a:rPr sz="1250" b="0">
                          <a:solidFill>
                            <a:srgbClr val="2B2B2B"/>
                          </a:solidFill>
                          <a:latin typeface="Calibri"/>
                        </a:rPr>
                        <a:t>~1,97M</a:t>
                      </a:r>
                    </a:p>
                  </a:txBody>
                  <a:tcPr marL="64008" marR="64008" marT="18288" marB="18288" anchor="ctr">
                    <a:solidFill>
                      <a:srgbClr val="FFFFFF"/>
                    </a:solidFill>
                  </a:tcPr>
                </a:tc>
                <a:tc>
                  <a:txBody>
                    <a:bodyPr wrap="square"/>
                    <a:lstStyle/>
                    <a:p>
                      <a:pPr algn="ctr"/>
                      <a:r>
                        <a:rPr sz="1250" b="0">
                          <a:solidFill>
                            <a:srgbClr val="2B2B2B"/>
                          </a:solidFill>
                          <a:latin typeface="Calibri"/>
                        </a:rPr>
                        <a:t>811,6</a:t>
                      </a:r>
                    </a:p>
                  </a:txBody>
                  <a:tcPr marL="64008" marR="64008" marT="18288" marB="18288" anchor="ctr">
                    <a:solidFill>
                      <a:srgbClr val="FFFFFF"/>
                    </a:solidFill>
                  </a:tcPr>
                </a:tc>
              </a:tr>
              <a:tr h="301752">
                <a:tc>
                  <a:txBody>
                    <a:bodyPr wrap="square"/>
                    <a:lstStyle/>
                    <a:p>
                      <a:pPr algn="ctr"/>
                      <a:r>
                        <a:rPr sz="1250" b="1">
                          <a:solidFill>
                            <a:srgbClr val="27924F"/>
                          </a:solidFill>
                          <a:latin typeface="Calibri"/>
                        </a:rPr>
                        <a:t>SAC</a:t>
                      </a:r>
                    </a:p>
                  </a:txBody>
                  <a:tcPr marL="64008" marR="64008" marT="18288" marB="18288" anchor="ctr">
                    <a:solidFill>
                      <a:srgbClr val="F1F4FA"/>
                    </a:solidFill>
                  </a:tcPr>
                </a:tc>
                <a:tc>
                  <a:txBody>
                    <a:bodyPr wrap="square"/>
                    <a:lstStyle/>
                    <a:p>
                      <a:pPr algn="ctr"/>
                      <a:r>
                        <a:rPr sz="1250" b="0">
                          <a:solidFill>
                            <a:srgbClr val="2B2B2B"/>
                          </a:solidFill>
                          <a:latin typeface="Calibri"/>
                        </a:rPr>
                        <a:t>0,846</a:t>
                      </a:r>
                    </a:p>
                  </a:txBody>
                  <a:tcPr marL="64008" marR="64008" marT="18288" marB="18288" anchor="ctr">
                    <a:solidFill>
                      <a:srgbClr val="F1F4FA"/>
                    </a:solidFill>
                  </a:tcPr>
                </a:tc>
                <a:tc>
                  <a:txBody>
                    <a:bodyPr wrap="square"/>
                    <a:lstStyle/>
                    <a:p>
                      <a:pPr algn="ctr"/>
                      <a:r>
                        <a:rPr sz="1250" b="0">
                          <a:solidFill>
                            <a:srgbClr val="2B2B2B"/>
                          </a:solidFill>
                          <a:latin typeface="Calibri"/>
                        </a:rPr>
                        <a:t>~1,79M</a:t>
                      </a:r>
                    </a:p>
                  </a:txBody>
                  <a:tcPr marL="64008" marR="64008" marT="18288" marB="18288" anchor="ctr">
                    <a:solidFill>
                      <a:srgbClr val="F1F4FA"/>
                    </a:solidFill>
                  </a:tcPr>
                </a:tc>
                <a:tc>
                  <a:txBody>
                    <a:bodyPr wrap="square"/>
                    <a:lstStyle/>
                    <a:p>
                      <a:pPr algn="ctr"/>
                      <a:r>
                        <a:rPr sz="1250" b="0">
                          <a:solidFill>
                            <a:srgbClr val="2B2B2B"/>
                          </a:solidFill>
                          <a:latin typeface="Calibri"/>
                        </a:rPr>
                        <a:t>61,8</a:t>
                      </a:r>
                    </a:p>
                  </a:txBody>
                  <a:tcPr marL="64008" marR="64008" marT="18288" marB="18288" anchor="ctr">
                    <a:solidFill>
                      <a:srgbClr val="F1F4FA"/>
                    </a:solidFill>
                  </a:tcPr>
                </a:tc>
              </a:tr>
              <a:tr h="301752">
                <a:tc>
                  <a:txBody>
                    <a:bodyPr wrap="square"/>
                    <a:lstStyle/>
                    <a:p>
                      <a:pPr algn="ctr"/>
                      <a:r>
                        <a:rPr sz="1250" b="1">
                          <a:solidFill>
                            <a:srgbClr val="E07B18"/>
                          </a:solidFill>
                          <a:latin typeface="Calibri"/>
                        </a:rPr>
                        <a:t>MA-POCA</a:t>
                      </a:r>
                    </a:p>
                  </a:txBody>
                  <a:tcPr marL="64008" marR="64008" marT="18288" marB="18288" anchor="ctr">
                    <a:solidFill>
                      <a:srgbClr val="FFFFFF"/>
                    </a:solidFill>
                  </a:tcPr>
                </a:tc>
                <a:tc>
                  <a:txBody>
                    <a:bodyPr wrap="square"/>
                    <a:lstStyle/>
                    <a:p>
                      <a:pPr algn="ctr"/>
                      <a:r>
                        <a:rPr sz="1250" b="0">
                          <a:solidFill>
                            <a:srgbClr val="2B2B2B"/>
                          </a:solidFill>
                          <a:latin typeface="Calibri"/>
                        </a:rPr>
                        <a:t>0,556</a:t>
                      </a:r>
                    </a:p>
                  </a:txBody>
                  <a:tcPr marL="64008" marR="64008" marT="18288" marB="18288" anchor="ctr">
                    <a:solidFill>
                      <a:srgbClr val="FFFFFF"/>
                    </a:solidFill>
                  </a:tcPr>
                </a:tc>
                <a:tc>
                  <a:txBody>
                    <a:bodyPr wrap="square"/>
                    <a:lstStyle/>
                    <a:p>
                      <a:pPr algn="ctr"/>
                      <a:r>
                        <a:rPr sz="1250" b="0">
                          <a:solidFill>
                            <a:srgbClr val="2B2B2B"/>
                          </a:solidFill>
                          <a:latin typeface="Calibri"/>
                        </a:rPr>
                        <a:t>~450K</a:t>
                      </a:r>
                    </a:p>
                  </a:txBody>
                  <a:tcPr marL="64008" marR="64008" marT="18288" marB="18288" anchor="ctr">
                    <a:solidFill>
                      <a:srgbClr val="FFFFFF"/>
                    </a:solidFill>
                  </a:tcPr>
                </a:tc>
                <a:tc>
                  <a:txBody>
                    <a:bodyPr wrap="square"/>
                    <a:lstStyle/>
                    <a:p>
                      <a:pPr algn="ctr"/>
                      <a:r>
                        <a:rPr sz="1250" b="0">
                          <a:solidFill>
                            <a:srgbClr val="2B2B2B"/>
                          </a:solidFill>
                          <a:latin typeface="Calibri"/>
                        </a:rPr>
                        <a:t>42,2</a:t>
                      </a:r>
                    </a:p>
                  </a:txBody>
                  <a:tcPr marL="64008" marR="64008" marT="18288" marB="18288" anchor="ctr">
                    <a:solidFill>
                      <a:srgbClr val="FFFFFF"/>
                    </a:solidFill>
                  </a:tcPr>
                </a:tc>
              </a:tr>
              <a:tr h="301752">
                <a:tc>
                  <a:txBody>
                    <a:bodyPr wrap="square"/>
                    <a:lstStyle/>
                    <a:p>
                      <a:pPr algn="ctr"/>
                      <a:r>
                        <a:rPr sz="1250" b="1">
                          <a:solidFill>
                            <a:srgbClr val="7D3C98"/>
                          </a:solidFill>
                          <a:latin typeface="Calibri"/>
                        </a:rPr>
                        <a:t>MAPPO</a:t>
                      </a:r>
                    </a:p>
                  </a:txBody>
                  <a:tcPr marL="64008" marR="64008" marT="18288" marB="18288" anchor="ctr">
                    <a:solidFill>
                      <a:srgbClr val="F1F4FA"/>
                    </a:solidFill>
                  </a:tcPr>
                </a:tc>
                <a:tc>
                  <a:txBody>
                    <a:bodyPr wrap="square"/>
                    <a:lstStyle/>
                    <a:p>
                      <a:pPr algn="ctr"/>
                      <a:r>
                        <a:rPr sz="1250" b="0">
                          <a:solidFill>
                            <a:srgbClr val="2B2B2B"/>
                          </a:solidFill>
                          <a:latin typeface="Calibri"/>
                        </a:rPr>
                        <a:t>0,835</a:t>
                      </a:r>
                    </a:p>
                  </a:txBody>
                  <a:tcPr marL="64008" marR="64008" marT="18288" marB="18288" anchor="ctr">
                    <a:solidFill>
                      <a:srgbClr val="F1F4FA"/>
                    </a:solidFill>
                  </a:tcPr>
                </a:tc>
                <a:tc>
                  <a:txBody>
                    <a:bodyPr wrap="square"/>
                    <a:lstStyle/>
                    <a:p>
                      <a:pPr algn="ctr"/>
                      <a:r>
                        <a:rPr sz="1250" b="0">
                          <a:solidFill>
                            <a:srgbClr val="2B2B2B"/>
                          </a:solidFill>
                          <a:latin typeface="Calibri"/>
                        </a:rPr>
                        <a:t>~1,72M</a:t>
                      </a:r>
                    </a:p>
                  </a:txBody>
                  <a:tcPr marL="64008" marR="64008" marT="18288" marB="18288" anchor="ctr">
                    <a:solidFill>
                      <a:srgbClr val="F1F4FA"/>
                    </a:solidFill>
                  </a:tcPr>
                </a:tc>
                <a:tc>
                  <a:txBody>
                    <a:bodyPr wrap="square"/>
                    <a:lstStyle/>
                    <a:p>
                      <a:pPr algn="ctr"/>
                      <a:r>
                        <a:rPr sz="1250" b="0">
                          <a:solidFill>
                            <a:srgbClr val="2B2B2B"/>
                          </a:solidFill>
                          <a:latin typeface="Calibri"/>
                        </a:rPr>
                        <a:t>52,0</a:t>
                      </a:r>
                    </a:p>
                  </a:txBody>
                  <a:tcPr marL="64008" marR="64008" marT="18288" marB="18288" anchor="ctr">
                    <a:solidFill>
                      <a:srgbClr val="F1F4FA"/>
                    </a:solidFill>
                  </a:tcPr>
                </a:tc>
              </a:tr>
              <a:tr h="301752">
                <a:tc>
                  <a:txBody>
                    <a:bodyPr wrap="square"/>
                    <a:lstStyle/>
                    <a:p>
                      <a:pPr algn="ctr"/>
                      <a:r>
                        <a:rPr sz="1250" b="1">
                          <a:solidFill>
                            <a:srgbClr val="C0392B"/>
                          </a:solidFill>
                          <a:latin typeface="Calibri"/>
                        </a:rPr>
                        <a:t>DQN</a:t>
                      </a:r>
                    </a:p>
                  </a:txBody>
                  <a:tcPr marL="64008" marR="64008" marT="18288" marB="18288" anchor="ctr">
                    <a:solidFill>
                      <a:srgbClr val="FFFFFF"/>
                    </a:solidFill>
                  </a:tcPr>
                </a:tc>
                <a:tc>
                  <a:txBody>
                    <a:bodyPr wrap="square"/>
                    <a:lstStyle/>
                    <a:p>
                      <a:pPr algn="ctr"/>
                      <a:r>
                        <a:rPr sz="1250" b="0">
                          <a:solidFill>
                            <a:srgbClr val="2B2B2B"/>
                          </a:solidFill>
                          <a:latin typeface="Calibri"/>
                        </a:rPr>
                        <a:t>0,336</a:t>
                      </a:r>
                    </a:p>
                  </a:txBody>
                  <a:tcPr marL="64008" marR="64008" marT="18288" marB="18288" anchor="ctr">
                    <a:solidFill>
                      <a:srgbClr val="FFFFFF"/>
                    </a:solidFill>
                  </a:tcPr>
                </a:tc>
                <a:tc>
                  <a:txBody>
                    <a:bodyPr wrap="square"/>
                    <a:lstStyle/>
                    <a:p>
                      <a:pPr algn="ctr"/>
                      <a:r>
                        <a:rPr sz="1250" b="0">
                          <a:solidFill>
                            <a:srgbClr val="2B2B2B"/>
                          </a:solidFill>
                          <a:latin typeface="Calibri"/>
                        </a:rPr>
                        <a:t>Không đạt</a:t>
                      </a:r>
                    </a:p>
                  </a:txBody>
                  <a:tcPr marL="64008" marR="64008" marT="18288" marB="18288" anchor="ctr">
                    <a:solidFill>
                      <a:srgbClr val="FFFFFF"/>
                    </a:solidFill>
                  </a:tcPr>
                </a:tc>
                <a:tc>
                  <a:txBody>
                    <a:bodyPr wrap="square"/>
                    <a:lstStyle/>
                    <a:p>
                      <a:pPr algn="ctr"/>
                      <a:r>
                        <a:rPr sz="1250" b="0">
                          <a:solidFill>
                            <a:srgbClr val="2B2B2B"/>
                          </a:solidFill>
                          <a:latin typeface="Calibri"/>
                        </a:rPr>
                        <a:t>124,7</a:t>
                      </a:r>
                    </a:p>
                  </a:txBody>
                  <a:tcPr marL="64008" marR="64008" marT="18288" marB="18288" anchor="ctr">
                    <a:solidFill>
                      <a:srgbClr val="FFFFFF"/>
                    </a:solidFill>
                  </a:tcPr>
                </a:tc>
              </a:tr>
            </a:tbl>
          </a:graphicData>
        </a:graphic>
      </p:graphicFrame>
      <p:sp>
        <p:nvSpPr>
          <p:cNvPr id="12" name="Rounded Rectangle 11"/>
          <p:cNvSpPr/>
          <p:nvPr/>
        </p:nvSpPr>
        <p:spPr>
          <a:xfrm>
            <a:off x="6656832" y="3529584"/>
            <a:ext cx="5047488" cy="131673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858000" y="3694176"/>
            <a:ext cx="274320" cy="274320"/>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1</a:t>
            </a:r>
          </a:p>
        </p:txBody>
      </p:sp>
      <p:sp>
        <p:nvSpPr>
          <p:cNvPr id="14" name="TextBox 13"/>
          <p:cNvSpPr txBox="1"/>
          <p:nvPr/>
        </p:nvSpPr>
        <p:spPr>
          <a:xfrm>
            <a:off x="7242048" y="3657600"/>
            <a:ext cx="4242816" cy="1060704"/>
          </a:xfrm>
          <a:prstGeom prst="rect">
            <a:avLst/>
          </a:prstGeom>
          <a:noFill/>
        </p:spPr>
        <p:txBody>
          <a:bodyPr wrap="square" lIns="0" tIns="0" rIns="0" bIns="0" anchor="t">
            <a:spAutoFit/>
          </a:bodyPr>
          <a:lstStyle/>
          <a:p>
            <a:pPr algn="l">
              <a:lnSpc>
                <a:spcPct val="102000"/>
              </a:lnSpc>
              <a:spcBef>
                <a:spcPts val="0"/>
              </a:spcBef>
              <a:spcAft>
                <a:spcPts val="300"/>
              </a:spcAft>
            </a:pPr>
            <a:r>
              <a:rPr sz="1350" b="1" i="0">
                <a:solidFill>
                  <a:srgbClr val="223771"/>
                </a:solidFill>
                <a:latin typeface="Calibri"/>
              </a:rPr>
              <a:t>Hội tụ sớm không đồng nghĩa với học nhanh</a:t>
            </a:r>
          </a:p>
          <a:p>
            <a:pPr algn="l">
              <a:lnSpc>
                <a:spcPct val="106000"/>
              </a:lnSpc>
              <a:spcBef>
                <a:spcPts val="0"/>
              </a:spcBef>
              <a:spcAft>
                <a:spcPts val="0"/>
              </a:spcAft>
            </a:pPr>
            <a:r>
              <a:rPr sz="1250" b="0" i="0">
                <a:solidFill>
                  <a:srgbClr val="2B2B2B"/>
                </a:solidFill>
                <a:latin typeface="Calibri"/>
              </a:rPr>
              <a:t>MA-POCA ổn định sớm nhất, khoảng 450.000 bước, nhưng chốt ở 0,556 rồi nằm im. Đó là sự ổn định của một chính sách tầm thường.</a:t>
            </a:r>
          </a:p>
        </p:txBody>
      </p:sp>
      <p:sp>
        <p:nvSpPr>
          <p:cNvPr id="15" name="Rounded Rectangle 14"/>
          <p:cNvSpPr/>
          <p:nvPr/>
        </p:nvSpPr>
        <p:spPr>
          <a:xfrm>
            <a:off x="6656832" y="4937760"/>
            <a:ext cx="5047488" cy="131673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858000" y="5102352"/>
            <a:ext cx="274320" cy="274320"/>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2</a:t>
            </a:r>
          </a:p>
        </p:txBody>
      </p:sp>
      <p:sp>
        <p:nvSpPr>
          <p:cNvPr id="17" name="TextBox 16"/>
          <p:cNvSpPr txBox="1"/>
          <p:nvPr/>
        </p:nvSpPr>
        <p:spPr>
          <a:xfrm>
            <a:off x="7242048" y="5065776"/>
            <a:ext cx="4242816" cy="1060704"/>
          </a:xfrm>
          <a:prstGeom prst="rect">
            <a:avLst/>
          </a:prstGeom>
          <a:noFill/>
        </p:spPr>
        <p:txBody>
          <a:bodyPr wrap="square" lIns="0" tIns="0" rIns="0" bIns="0" anchor="t">
            <a:spAutoFit/>
          </a:bodyPr>
          <a:lstStyle/>
          <a:p>
            <a:pPr algn="l">
              <a:lnSpc>
                <a:spcPct val="102000"/>
              </a:lnSpc>
              <a:spcBef>
                <a:spcPts val="0"/>
              </a:spcBef>
              <a:spcAft>
                <a:spcPts val="300"/>
              </a:spcAft>
            </a:pPr>
            <a:r>
              <a:rPr sz="1350" b="1" i="0">
                <a:solidFill>
                  <a:srgbClr val="223771"/>
                </a:solidFill>
                <a:latin typeface="Calibri"/>
              </a:rPr>
              <a:t>MAPPO vượt PPO ngay ở môi trường ĐƠN tác nhân</a:t>
            </a:r>
          </a:p>
          <a:p>
            <a:pPr algn="l">
              <a:lnSpc>
                <a:spcPct val="106000"/>
              </a:lnSpc>
              <a:spcBef>
                <a:spcPts val="0"/>
              </a:spcBef>
              <a:spcAft>
                <a:spcPts val="0"/>
              </a:spcAft>
            </a:pPr>
            <a:r>
              <a:rPr sz="1250" b="0" i="0">
                <a:solidFill>
                  <a:srgbClr val="2B2B2B"/>
                </a:solidFill>
                <a:latin typeface="Calibri"/>
              </a:rPr>
              <a:t>0,835 so với 0,690, dù phê bình tập trung lẽ ra vô hiệu khi nhóm chỉ có một thành viên. Đồ án chưa giải thích được cơ chế.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Luận điểm rút ra từ kết quả</a:t>
            </a:r>
          </a:p>
        </p:txBody>
      </p:sp>
      <p:sp>
        <p:nvSpPr>
          <p:cNvPr id="3" name="Rounded Rectangle 2"/>
          <p:cNvSpPr/>
          <p:nvPr/>
        </p:nvSpPr>
        <p:spPr>
          <a:xfrm>
            <a:off x="502920" y="1060704"/>
            <a:ext cx="3593592"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3593592"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Điều mà dữ liệu ủng hộ chắc chắn nhất</a:t>
            </a:r>
          </a:p>
        </p:txBody>
      </p:sp>
      <p:sp>
        <p:nvSpPr>
          <p:cNvPr id="5" name="Rounded Rectangle 4"/>
          <p:cNvSpPr/>
          <p:nvPr/>
        </p:nvSpPr>
        <p:spPr>
          <a:xfrm>
            <a:off x="502920" y="1609344"/>
            <a:ext cx="5532120" cy="248716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0664" y="1792224"/>
            <a:ext cx="5056632" cy="292608"/>
          </a:xfrm>
          <a:prstGeom prst="rect">
            <a:avLst/>
          </a:prstGeom>
          <a:noFill/>
        </p:spPr>
        <p:txBody>
          <a:bodyPr wrap="none" lIns="0" tIns="0" rIns="0" bIns="0" anchor="t">
            <a:spAutoFit/>
          </a:bodyPr>
          <a:lstStyle/>
          <a:p>
            <a:pPr algn="l">
              <a:lnSpc>
                <a:spcPct val="100000"/>
              </a:lnSpc>
              <a:spcBef>
                <a:spcPts val="0"/>
              </a:spcBef>
              <a:spcAft>
                <a:spcPts val="0"/>
              </a:spcAft>
            </a:pPr>
            <a:r>
              <a:rPr sz="1250" b="1" i="0">
                <a:solidFill>
                  <a:srgbClr val="F26522"/>
                </a:solidFill>
                <a:latin typeface="Calibri"/>
              </a:rPr>
              <a:t>CÙNG MỘT THUẬT TOÁN, HAI MÔI TRƯỜNG</a:t>
            </a:r>
          </a:p>
        </p:txBody>
      </p:sp>
      <p:sp>
        <p:nvSpPr>
          <p:cNvPr id="7" name="TextBox 6"/>
          <p:cNvSpPr txBox="1"/>
          <p:nvPr/>
        </p:nvSpPr>
        <p:spPr>
          <a:xfrm>
            <a:off x="740664" y="2139696"/>
            <a:ext cx="5056632" cy="274320"/>
          </a:xfrm>
          <a:prstGeom prst="rect">
            <a:avLst/>
          </a:prstGeom>
          <a:noFill/>
        </p:spPr>
        <p:txBody>
          <a:bodyPr wrap="none" lIns="0" tIns="0" rIns="0" bIns="0" anchor="t">
            <a:spAutoFit/>
          </a:bodyPr>
          <a:lstStyle/>
          <a:p>
            <a:pPr algn="l">
              <a:lnSpc>
                <a:spcPct val="100000"/>
              </a:lnSpc>
              <a:spcBef>
                <a:spcPts val="0"/>
              </a:spcBef>
              <a:spcAft>
                <a:spcPts val="0"/>
              </a:spcAft>
            </a:pPr>
            <a:r>
              <a:rPr sz="1300" b="0" i="0">
                <a:solidFill>
                  <a:srgbClr val="666E7E"/>
                </a:solidFill>
                <a:latin typeface="Calibri"/>
              </a:rPr>
              <a:t>SAC trên Cross The Road và Capture The Flag</a:t>
            </a:r>
          </a:p>
        </p:txBody>
      </p:sp>
      <p:sp>
        <p:nvSpPr>
          <p:cNvPr id="8" name="TextBox 7"/>
          <p:cNvSpPr txBox="1"/>
          <p:nvPr/>
        </p:nvSpPr>
        <p:spPr>
          <a:xfrm>
            <a:off x="740664" y="2468880"/>
            <a:ext cx="5056632" cy="731520"/>
          </a:xfrm>
          <a:prstGeom prst="rect">
            <a:avLst/>
          </a:prstGeom>
          <a:noFill/>
        </p:spPr>
        <p:txBody>
          <a:bodyPr wrap="square" lIns="0" tIns="0" rIns="0" bIns="0" anchor="t">
            <a:spAutoFit/>
          </a:bodyPr>
          <a:lstStyle/>
          <a:p>
            <a:pPr algn="ctr">
              <a:lnSpc>
                <a:spcPct val="100000"/>
              </a:lnSpc>
              <a:spcBef>
                <a:spcPts val="0"/>
              </a:spcBef>
              <a:spcAft>
                <a:spcPts val="0"/>
              </a:spcAft>
            </a:pPr>
            <a:r>
              <a:rPr sz="4000" b="1" i="0">
                <a:solidFill>
                  <a:srgbClr val="223771"/>
                </a:solidFill>
                <a:latin typeface="Calibri"/>
              </a:rPr>
              <a:t>0,846</a:t>
            </a:r>
            <a:r>
              <a:rPr sz="2600" b="0" i="0">
                <a:solidFill>
                  <a:srgbClr val="666E7E"/>
                </a:solidFill>
                <a:latin typeface="Calibri"/>
              </a:rPr>
              <a:t>     →     </a:t>
            </a:r>
            <a:r>
              <a:rPr sz="4000" b="1" i="0">
                <a:solidFill>
                  <a:srgbClr val="C0392B"/>
                </a:solidFill>
                <a:latin typeface="Calibri"/>
              </a:rPr>
              <a:t>0,183</a:t>
            </a:r>
          </a:p>
        </p:txBody>
      </p:sp>
      <p:sp>
        <p:nvSpPr>
          <p:cNvPr id="9" name="TextBox 8"/>
          <p:cNvSpPr txBox="1"/>
          <p:nvPr/>
        </p:nvSpPr>
        <p:spPr>
          <a:xfrm>
            <a:off x="740664" y="3255264"/>
            <a:ext cx="5056632" cy="658368"/>
          </a:xfrm>
          <a:prstGeom prst="rect">
            <a:avLst/>
          </a:prstGeom>
          <a:noFill/>
        </p:spPr>
        <p:txBody>
          <a:bodyPr wrap="square" lIns="0" tIns="0" rIns="0" bIns="0" anchor="t">
            <a:spAutoFit/>
          </a:bodyPr>
          <a:lstStyle/>
          <a:p>
            <a:pPr algn="l">
              <a:lnSpc>
                <a:spcPct val="108000"/>
              </a:lnSpc>
              <a:spcBef>
                <a:spcPts val="0"/>
              </a:spcBef>
              <a:spcAft>
                <a:spcPts val="0"/>
              </a:spcAft>
            </a:pPr>
            <a:r>
              <a:rPr sz="1300" b="0" i="0">
                <a:solidFill>
                  <a:srgbClr val="2B2B2B"/>
                </a:solidFill>
                <a:latin typeface="Calibri"/>
              </a:rPr>
              <a:t>Cùng một thuật toán, cùng phần cứng, cùng đường ống đo. Chênh lệch 0,663 sinh ra hoàn toàn từ đặc tính bài toán mà thiết kế môi trường quyết định.</a:t>
            </a:r>
          </a:p>
        </p:txBody>
      </p:sp>
      <p:sp>
        <p:nvSpPr>
          <p:cNvPr id="10" name="Rounded Rectangle 9"/>
          <p:cNvSpPr/>
          <p:nvPr/>
        </p:nvSpPr>
        <p:spPr>
          <a:xfrm>
            <a:off x="6172200" y="1609344"/>
            <a:ext cx="5532120" cy="248716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9944" y="1792224"/>
            <a:ext cx="5056632" cy="292608"/>
          </a:xfrm>
          <a:prstGeom prst="rect">
            <a:avLst/>
          </a:prstGeom>
          <a:noFill/>
        </p:spPr>
        <p:txBody>
          <a:bodyPr wrap="none" lIns="0" tIns="0" rIns="0" bIns="0" anchor="t">
            <a:spAutoFit/>
          </a:bodyPr>
          <a:lstStyle/>
          <a:p>
            <a:pPr algn="l">
              <a:lnSpc>
                <a:spcPct val="100000"/>
              </a:lnSpc>
              <a:spcBef>
                <a:spcPts val="0"/>
              </a:spcBef>
              <a:spcAft>
                <a:spcPts val="0"/>
              </a:spcAft>
            </a:pPr>
            <a:r>
              <a:rPr sz="1250" b="1" i="0">
                <a:solidFill>
                  <a:srgbClr val="F26522"/>
                </a:solidFill>
                <a:latin typeface="Calibri"/>
              </a:rPr>
              <a:t>BỐN THUẬT TOÁN, CÙNG MỘT MÔI TRƯỜNG</a:t>
            </a:r>
          </a:p>
        </p:txBody>
      </p:sp>
      <p:sp>
        <p:nvSpPr>
          <p:cNvPr id="12" name="TextBox 11"/>
          <p:cNvSpPr txBox="1"/>
          <p:nvPr/>
        </p:nvSpPr>
        <p:spPr>
          <a:xfrm>
            <a:off x="6409944" y="2139696"/>
            <a:ext cx="5056632" cy="274320"/>
          </a:xfrm>
          <a:prstGeom prst="rect">
            <a:avLst/>
          </a:prstGeom>
          <a:noFill/>
        </p:spPr>
        <p:txBody>
          <a:bodyPr wrap="none" lIns="0" tIns="0" rIns="0" bIns="0" anchor="t">
            <a:spAutoFit/>
          </a:bodyPr>
          <a:lstStyle/>
          <a:p>
            <a:pPr algn="l">
              <a:lnSpc>
                <a:spcPct val="100000"/>
              </a:lnSpc>
              <a:spcBef>
                <a:spcPts val="0"/>
              </a:spcBef>
              <a:spcAft>
                <a:spcPts val="0"/>
              </a:spcAft>
            </a:pPr>
            <a:r>
              <a:rPr sz="1300" b="0" i="0">
                <a:solidFill>
                  <a:srgbClr val="666E7E"/>
                </a:solidFill>
                <a:latin typeface="Calibri"/>
              </a:rPr>
              <a:t>Nhóm giải được câu đố Capture The Flag</a:t>
            </a:r>
          </a:p>
        </p:txBody>
      </p:sp>
      <p:sp>
        <p:nvSpPr>
          <p:cNvPr id="13" name="TextBox 12"/>
          <p:cNvSpPr txBox="1"/>
          <p:nvPr/>
        </p:nvSpPr>
        <p:spPr>
          <a:xfrm>
            <a:off x="6409944" y="2468880"/>
            <a:ext cx="5056632" cy="731520"/>
          </a:xfrm>
          <a:prstGeom prst="rect">
            <a:avLst/>
          </a:prstGeom>
          <a:noFill/>
        </p:spPr>
        <p:txBody>
          <a:bodyPr wrap="square" lIns="0" tIns="0" rIns="0" bIns="0" anchor="t">
            <a:spAutoFit/>
          </a:bodyPr>
          <a:lstStyle/>
          <a:p>
            <a:pPr algn="ctr">
              <a:lnSpc>
                <a:spcPct val="100000"/>
              </a:lnSpc>
              <a:spcBef>
                <a:spcPts val="0"/>
              </a:spcBef>
              <a:spcAft>
                <a:spcPts val="0"/>
              </a:spcAft>
            </a:pPr>
            <a:r>
              <a:rPr sz="4000" b="1" i="0">
                <a:solidFill>
                  <a:srgbClr val="223771"/>
                </a:solidFill>
                <a:latin typeface="Calibri"/>
              </a:rPr>
              <a:t>0,800</a:t>
            </a:r>
            <a:r>
              <a:rPr sz="2600" b="0" i="0">
                <a:solidFill>
                  <a:srgbClr val="666E7E"/>
                </a:solidFill>
                <a:latin typeface="Calibri"/>
              </a:rPr>
              <a:t>     –     </a:t>
            </a:r>
            <a:r>
              <a:rPr sz="4000" b="1" i="0">
                <a:solidFill>
                  <a:srgbClr val="223771"/>
                </a:solidFill>
                <a:latin typeface="Calibri"/>
              </a:rPr>
              <a:t>0,840</a:t>
            </a:r>
          </a:p>
        </p:txBody>
      </p:sp>
      <p:sp>
        <p:nvSpPr>
          <p:cNvPr id="14" name="TextBox 13"/>
          <p:cNvSpPr txBox="1"/>
          <p:nvPr/>
        </p:nvSpPr>
        <p:spPr>
          <a:xfrm>
            <a:off x="6409944" y="3255264"/>
            <a:ext cx="5056632" cy="658368"/>
          </a:xfrm>
          <a:prstGeom prst="rect">
            <a:avLst/>
          </a:prstGeom>
          <a:noFill/>
        </p:spPr>
        <p:txBody>
          <a:bodyPr wrap="square" lIns="0" tIns="0" rIns="0" bIns="0" anchor="t">
            <a:spAutoFit/>
          </a:bodyPr>
          <a:lstStyle/>
          <a:p>
            <a:pPr algn="l">
              <a:lnSpc>
                <a:spcPct val="108000"/>
              </a:lnSpc>
              <a:spcBef>
                <a:spcPts val="0"/>
              </a:spcBef>
              <a:spcAft>
                <a:spcPts val="0"/>
              </a:spcAft>
            </a:pPr>
            <a:r>
              <a:rPr sz="1300" b="0" i="0">
                <a:solidFill>
                  <a:srgbClr val="2B2B2B"/>
                </a:solidFill>
                <a:latin typeface="Calibri"/>
              </a:rPr>
              <a:t>PPO, MA-POCA, MAPPO và DQN nằm gọn trong dải rộng 0,040 — nhỏ hơn khoảng cách giữa hai môi trường tới mười sáu lần.</a:t>
            </a:r>
          </a:p>
        </p:txBody>
      </p:sp>
      <p:sp>
        <p:nvSpPr>
          <p:cNvPr id="15" name="Rounded Rectangle 14"/>
          <p:cNvSpPr/>
          <p:nvPr/>
        </p:nvSpPr>
        <p:spPr>
          <a:xfrm>
            <a:off x="502920" y="4224528"/>
            <a:ext cx="11201400" cy="694944"/>
          </a:xfrm>
          <a:prstGeom prst="roundRect">
            <a:avLst>
              <a:gd name="adj" fmla="val 16000"/>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4224528"/>
            <a:ext cx="10835640" cy="694944"/>
          </a:xfrm>
          <a:prstGeom prst="rect">
            <a:avLst/>
          </a:prstGeom>
          <a:noFill/>
        </p:spPr>
        <p:txBody>
          <a:bodyPr wrap="square" lIns="0" tIns="0" rIns="0" bIns="0" anchor="ctr">
            <a:spAutoFit/>
          </a:bodyPr>
          <a:lstStyle/>
          <a:p>
            <a:pPr algn="ctr">
              <a:lnSpc>
                <a:spcPct val="100000"/>
              </a:lnSpc>
              <a:spcBef>
                <a:spcPts val="0"/>
              </a:spcBef>
              <a:spcAft>
                <a:spcPts val="0"/>
              </a:spcAft>
            </a:pPr>
            <a:r>
              <a:rPr sz="2100" b="1" i="0">
                <a:solidFill>
                  <a:srgbClr val="F26522"/>
                </a:solidFill>
                <a:latin typeface="Calibri"/>
              </a:rPr>
              <a:t>0,663</a:t>
            </a:r>
            <a:r>
              <a:rPr sz="1500" b="0" i="0">
                <a:solidFill>
                  <a:srgbClr val="2B2B2B"/>
                </a:solidFill>
                <a:latin typeface="Calibri"/>
              </a:rPr>
              <a:t>   chênh lệch do môi trường     so với     </a:t>
            </a:r>
            <a:r>
              <a:rPr sz="2100" b="1" i="0">
                <a:solidFill>
                  <a:srgbClr val="223771"/>
                </a:solidFill>
                <a:latin typeface="Calibri"/>
              </a:rPr>
              <a:t>0,040</a:t>
            </a:r>
            <a:r>
              <a:rPr sz="1500" b="0" i="0">
                <a:solidFill>
                  <a:srgbClr val="2B2B2B"/>
                </a:solidFill>
                <a:latin typeface="Calibri"/>
              </a:rPr>
              <a:t>   chênh lệch do thuật toán</a:t>
            </a:r>
          </a:p>
        </p:txBody>
      </p:sp>
      <p:sp>
        <p:nvSpPr>
          <p:cNvPr id="17" name="Rounded Rectangle 16"/>
          <p:cNvSpPr/>
          <p:nvPr/>
        </p:nvSpPr>
        <p:spPr>
          <a:xfrm>
            <a:off x="502920" y="5065776"/>
            <a:ext cx="11201400" cy="1188720"/>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5212080"/>
            <a:ext cx="10707624" cy="914400"/>
          </a:xfrm>
          <a:prstGeom prst="rect">
            <a:avLst/>
          </a:prstGeom>
          <a:noFill/>
        </p:spPr>
        <p:txBody>
          <a:bodyPr wrap="square" lIns="0" tIns="0" rIns="0" bIns="0" anchor="t">
            <a:spAutoFit/>
          </a:bodyPr>
          <a:lstStyle/>
          <a:p>
            <a:pPr algn="l">
              <a:lnSpc>
                <a:spcPct val="110000"/>
              </a:lnSpc>
              <a:spcBef>
                <a:spcPts val="0"/>
              </a:spcBef>
              <a:spcAft>
                <a:spcPts val="400"/>
              </a:spcAft>
            </a:pPr>
            <a:r>
              <a:rPr sz="1400" b="1" i="0">
                <a:solidFill>
                  <a:srgbClr val="F26522"/>
                </a:solidFill>
                <a:latin typeface="Calibri"/>
              </a:rPr>
              <a:t>Hàm ý cho người làm game:  </a:t>
            </a:r>
            <a:r>
              <a:rPr sz="1400" b="0" i="0">
                <a:solidFill>
                  <a:srgbClr val="2B2B2B"/>
                </a:solidFill>
                <a:latin typeface="Calibri"/>
              </a:rPr>
              <a:t>cơ chế game trước, thuật toán sau. Chọn sai thuật toán cho một cơ chế game thiệt hại lớn hơn nhiều so với cái lợi của việc chọn đúng thuật toán tốt nhất trong nhóm khả dụng.</a:t>
            </a:r>
          </a:p>
          <a:p>
            <a:pPr algn="l">
              <a:lnSpc>
                <a:spcPct val="106000"/>
              </a:lnSpc>
              <a:spcBef>
                <a:spcPts val="0"/>
              </a:spcBef>
              <a:spcAft>
                <a:spcPts val="0"/>
              </a:spcAft>
            </a:pPr>
            <a:r>
              <a:rPr sz="1300" b="1" i="0">
                <a:solidFill>
                  <a:srgbClr val="223771"/>
                </a:solidFill>
                <a:latin typeface="Calibri"/>
              </a:rPr>
              <a:t>Ba phân tách vững:  </a:t>
            </a:r>
            <a:r>
              <a:rPr sz="1300" b="0" i="0">
                <a:solidFill>
                  <a:srgbClr val="666E7E"/>
                </a:solidFill>
                <a:latin typeface="Calibri"/>
              </a:rPr>
              <a:t>SAC thất bại ở Capture The Flag  ·  DQN cuối bảng ở Cross The Road  ·  nhóm dẫn đầu tách khỏi nhóm sau ở Cross The Road. Thứ tự trong nội bộ nhóm dẫn đầu chưa phải kết luận.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Sản phẩm triển khai và ứng dụng demo</a:t>
            </a:r>
          </a:p>
        </p:txBody>
      </p:sp>
      <p:sp>
        <p:nvSpPr>
          <p:cNvPr id="3" name="Rounded Rectangle 2"/>
          <p:cNvSpPr/>
          <p:nvPr/>
        </p:nvSpPr>
        <p:spPr>
          <a:xfrm>
            <a:off x="502920" y="1060704"/>
            <a:ext cx="5715000"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5715000"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Gói môi trường dùng lại được và ứng dụng trình diễn 15 mô hình</a:t>
            </a:r>
          </a:p>
        </p:txBody>
      </p:sp>
      <p:sp>
        <p:nvSpPr>
          <p:cNvPr id="5" name="Rounded Rectangle 4"/>
          <p:cNvSpPr/>
          <p:nvPr/>
        </p:nvSpPr>
        <p:spPr>
          <a:xfrm>
            <a:off x="502920" y="1609344"/>
            <a:ext cx="5989320" cy="343814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app_menu_main.png"/>
          <p:cNvPicPr>
            <a:picLocks noChangeAspect="1"/>
          </p:cNvPicPr>
          <p:nvPr/>
        </p:nvPicPr>
        <p:blipFill>
          <a:blip r:embed="rId2"/>
          <a:stretch>
            <a:fillRect/>
          </a:stretch>
        </p:blipFill>
        <p:spPr>
          <a:xfrm>
            <a:off x="669036" y="1737360"/>
            <a:ext cx="5657087" cy="3182111"/>
          </a:xfrm>
          <a:prstGeom prst="rect">
            <a:avLst/>
          </a:prstGeom>
        </p:spPr>
      </p:pic>
      <p:sp>
        <p:nvSpPr>
          <p:cNvPr id="7" name="TextBox 6"/>
          <p:cNvSpPr txBox="1"/>
          <p:nvPr/>
        </p:nvSpPr>
        <p:spPr>
          <a:xfrm>
            <a:off x="502920" y="5102352"/>
            <a:ext cx="5989320" cy="274320"/>
          </a:xfrm>
          <a:prstGeom prst="rect">
            <a:avLst/>
          </a:prstGeom>
          <a:noFill/>
        </p:spPr>
        <p:txBody>
          <a:bodyPr wrap="square" lIns="0" tIns="0" rIns="0" bIns="0" anchor="t">
            <a:spAutoFit/>
          </a:bodyPr>
          <a:lstStyle/>
          <a:p>
            <a:pPr algn="l">
              <a:lnSpc>
                <a:spcPct val="100000"/>
              </a:lnSpc>
              <a:spcBef>
                <a:spcPts val="0"/>
              </a:spcBef>
              <a:spcAft>
                <a:spcPts val="0"/>
              </a:spcAft>
            </a:pPr>
            <a:r>
              <a:rPr sz="1200" b="0" i="1">
                <a:solidFill>
                  <a:srgbClr val="666E7E"/>
                </a:solidFill>
                <a:latin typeface="Calibri"/>
              </a:rPr>
              <a:t>Tab CHƠI: khung xem trước 3D, lưới chọn chế độ và danh mục mô hình nạp từ thư mục Resources.</a:t>
            </a:r>
          </a:p>
        </p:txBody>
      </p:sp>
      <p:sp>
        <p:nvSpPr>
          <p:cNvPr id="8" name="Rounded Rectangle 7"/>
          <p:cNvSpPr/>
          <p:nvPr/>
        </p:nvSpPr>
        <p:spPr>
          <a:xfrm>
            <a:off x="502920" y="5504688"/>
            <a:ext cx="5989320" cy="768096"/>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22376" y="5504688"/>
            <a:ext cx="5550408" cy="768096"/>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2B2B2B"/>
                </a:solidFill>
                <a:latin typeface="Calibri"/>
              </a:rPr>
              <a:t>Danh mục mô hình và dữ liệu biểu đồ trong ứng dụng sinh ra từ cùng một kịch bản với phần kết quả, nên số liệu trên slide và trong demo luôn khớp nhau.</a:t>
            </a:r>
          </a:p>
        </p:txBody>
      </p:sp>
      <p:sp>
        <p:nvSpPr>
          <p:cNvPr id="10" name="Rounded Rectangle 9"/>
          <p:cNvSpPr/>
          <p:nvPr/>
        </p:nvSpPr>
        <p:spPr>
          <a:xfrm>
            <a:off x="6693408" y="1609344"/>
            <a:ext cx="5010912" cy="102412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12864" y="1609344"/>
            <a:ext cx="4572000" cy="1024128"/>
          </a:xfrm>
          <a:prstGeom prst="rect">
            <a:avLst/>
          </a:prstGeom>
          <a:noFill/>
        </p:spPr>
        <p:txBody>
          <a:bodyPr wrap="square" lIns="0" tIns="0" rIns="0" bIns="0" anchor="ctr">
            <a:spAutoFit/>
          </a:bodyPr>
          <a:lstStyle/>
          <a:p>
            <a:pPr algn="l">
              <a:lnSpc>
                <a:spcPct val="100000"/>
              </a:lnSpc>
              <a:spcBef>
                <a:spcPts val="0"/>
              </a:spcBef>
              <a:spcAft>
                <a:spcPts val="300"/>
              </a:spcAft>
            </a:pPr>
            <a:r>
              <a:rPr sz="1450" b="1" i="0">
                <a:solidFill>
                  <a:srgbClr val="223771"/>
                </a:solidFill>
                <a:latin typeface="Calibri"/>
              </a:rPr>
              <a:t>Gói Unity Package Manager</a:t>
            </a:r>
          </a:p>
          <a:p>
            <a:pPr algn="l">
              <a:lnSpc>
                <a:spcPct val="106000"/>
              </a:lnSpc>
              <a:spcBef>
                <a:spcPts val="0"/>
              </a:spcBef>
              <a:spcAft>
                <a:spcPts val="0"/>
              </a:spcAft>
            </a:pPr>
            <a:r>
              <a:rPr sz="1250" b="0" i="0">
                <a:solidFill>
                  <a:srgbClr val="2B2B2B"/>
                </a:solidFill>
                <a:latin typeface="Calibri"/>
              </a:rPr>
              <a:t>Ba môi trường, 15 cấu hình đã chạy thật, bộ công cụ Editor và trình hướng dẫn cài đặt bảy bước.</a:t>
            </a:r>
          </a:p>
        </p:txBody>
      </p:sp>
      <p:sp>
        <p:nvSpPr>
          <p:cNvPr id="12" name="Rounded Rectangle 11"/>
          <p:cNvSpPr/>
          <p:nvPr/>
        </p:nvSpPr>
        <p:spPr>
          <a:xfrm>
            <a:off x="6693408" y="2743200"/>
            <a:ext cx="5010912" cy="102412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912864" y="2743200"/>
            <a:ext cx="4572000" cy="1024128"/>
          </a:xfrm>
          <a:prstGeom prst="rect">
            <a:avLst/>
          </a:prstGeom>
          <a:noFill/>
        </p:spPr>
        <p:txBody>
          <a:bodyPr wrap="square" lIns="0" tIns="0" rIns="0" bIns="0" anchor="ctr">
            <a:spAutoFit/>
          </a:bodyPr>
          <a:lstStyle/>
          <a:p>
            <a:pPr algn="l">
              <a:lnSpc>
                <a:spcPct val="100000"/>
              </a:lnSpc>
              <a:spcBef>
                <a:spcPts val="0"/>
              </a:spcBef>
              <a:spcAft>
                <a:spcPts val="300"/>
              </a:spcAft>
            </a:pPr>
            <a:r>
              <a:rPr sz="1450" b="1" i="0">
                <a:solidFill>
                  <a:srgbClr val="223771"/>
                </a:solidFill>
                <a:latin typeface="Calibri"/>
              </a:rPr>
              <a:t>Ứng dụng demo nạp ONNX</a:t>
            </a:r>
          </a:p>
          <a:p>
            <a:pPr algn="l">
              <a:lnSpc>
                <a:spcPct val="106000"/>
              </a:lnSpc>
              <a:spcBef>
                <a:spcPts val="0"/>
              </a:spcBef>
              <a:spcAft>
                <a:spcPts val="0"/>
              </a:spcAft>
            </a:pPr>
            <a:r>
              <a:rPr sz="1250" b="0" i="0">
                <a:solidFill>
                  <a:srgbClr val="2B2B2B"/>
                </a:solidFill>
                <a:latin typeface="Calibri"/>
              </a:rPr>
              <a:t>15 mô hình đã huấn luyện được nạp tại thời gian chạy, chọn trực tiếp từ menu, không cần dựng lại.</a:t>
            </a:r>
          </a:p>
        </p:txBody>
      </p:sp>
      <p:sp>
        <p:nvSpPr>
          <p:cNvPr id="14" name="Rounded Rectangle 13"/>
          <p:cNvSpPr/>
          <p:nvPr/>
        </p:nvSpPr>
        <p:spPr>
          <a:xfrm>
            <a:off x="6693408" y="3877056"/>
            <a:ext cx="5010912" cy="102412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12864" y="3877056"/>
            <a:ext cx="4572000" cy="1024128"/>
          </a:xfrm>
          <a:prstGeom prst="rect">
            <a:avLst/>
          </a:prstGeom>
          <a:noFill/>
        </p:spPr>
        <p:txBody>
          <a:bodyPr wrap="square" lIns="0" tIns="0" rIns="0" bIns="0" anchor="ctr">
            <a:spAutoFit/>
          </a:bodyPr>
          <a:lstStyle/>
          <a:p>
            <a:pPr algn="l">
              <a:lnSpc>
                <a:spcPct val="100000"/>
              </a:lnSpc>
              <a:spcBef>
                <a:spcPts val="0"/>
              </a:spcBef>
              <a:spcAft>
                <a:spcPts val="300"/>
              </a:spcAft>
            </a:pPr>
            <a:r>
              <a:rPr sz="1450" b="1" i="0">
                <a:solidFill>
                  <a:srgbClr val="223771"/>
                </a:solidFill>
                <a:latin typeface="Calibri"/>
              </a:rPr>
              <a:t>Ba chế độ chơi</a:t>
            </a:r>
          </a:p>
          <a:p>
            <a:pPr algn="l">
              <a:lnSpc>
                <a:spcPct val="106000"/>
              </a:lnSpc>
              <a:spcBef>
                <a:spcPts val="0"/>
              </a:spcBef>
              <a:spcAft>
                <a:spcPts val="0"/>
              </a:spcAft>
            </a:pPr>
            <a:r>
              <a:rPr sz="1250" b="0" i="0">
                <a:solidFill>
                  <a:srgbClr val="2B2B2B"/>
                </a:solidFill>
                <a:latin typeface="Calibri"/>
              </a:rPr>
              <a:t>Người chơi tự điều khiển · agent tự chơi · người và agent trong cùng một phiên.</a:t>
            </a:r>
          </a:p>
        </p:txBody>
      </p:sp>
      <p:sp>
        <p:nvSpPr>
          <p:cNvPr id="16" name="Rounded Rectangle 15"/>
          <p:cNvSpPr/>
          <p:nvPr/>
        </p:nvSpPr>
        <p:spPr>
          <a:xfrm>
            <a:off x="6693408" y="5010912"/>
            <a:ext cx="5010912" cy="1024128"/>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12864" y="5010912"/>
            <a:ext cx="4572000" cy="1024128"/>
          </a:xfrm>
          <a:prstGeom prst="rect">
            <a:avLst/>
          </a:prstGeom>
          <a:noFill/>
        </p:spPr>
        <p:txBody>
          <a:bodyPr wrap="square" lIns="0" tIns="0" rIns="0" bIns="0" anchor="ctr">
            <a:spAutoFit/>
          </a:bodyPr>
          <a:lstStyle/>
          <a:p>
            <a:pPr algn="l">
              <a:lnSpc>
                <a:spcPct val="100000"/>
              </a:lnSpc>
              <a:spcBef>
                <a:spcPts val="0"/>
              </a:spcBef>
              <a:spcAft>
                <a:spcPts val="300"/>
              </a:spcAft>
            </a:pPr>
            <a:r>
              <a:rPr sz="1450" b="1" i="0">
                <a:solidFill>
                  <a:srgbClr val="223771"/>
                </a:solidFill>
                <a:latin typeface="Calibri"/>
              </a:rPr>
              <a:t>Hai tab số liệu</a:t>
            </a:r>
          </a:p>
          <a:p>
            <a:pPr algn="l">
              <a:lnSpc>
                <a:spcPct val="106000"/>
              </a:lnSpc>
              <a:spcBef>
                <a:spcPts val="0"/>
              </a:spcBef>
              <a:spcAft>
                <a:spcPts val="0"/>
              </a:spcAft>
            </a:pPr>
            <a:r>
              <a:rPr sz="1250" b="0" i="0">
                <a:solidFill>
                  <a:srgbClr val="2B2B2B"/>
                </a:solidFill>
                <a:latin typeface="Calibri"/>
              </a:rPr>
              <a:t>THÔNG SỐ và SO SÁNH đọc thẳng kết quả huấn luyện, vẽ lại đường cong của cả 15 lần chạy.</a:t>
            </a:r>
          </a:p>
        </p:txBody>
      </p:sp>
      <p:sp>
        <p:nvSpPr>
          <p:cNvPr id="18" name="TextBox 17"/>
          <p:cNvSpPr txBox="1"/>
          <p:nvPr/>
        </p:nvSpPr>
        <p:spPr>
          <a:xfrm>
            <a:off x="6693408" y="6016752"/>
            <a:ext cx="5010912" cy="274320"/>
          </a:xfrm>
          <a:prstGeom prst="rect">
            <a:avLst/>
          </a:prstGeom>
          <a:noFill/>
        </p:spPr>
        <p:txBody>
          <a:bodyPr wrap="none" lIns="0" tIns="0" rIns="0" bIns="0" anchor="t">
            <a:spAutoFit/>
          </a:bodyPr>
          <a:lstStyle/>
          <a:p>
            <a:pPr algn="l">
              <a:lnSpc>
                <a:spcPct val="105000"/>
              </a:lnSpc>
              <a:spcBef>
                <a:spcPts val="0"/>
              </a:spcBef>
              <a:spcAft>
                <a:spcPts val="0"/>
              </a:spcAft>
            </a:pPr>
            <a:r>
              <a:rPr sz="1200" b="0" i="1">
                <a:solidFill>
                  <a:srgbClr val="666E7E"/>
                </a:solidFill>
                <a:latin typeface="Calibri"/>
              </a:rPr>
              <a:t>Quan sát hành vi thật phát hiện lỗi đặc tả mà đường cong phần thưởng che giấu.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9052560" cy="658368"/>
          </a:xfrm>
          <a:prstGeom prst="rect">
            <a:avLst/>
          </a:prstGeom>
          <a:noFill/>
        </p:spPr>
        <p:txBody>
          <a:bodyPr wrap="none" lIns="0" tIns="0" rIns="0" bIns="0" anchor="ctr">
            <a:spAutoFit/>
          </a:bodyPr>
          <a:lstStyle/>
          <a:p>
            <a:pPr algn="l">
              <a:lnSpc>
                <a:spcPct val="100000"/>
              </a:lnSpc>
              <a:spcBef>
                <a:spcPts val="0"/>
              </a:spcBef>
              <a:spcAft>
                <a:spcPts val="0"/>
              </a:spcAft>
            </a:pPr>
            <a:r>
              <a:rPr sz="2600" b="1" i="0">
                <a:solidFill>
                  <a:srgbClr val="223771"/>
                </a:solidFill>
                <a:latin typeface="Calibri"/>
              </a:rPr>
              <a:t>Kết luận, hạn chế và hướng phát triển</a:t>
            </a:r>
          </a:p>
        </p:txBody>
      </p:sp>
      <p:sp>
        <p:nvSpPr>
          <p:cNvPr id="3" name="Rounded Rectangle 2"/>
          <p:cNvSpPr/>
          <p:nvPr/>
        </p:nvSpPr>
        <p:spPr>
          <a:xfrm>
            <a:off x="502920" y="1060704"/>
            <a:ext cx="4297680" cy="384048"/>
          </a:xfrm>
          <a:prstGeom prst="roundRect">
            <a:avLst>
              <a:gd name="adj" fmla="val 16000"/>
            </a:avLst>
          </a:prstGeom>
          <a:solidFill>
            <a:srgbClr val="FFFFFF"/>
          </a:solidFill>
          <a:ln w="15875">
            <a:solidFill>
              <a:srgbClr val="2237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0704"/>
            <a:ext cx="4297680" cy="384048"/>
          </a:xfrm>
          <a:prstGeom prst="rect">
            <a:avLst/>
          </a:prstGeom>
          <a:noFill/>
        </p:spPr>
        <p:txBody>
          <a:bodyPr wrap="none" lIns="0" tIns="0" rIns="0" bIns="0" anchor="ctr">
            <a:spAutoFit/>
          </a:bodyPr>
          <a:lstStyle/>
          <a:p>
            <a:pPr algn="ctr">
              <a:lnSpc>
                <a:spcPct val="100000"/>
              </a:lnSpc>
              <a:spcBef>
                <a:spcPts val="0"/>
              </a:spcBef>
              <a:spcAft>
                <a:spcPts val="0"/>
              </a:spcAft>
            </a:pPr>
            <a:r>
              <a:rPr sz="1550" b="1" i="0">
                <a:solidFill>
                  <a:srgbClr val="223771"/>
                </a:solidFill>
                <a:latin typeface="Calibri"/>
              </a:rPr>
              <a:t>Ba kết quả  ·  ba hạn chế  ·  ba hướng phát triển</a:t>
            </a:r>
          </a:p>
        </p:txBody>
      </p:sp>
      <p:sp>
        <p:nvSpPr>
          <p:cNvPr id="5" name="Rounded Rectangle 4"/>
          <p:cNvSpPr/>
          <p:nvPr/>
        </p:nvSpPr>
        <p:spPr>
          <a:xfrm>
            <a:off x="502920" y="1609344"/>
            <a:ext cx="3611880" cy="39319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0664" y="1773936"/>
            <a:ext cx="3136392" cy="310896"/>
          </a:xfrm>
          <a:prstGeom prst="rect">
            <a:avLst/>
          </a:prstGeom>
          <a:noFill/>
        </p:spPr>
        <p:txBody>
          <a:bodyPr wrap="none" lIns="0" tIns="0" rIns="0" bIns="0" anchor="t">
            <a:spAutoFit/>
          </a:bodyPr>
          <a:lstStyle/>
          <a:p>
            <a:pPr algn="l">
              <a:lnSpc>
                <a:spcPct val="100000"/>
              </a:lnSpc>
              <a:spcBef>
                <a:spcPts val="0"/>
              </a:spcBef>
              <a:spcAft>
                <a:spcPts val="0"/>
              </a:spcAft>
            </a:pPr>
            <a:r>
              <a:rPr sz="1500" b="1" i="0">
                <a:solidFill>
                  <a:srgbClr val="223771"/>
                </a:solidFill>
                <a:latin typeface="Calibri"/>
              </a:rPr>
              <a:t>KẾT QUẢ ĐẠT ĐƯỢC</a:t>
            </a:r>
          </a:p>
        </p:txBody>
      </p:sp>
      <p:sp>
        <p:nvSpPr>
          <p:cNvPr id="7" name="Oval 6"/>
          <p:cNvSpPr/>
          <p:nvPr/>
        </p:nvSpPr>
        <p:spPr>
          <a:xfrm>
            <a:off x="740664" y="2194560"/>
            <a:ext cx="274320" cy="274320"/>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8" name="TextBox 7"/>
          <p:cNvSpPr txBox="1"/>
          <p:nvPr/>
        </p:nvSpPr>
        <p:spPr>
          <a:xfrm>
            <a:off x="1106424" y="217627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Ba môi trường đã qua kiểm chứng</a:t>
            </a:r>
          </a:p>
          <a:p>
            <a:pPr algn="l">
              <a:lnSpc>
                <a:spcPct val="106000"/>
              </a:lnSpc>
              <a:spcBef>
                <a:spcPts val="0"/>
              </a:spcBef>
              <a:spcAft>
                <a:spcPts val="0"/>
              </a:spcAft>
            </a:pPr>
            <a:r>
              <a:rPr sz="1200" b="0" i="0">
                <a:solidFill>
                  <a:srgbClr val="2B2B2B"/>
                </a:solidFill>
                <a:latin typeface="Calibri"/>
              </a:rPr>
              <a:t>Football Table, Capture The Flag và Cross The Road, mỗi môi trường chịu năm thuật toán khác nguyên lý.</a:t>
            </a:r>
          </a:p>
        </p:txBody>
      </p:sp>
      <p:sp>
        <p:nvSpPr>
          <p:cNvPr id="9" name="Oval 8"/>
          <p:cNvSpPr/>
          <p:nvPr/>
        </p:nvSpPr>
        <p:spPr>
          <a:xfrm>
            <a:off x="740664" y="3291840"/>
            <a:ext cx="274320" cy="274320"/>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0" name="TextBox 9"/>
          <p:cNvSpPr txBox="1"/>
          <p:nvPr/>
        </p:nvSpPr>
        <p:spPr>
          <a:xfrm>
            <a:off x="1106424" y="327355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Quy trình thiết kế và nghiệm thu</a:t>
            </a:r>
          </a:p>
          <a:p>
            <a:pPr algn="l">
              <a:lnSpc>
                <a:spcPct val="106000"/>
              </a:lnSpc>
              <a:spcBef>
                <a:spcPts val="0"/>
              </a:spcBef>
              <a:spcAft>
                <a:spcPts val="0"/>
              </a:spcAft>
            </a:pPr>
            <a:r>
              <a:rPr sz="1200" b="0" i="0">
                <a:solidFill>
                  <a:srgbClr val="2B2B2B"/>
                </a:solidFill>
                <a:latin typeface="Calibri"/>
              </a:rPr>
              <a:t>Bốn nguyên tắc phần thưởng cùng ba lập luận định lượng: tỉ lệ 5 trên 1, ngưỡng 2,4%, ân hạn một giây.</a:t>
            </a:r>
          </a:p>
        </p:txBody>
      </p:sp>
      <p:sp>
        <p:nvSpPr>
          <p:cNvPr id="11" name="Oval 10"/>
          <p:cNvSpPr/>
          <p:nvPr/>
        </p:nvSpPr>
        <p:spPr>
          <a:xfrm>
            <a:off x="740664" y="4389120"/>
            <a:ext cx="274320" cy="274320"/>
          </a:xfrm>
          <a:prstGeom prst="ellipse">
            <a:avLst/>
          </a:prstGeom>
          <a:solidFill>
            <a:srgbClr val="22377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2" name="TextBox 11"/>
          <p:cNvSpPr txBox="1"/>
          <p:nvPr/>
        </p:nvSpPr>
        <p:spPr>
          <a:xfrm>
            <a:off x="1106424" y="437083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Sản phẩm hoàn chỉnh</a:t>
            </a:r>
          </a:p>
          <a:p>
            <a:pPr algn="l">
              <a:lnSpc>
                <a:spcPct val="106000"/>
              </a:lnSpc>
              <a:spcBef>
                <a:spcPts val="0"/>
              </a:spcBef>
              <a:spcAft>
                <a:spcPts val="0"/>
              </a:spcAft>
            </a:pPr>
            <a:r>
              <a:rPr sz="1200" b="0" i="0">
                <a:solidFill>
                  <a:srgbClr val="2B2B2B"/>
                </a:solidFill>
                <a:latin typeface="Calibri"/>
              </a:rPr>
              <a:t>Gói UPM kèm 15 cấu hình, trainer mở rộng cho MAPPO và DQN, và ứng dụng demo.</a:t>
            </a:r>
          </a:p>
        </p:txBody>
      </p:sp>
      <p:sp>
        <p:nvSpPr>
          <p:cNvPr id="13" name="Rounded Rectangle 12"/>
          <p:cNvSpPr/>
          <p:nvPr/>
        </p:nvSpPr>
        <p:spPr>
          <a:xfrm>
            <a:off x="4297680" y="1609344"/>
            <a:ext cx="3611880" cy="39319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35424" y="1773936"/>
            <a:ext cx="3136392" cy="310896"/>
          </a:xfrm>
          <a:prstGeom prst="rect">
            <a:avLst/>
          </a:prstGeom>
          <a:noFill/>
        </p:spPr>
        <p:txBody>
          <a:bodyPr wrap="none" lIns="0" tIns="0" rIns="0" bIns="0" anchor="t">
            <a:spAutoFit/>
          </a:bodyPr>
          <a:lstStyle/>
          <a:p>
            <a:pPr algn="l">
              <a:lnSpc>
                <a:spcPct val="100000"/>
              </a:lnSpc>
              <a:spcBef>
                <a:spcPts val="0"/>
              </a:spcBef>
              <a:spcAft>
                <a:spcPts val="0"/>
              </a:spcAft>
            </a:pPr>
            <a:r>
              <a:rPr sz="1500" b="1" i="0">
                <a:solidFill>
                  <a:srgbClr val="C0392B"/>
                </a:solidFill>
                <a:latin typeface="Calibri"/>
              </a:rPr>
              <a:t>HẠN CHẾ</a:t>
            </a:r>
          </a:p>
        </p:txBody>
      </p:sp>
      <p:sp>
        <p:nvSpPr>
          <p:cNvPr id="15" name="Oval 14"/>
          <p:cNvSpPr/>
          <p:nvPr/>
        </p:nvSpPr>
        <p:spPr>
          <a:xfrm>
            <a:off x="4535424" y="2194560"/>
            <a:ext cx="274320" cy="2743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6" name="TextBox 15"/>
          <p:cNvSpPr txBox="1"/>
          <p:nvPr/>
        </p:nvSpPr>
        <p:spPr>
          <a:xfrm>
            <a:off x="4901184" y="217627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Mỗi cấu hình chỉ chạy một seed</a:t>
            </a:r>
          </a:p>
          <a:p>
            <a:pPr algn="l">
              <a:lnSpc>
                <a:spcPct val="106000"/>
              </a:lnSpc>
              <a:spcBef>
                <a:spcPts val="0"/>
              </a:spcBef>
              <a:spcAft>
                <a:spcPts val="0"/>
              </a:spcAft>
            </a:pPr>
            <a:r>
              <a:rPr sz="1200" b="0" i="0">
                <a:solidFill>
                  <a:srgbClr val="2B2B2B"/>
                </a:solidFill>
                <a:latin typeface="Calibri"/>
              </a:rPr>
              <a:t>Chưa tách được phần do bản chất thuật toán khỏi phần do may rủi của một lần khởi tạo. Nếu chỉ được sửa một điều, em sửa điều này.</a:t>
            </a:r>
          </a:p>
        </p:txBody>
      </p:sp>
      <p:sp>
        <p:nvSpPr>
          <p:cNvPr id="17" name="Oval 16"/>
          <p:cNvSpPr/>
          <p:nvPr/>
        </p:nvSpPr>
        <p:spPr>
          <a:xfrm>
            <a:off x="4535424" y="3291840"/>
            <a:ext cx="274320" cy="2743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8" name="TextBox 17"/>
          <p:cNvSpPr txBox="1"/>
          <p:nvPr/>
        </p:nvSpPr>
        <p:spPr>
          <a:xfrm>
            <a:off x="4901184" y="327355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Hai môi trường thiếu độ phân giải</a:t>
            </a:r>
          </a:p>
          <a:p>
            <a:pPr algn="l">
              <a:lnSpc>
                <a:spcPct val="106000"/>
              </a:lnSpc>
              <a:spcBef>
                <a:spcPts val="0"/>
              </a:spcBef>
              <a:spcAft>
                <a:spcPts val="0"/>
              </a:spcAft>
            </a:pPr>
            <a:r>
              <a:rPr sz="1200" b="0" i="0">
                <a:solidFill>
                  <a:srgbClr val="2B2B2B"/>
                </a:solidFill>
                <a:latin typeface="Calibri"/>
              </a:rPr>
              <a:t>Football Table 1237–1260 và Capture The Flag 0,800–0,840 đều hẹp hơn dao động của chính đường cong.</a:t>
            </a:r>
          </a:p>
        </p:txBody>
      </p:sp>
      <p:sp>
        <p:nvSpPr>
          <p:cNvPr id="19" name="Oval 18"/>
          <p:cNvSpPr/>
          <p:nvPr/>
        </p:nvSpPr>
        <p:spPr>
          <a:xfrm>
            <a:off x="4535424" y="4389120"/>
            <a:ext cx="274320" cy="2743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20" name="TextBox 19"/>
          <p:cNvSpPr txBox="1"/>
          <p:nvPr/>
        </p:nvSpPr>
        <p:spPr>
          <a:xfrm>
            <a:off x="4901184" y="437083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Một ô nằm ngoài phép so sánh</a:t>
            </a:r>
          </a:p>
          <a:p>
            <a:pPr algn="l">
              <a:lnSpc>
                <a:spcPct val="106000"/>
              </a:lnSpc>
              <a:spcBef>
                <a:spcPts val="0"/>
              </a:spcBef>
              <a:spcAft>
                <a:spcPts val="0"/>
              </a:spcAft>
            </a:pPr>
            <a:r>
              <a:rPr sz="1200" b="0" i="0">
                <a:solidFill>
                  <a:srgbClr val="2B2B2B"/>
                </a:solidFill>
                <a:latin typeface="Calibri"/>
              </a:rPr>
              <a:t>DQN trên Football Table chạy không có tự chơi nên không có chỉ số ELO.</a:t>
            </a:r>
          </a:p>
        </p:txBody>
      </p:sp>
      <p:sp>
        <p:nvSpPr>
          <p:cNvPr id="21" name="Rounded Rectangle 20"/>
          <p:cNvSpPr/>
          <p:nvPr/>
        </p:nvSpPr>
        <p:spPr>
          <a:xfrm>
            <a:off x="8092440" y="1609344"/>
            <a:ext cx="3611880" cy="3931920"/>
          </a:xfrm>
          <a:prstGeom prst="roundRect">
            <a:avLst>
              <a:gd name="adj" fmla="val 7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30184" y="1773936"/>
            <a:ext cx="3136392" cy="310896"/>
          </a:xfrm>
          <a:prstGeom prst="rect">
            <a:avLst/>
          </a:prstGeom>
          <a:noFill/>
        </p:spPr>
        <p:txBody>
          <a:bodyPr wrap="none" lIns="0" tIns="0" rIns="0" bIns="0" anchor="t">
            <a:spAutoFit/>
          </a:bodyPr>
          <a:lstStyle/>
          <a:p>
            <a:pPr algn="l">
              <a:lnSpc>
                <a:spcPct val="100000"/>
              </a:lnSpc>
              <a:spcBef>
                <a:spcPts val="0"/>
              </a:spcBef>
              <a:spcAft>
                <a:spcPts val="0"/>
              </a:spcAft>
            </a:pPr>
            <a:r>
              <a:rPr sz="1500" b="1" i="0">
                <a:solidFill>
                  <a:srgbClr val="27924F"/>
                </a:solidFill>
                <a:latin typeface="Calibri"/>
              </a:rPr>
              <a:t>HƯỚNG PHÁT TRIỂN</a:t>
            </a:r>
          </a:p>
        </p:txBody>
      </p:sp>
      <p:sp>
        <p:nvSpPr>
          <p:cNvPr id="23" name="Oval 22"/>
          <p:cNvSpPr/>
          <p:nvPr/>
        </p:nvSpPr>
        <p:spPr>
          <a:xfrm>
            <a:off x="8330184" y="2194560"/>
            <a:ext cx="274320" cy="274320"/>
          </a:xfrm>
          <a:prstGeom prst="ellipse">
            <a:avLst/>
          </a:prstGeom>
          <a:solidFill>
            <a:srgbClr val="27924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24" name="TextBox 23"/>
          <p:cNvSpPr txBox="1"/>
          <p:nvPr/>
        </p:nvSpPr>
        <p:spPr>
          <a:xfrm>
            <a:off x="8695944" y="217627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Chạy lại 15 tổ hợp trên nhiều seed</a:t>
            </a:r>
          </a:p>
          <a:p>
            <a:pPr algn="l">
              <a:lnSpc>
                <a:spcPct val="106000"/>
              </a:lnSpc>
              <a:spcBef>
                <a:spcPts val="0"/>
              </a:spcBef>
              <a:spcAft>
                <a:spcPts val="0"/>
              </a:spcAft>
            </a:pPr>
            <a:r>
              <a:rPr sz="1200" b="0" i="0">
                <a:solidFill>
                  <a:srgbClr val="2B2B2B"/>
                </a:solidFill>
                <a:latin typeface="Calibri"/>
              </a:rPr>
              <a:t>Việc cần làm trước tiên, vì nó quyết định mọi kết luận về chênh lệch nhỏ.</a:t>
            </a:r>
          </a:p>
        </p:txBody>
      </p:sp>
      <p:sp>
        <p:nvSpPr>
          <p:cNvPr id="25" name="Oval 24"/>
          <p:cNvSpPr/>
          <p:nvPr/>
        </p:nvSpPr>
        <p:spPr>
          <a:xfrm>
            <a:off x="8330184" y="3291840"/>
            <a:ext cx="274320" cy="274320"/>
          </a:xfrm>
          <a:prstGeom prst="ellipse">
            <a:avLst/>
          </a:prstGeom>
          <a:solidFill>
            <a:srgbClr val="27924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26" name="TextBox 25"/>
          <p:cNvSpPr txBox="1"/>
          <p:nvPr/>
        </p:nvSpPr>
        <p:spPr>
          <a:xfrm>
            <a:off x="8695944" y="327355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Làm hai môi trường khó lên</a:t>
            </a:r>
          </a:p>
          <a:p>
            <a:pPr algn="l">
              <a:lnSpc>
                <a:spcPct val="106000"/>
              </a:lnSpc>
              <a:spcBef>
                <a:spcPts val="0"/>
              </a:spcBef>
              <a:spcAft>
                <a:spcPts val="0"/>
              </a:spcAft>
            </a:pPr>
            <a:r>
              <a:rPr sz="1200" b="0" i="0">
                <a:solidFill>
                  <a:srgbClr val="2B2B2B"/>
                </a:solidFill>
                <a:latin typeface="Calibri"/>
              </a:rPr>
              <a:t>Thêm bài trong chương trình học hoặc buộc phối hợp chặt hơn, thay vì kéo dài thời lượng huấn luyện.</a:t>
            </a:r>
          </a:p>
        </p:txBody>
      </p:sp>
      <p:sp>
        <p:nvSpPr>
          <p:cNvPr id="27" name="Oval 26"/>
          <p:cNvSpPr/>
          <p:nvPr/>
        </p:nvSpPr>
        <p:spPr>
          <a:xfrm>
            <a:off x="8330184" y="4389120"/>
            <a:ext cx="274320" cy="274320"/>
          </a:xfrm>
          <a:prstGeom prst="ellipse">
            <a:avLst/>
          </a:prstGeom>
          <a:solidFill>
            <a:srgbClr val="27924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28" name="TextBox 27"/>
          <p:cNvSpPr txBox="1"/>
          <p:nvPr/>
        </p:nvSpPr>
        <p:spPr>
          <a:xfrm>
            <a:off x="8695944" y="4370832"/>
            <a:ext cx="2770632" cy="1060704"/>
          </a:xfrm>
          <a:prstGeom prst="rect">
            <a:avLst/>
          </a:prstGeom>
          <a:noFill/>
        </p:spPr>
        <p:txBody>
          <a:bodyPr wrap="square" lIns="0" tIns="0" rIns="0" bIns="0" anchor="t">
            <a:spAutoFit/>
          </a:bodyPr>
          <a:lstStyle/>
          <a:p>
            <a:pPr algn="l">
              <a:lnSpc>
                <a:spcPct val="102000"/>
              </a:lnSpc>
              <a:spcBef>
                <a:spcPts val="0"/>
              </a:spcBef>
              <a:spcAft>
                <a:spcPts val="300"/>
              </a:spcAft>
            </a:pPr>
            <a:r>
              <a:rPr sz="1300" b="1" i="0">
                <a:solidFill>
                  <a:srgbClr val="223771"/>
                </a:solidFill>
                <a:latin typeface="Calibri"/>
              </a:rPr>
              <a:t>Kiểm chứng hai hiện tượng còn bỏ ngỏ</a:t>
            </a:r>
          </a:p>
          <a:p>
            <a:pPr algn="l">
              <a:lnSpc>
                <a:spcPct val="106000"/>
              </a:lnSpc>
              <a:spcBef>
                <a:spcPts val="0"/>
              </a:spcBef>
              <a:spcAft>
                <a:spcPts val="0"/>
              </a:spcAft>
            </a:pPr>
            <a:r>
              <a:rPr sz="1200" b="0" i="0">
                <a:solidFill>
                  <a:srgbClr val="2B2B2B"/>
                </a:solidFill>
                <a:latin typeface="Calibri"/>
              </a:rPr>
              <a:t>Vì sao SAC sụp ở Capture The Flag, và vì sao MAPPO vượt PPO ngay ở môi trường đơn tác nhân.</a:t>
            </a:r>
          </a:p>
        </p:txBody>
      </p:sp>
      <p:sp>
        <p:nvSpPr>
          <p:cNvPr id="29" name="Rounded Rectangle 28"/>
          <p:cNvSpPr/>
          <p:nvPr/>
        </p:nvSpPr>
        <p:spPr>
          <a:xfrm>
            <a:off x="502920" y="5669280"/>
            <a:ext cx="11201400" cy="640080"/>
          </a:xfrm>
          <a:prstGeom prst="roundRect">
            <a:avLst>
              <a:gd name="adj" fmla="val 4000"/>
            </a:avLst>
          </a:prstGeom>
          <a:solidFill>
            <a:srgbClr val="FFFFFF"/>
          </a:solidFill>
          <a:ln w="12700">
            <a:solidFill>
              <a:srgbClr val="F2652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9808" y="5669280"/>
            <a:ext cx="10707624" cy="640080"/>
          </a:xfrm>
          <a:prstGeom prst="rect">
            <a:avLst/>
          </a:prstGeom>
          <a:noFill/>
        </p:spPr>
        <p:txBody>
          <a:bodyPr wrap="none" lIns="0" tIns="0" rIns="0" bIns="0" anchor="ctr">
            <a:spAutoFit/>
          </a:bodyPr>
          <a:lstStyle/>
          <a:p>
            <a:pPr algn="ctr">
              <a:lnSpc>
                <a:spcPct val="100000"/>
              </a:lnSpc>
              <a:spcBef>
                <a:spcPts val="0"/>
              </a:spcBef>
              <a:spcAft>
                <a:spcPts val="0"/>
              </a:spcAft>
            </a:pPr>
            <a:r>
              <a:rPr sz="1400" b="1" i="0">
                <a:solidFill>
                  <a:srgbClr val="223771"/>
                </a:solidFill>
                <a:latin typeface="Calibri"/>
              </a:rPr>
              <a:t>Đóng góp chính không phải là một thuật toán mới, mà là ba môi trường kèm bằng chứng nghiệm thu và quy trình để dựng lại chúng.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645920" y="2395728"/>
            <a:ext cx="8897112" cy="1005840"/>
          </a:xfrm>
          <a:prstGeom prst="roundRect">
            <a:avLst>
              <a:gd name="adj" fmla="val 14000"/>
            </a:avLst>
          </a:prstGeom>
          <a:noFill/>
          <a:ln w="15875">
            <a:solidFill>
              <a:srgbClr val="F29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874519" y="2395728"/>
            <a:ext cx="8439912" cy="1005840"/>
          </a:xfrm>
          <a:prstGeom prst="rect">
            <a:avLst/>
          </a:prstGeom>
          <a:noFill/>
        </p:spPr>
        <p:txBody>
          <a:bodyPr wrap="square" lIns="0" tIns="0" rIns="0" bIns="0" anchor="ctr">
            <a:spAutoFit/>
          </a:bodyPr>
          <a:lstStyle/>
          <a:p>
            <a:pPr algn="ctr">
              <a:lnSpc>
                <a:spcPct val="116000"/>
              </a:lnSpc>
              <a:spcBef>
                <a:spcPts val="0"/>
              </a:spcBef>
              <a:spcAft>
                <a:spcPts val="0"/>
              </a:spcAft>
            </a:pPr>
            <a:r>
              <a:rPr sz="1700" b="1" i="0">
                <a:solidFill>
                  <a:srgbClr val="FFFFFF"/>
                </a:solidFill>
                <a:latin typeface="Calibri"/>
              </a:rPr>
              <a:t>Muốn học tăng cường trong game đáng tin cậy, cần đầu tư vào đặc tả và kiểm chứng môi trường trước khi tối ưu thuật toán.</a:t>
            </a:r>
          </a:p>
        </p:txBody>
      </p:sp>
      <p:sp>
        <p:nvSpPr>
          <p:cNvPr id="4" name="TextBox 3"/>
          <p:cNvSpPr txBox="1"/>
          <p:nvPr/>
        </p:nvSpPr>
        <p:spPr>
          <a:xfrm>
            <a:off x="1371600" y="3712463"/>
            <a:ext cx="9445752" cy="566928"/>
          </a:xfrm>
          <a:prstGeom prst="rect">
            <a:avLst/>
          </a:prstGeom>
          <a:noFill/>
        </p:spPr>
        <p:txBody>
          <a:bodyPr wrap="none" lIns="0" tIns="0" rIns="0" bIns="0" anchor="t">
            <a:spAutoFit/>
          </a:bodyPr>
          <a:lstStyle/>
          <a:p>
            <a:pPr algn="ctr">
              <a:lnSpc>
                <a:spcPct val="100000"/>
              </a:lnSpc>
              <a:spcBef>
                <a:spcPts val="0"/>
              </a:spcBef>
              <a:spcAft>
                <a:spcPts val="0"/>
              </a:spcAft>
            </a:pPr>
            <a:r>
              <a:rPr sz="3200" b="1" i="0">
                <a:solidFill>
                  <a:srgbClr val="FFFFFF"/>
                </a:solidFill>
                <a:latin typeface="Calibri"/>
              </a:rPr>
              <a:t>EM XIN CHÂN THÀNH CẢM ƠN</a:t>
            </a:r>
          </a:p>
        </p:txBody>
      </p:sp>
      <p:sp>
        <p:nvSpPr>
          <p:cNvPr id="5" name="TextBox 4"/>
          <p:cNvSpPr txBox="1"/>
          <p:nvPr/>
        </p:nvSpPr>
        <p:spPr>
          <a:xfrm>
            <a:off x="1828800" y="4352544"/>
            <a:ext cx="8531352" cy="329184"/>
          </a:xfrm>
          <a:prstGeom prst="rect">
            <a:avLst/>
          </a:prstGeom>
          <a:noFill/>
        </p:spPr>
        <p:txBody>
          <a:bodyPr wrap="none" lIns="0" tIns="0" rIns="0" bIns="0" anchor="t">
            <a:spAutoFit/>
          </a:bodyPr>
          <a:lstStyle/>
          <a:p>
            <a:pPr algn="ctr">
              <a:lnSpc>
                <a:spcPct val="100000"/>
              </a:lnSpc>
              <a:spcBef>
                <a:spcPts val="0"/>
              </a:spcBef>
              <a:spcAft>
                <a:spcPts val="0"/>
              </a:spcAft>
            </a:pPr>
            <a:r>
              <a:rPr sz="1600" b="0" i="0">
                <a:solidFill>
                  <a:srgbClr val="CFD8EC"/>
                </a:solidFill>
                <a:latin typeface="Calibri"/>
              </a:rPr>
              <a:t>sự lắng nghe của quý thầy cô trong hội đồng</a:t>
            </a:r>
          </a:p>
        </p:txBody>
      </p:sp>
      <p:sp>
        <p:nvSpPr>
          <p:cNvPr id="6" name="Rectangle 5"/>
          <p:cNvSpPr/>
          <p:nvPr/>
        </p:nvSpPr>
        <p:spPr>
          <a:xfrm>
            <a:off x="5184648" y="4882896"/>
            <a:ext cx="1828800" cy="18288"/>
          </a:xfrm>
          <a:prstGeom prst="rect">
            <a:avLst/>
          </a:prstGeom>
          <a:solidFill>
            <a:srgbClr val="F29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828800" y="5102352"/>
            <a:ext cx="8531352" cy="329184"/>
          </a:xfrm>
          <a:prstGeom prst="rect">
            <a:avLst/>
          </a:prstGeom>
          <a:noFill/>
        </p:spPr>
        <p:txBody>
          <a:bodyPr wrap="none" lIns="0" tIns="0" rIns="0" bIns="0" anchor="t">
            <a:spAutoFit/>
          </a:bodyPr>
          <a:lstStyle/>
          <a:p>
            <a:pPr algn="ctr">
              <a:lnSpc>
                <a:spcPct val="100000"/>
              </a:lnSpc>
              <a:spcBef>
                <a:spcPts val="0"/>
              </a:spcBef>
              <a:spcAft>
                <a:spcPts val="0"/>
              </a:spcAft>
            </a:pPr>
            <a:r>
              <a:rPr sz="1400" b="0" i="0">
                <a:solidFill>
                  <a:srgbClr val="CFD8EC"/>
                </a:solidFill>
                <a:latin typeface="Calibri"/>
              </a:rPr>
              <a:t>Kính mong nhận được góp ý của thầy cô để đồ án được hoàn thiện hơn.</a:t>
            </a:r>
          </a:p>
        </p:txBody>
      </p:sp>
      <p:sp>
        <p:nvSpPr>
          <p:cNvPr id="8" name="TextBox 7"/>
          <p:cNvSpPr txBox="1"/>
          <p:nvPr/>
        </p:nvSpPr>
        <p:spPr>
          <a:xfrm>
            <a:off x="1828800" y="5632704"/>
            <a:ext cx="8531352" cy="329184"/>
          </a:xfrm>
          <a:prstGeom prst="rect">
            <a:avLst/>
          </a:prstGeom>
          <a:noFill/>
        </p:spPr>
        <p:txBody>
          <a:bodyPr wrap="none" lIns="0" tIns="0" rIns="0" bIns="0" anchor="t">
            <a:spAutoFit/>
          </a:bodyPr>
          <a:lstStyle/>
          <a:p>
            <a:pPr algn="ctr">
              <a:lnSpc>
                <a:spcPct val="100000"/>
              </a:lnSpc>
              <a:spcBef>
                <a:spcPts val="0"/>
              </a:spcBef>
              <a:spcAft>
                <a:spcPts val="0"/>
              </a:spcAft>
            </a:pPr>
            <a:r>
              <a:rPr sz="1400" b="1" i="0">
                <a:solidFill>
                  <a:srgbClr val="FFFFFF"/>
                </a:solidFill>
                <a:latin typeface="Calibri"/>
              </a:rPr>
              <a:t>Văn Thị Minh Huyền  ·  22010329  ·  K16  ·  Khoa học máy tính</a:t>
            </a:r>
          </a:p>
        </p:txBody>
      </p:sp>
    </p:spTree>
  </p:cSld>
  <p:clrMapOvr>
    <a:masterClrMapping/>
  </p:clrMapOvr>
</p:sld>
</file>

<file path=ppt/theme/theme1.xml><?xml version="1.0" encoding="utf-8"?>
<a:theme xmlns:a="http://schemas.openxmlformats.org/drawingml/2006/main" name="Vicostone Template">
  <a:themeElements>
    <a:clrScheme name="Vicostone Templat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Vicostone Template">
      <a:majorFont>
        <a:latin typeface="Calibri"/>
        <a:ea typeface="Calibri"/>
        <a:cs typeface="Calibri"/>
      </a:majorFont>
      <a:minorFont>
        <a:latin typeface="Helvetica"/>
        <a:ea typeface="Helvetica"/>
        <a:cs typeface="Helvetica"/>
      </a:minorFont>
    </a:fontScheme>
    <a:fmtScheme name="Vicostone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cean">
  <a:themeElements>
    <a:clrScheme name="Custom 189">
      <a:dk1>
        <a:sysClr val="windowText" lastClr="000000"/>
      </a:dk1>
      <a:lt1>
        <a:sysClr val="window" lastClr="FFFFFF"/>
      </a:lt1>
      <a:dk2>
        <a:srgbClr val="44546A"/>
      </a:dk2>
      <a:lt2>
        <a:srgbClr val="E7E6E6"/>
      </a:lt2>
      <a:accent1>
        <a:srgbClr val="0958F7"/>
      </a:accent1>
      <a:accent2>
        <a:srgbClr val="183C5B"/>
      </a:accent2>
      <a:accent3>
        <a:srgbClr val="91BED4"/>
      </a:accent3>
      <a:accent4>
        <a:srgbClr val="00B0F0"/>
      </a:accent4>
      <a:accent5>
        <a:srgbClr val="D9E8F5"/>
      </a:accent5>
      <a:accent6>
        <a:srgbClr val="FFAD8D"/>
      </a:accent6>
      <a:hlink>
        <a:srgbClr val="0563C1"/>
      </a:hlink>
      <a:folHlink>
        <a:srgbClr val="954F72"/>
      </a:folHlink>
    </a:clrScheme>
    <a:fontScheme name="Custom 115">
      <a:majorFont>
        <a:latin typeface="Arial Black"/>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Vicostone Template">
  <a:themeElements>
    <a:clrScheme name="Vicostone Templat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Vicostone Template">
      <a:majorFont>
        <a:latin typeface="Calibri"/>
        <a:ea typeface="Calibri"/>
        <a:cs typeface="Calibri"/>
      </a:majorFont>
      <a:minorFont>
        <a:latin typeface="Helvetica"/>
        <a:ea typeface="Helvetica"/>
        <a:cs typeface="Helvetica"/>
      </a:minorFont>
    </a:fontScheme>
    <a:fmtScheme name="Vicostone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5A8D6B9-BAB4-4BA5-BA68-1C32D24B6F3D}">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TotalTime>
  <Words>8856</Words>
  <Application>Microsoft Office PowerPoint</Application>
  <PresentationFormat>Widescreen</PresentationFormat>
  <Paragraphs>611</Paragraphs>
  <Slides>26</Slides>
  <Notes>26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Arial</vt:lpstr>
      <vt:lpstr>Arial Black</vt:lpstr>
      <vt:lpstr>Calibri</vt:lpstr>
      <vt:lpstr>Times New Roman</vt:lpstr>
      <vt:lpstr>Vicostone Template</vt:lpstr>
      <vt:lpstr>Ocean</vt:lpstr>
      <vt:lpstr>PowerPoint Presentation</vt:lpstr>
      <vt:lpstr>NỘI DUNG TRÌNH BÀY</vt:lpstr>
      <vt:lpstr>I.  MỞ ĐẦU — Thuật toán chuyển giao được, môi trường thì không</vt:lpstr>
      <vt:lpstr>I.  MỞ ĐẦU — Hai thứ hiếm được chuyển giao và năm mục tiêu</vt:lpstr>
      <vt:lpstr>I.  MỞ ĐẦU — Năm thuật toán đóng vai phép thử</vt:lpstr>
      <vt:lpstr>II.  THIẾT KẾ MÔI TRƯỜNG — Ba môi trường thực nghiệm</vt:lpstr>
      <vt:lpstr>II.  Khung thiết kế và bốn nguyên tắc hàm phần thưởng</vt:lpstr>
      <vt:lpstr>II.  Môi trường Football Table — đối kháng 1-1</vt:lpstr>
      <vt:lpstr>II.  Football Table — hệ số 5 trên 1 đến từ đâu</vt:lpstr>
      <vt:lpstr>II.  Môi trường Capture The Flag — hợp tác đa tác nhân</vt:lpstr>
      <vt:lpstr>II.  Capture The Flag — khoảng ân hạn 1 giây đến từ đâu</vt:lpstr>
      <vt:lpstr>II.  Capture The Flag — vòng hiệu chỉnh hàm phần thưởng</vt:lpstr>
      <vt:lpstr>II.  Môi trường Cross The Road — điều hướng đơn tác nhân</vt:lpstr>
      <vt:lpstr>II.  Cross The Road — hệ số phạt 0,025 đến từ đâu</vt:lpstr>
      <vt:lpstr>III.  Nghiệm thu môi trường — ba tiêu chí và lưới 15 lần chạy</vt:lpstr>
      <vt:lpstr>IV.  Football Table — bốn thuật toán tự chơi đều tiến bộ</vt:lpstr>
      <vt:lpstr>IV.  Cross The Road — môi trường phân biệt tốt nhất</vt:lpstr>
      <vt:lpstr>IV.  Capture The Flag — tách rất rõ giải được với thất bại</vt:lpstr>
      <vt:lpstr>IV.  Bảng xếp hạng và độ phân giải của phép đo</vt:lpstr>
      <vt:lpstr>IV.  Bằng chứng từ chỉ số huấn luyện nội tại</vt:lpstr>
      <vt:lpstr>IV.  Môi trường chi phối mạnh hơn thuật toán</vt:lpstr>
      <vt:lpstr>V.  Gói môi trường dùng lại được và trainer mở rộng</vt:lpstr>
      <vt:lpstr>V.  Ứng dụng trình diễn — ba chế độ chơi và hai tab số liệu</vt:lpstr>
      <vt:lpstr>VI.  KẾT LUẬN — Kết quả đạt được và đóng góp</vt:lpstr>
      <vt:lpstr>VI.  KẾT LUẬN — Hạn chế và hướng phát triển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Van Huyen</cp:lastModifiedBy>
  <cp:revision>3</cp:revision>
  <dcterms:modified xsi:type="dcterms:W3CDTF">2026-08-13T11:44:47Z</dcterms:modified>
</cp:coreProperties>
</file>